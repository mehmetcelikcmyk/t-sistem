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5" r:id="rId2"/>
  </p:sldMasterIdLst>
  <p:notesMasterIdLst>
    <p:notesMasterId r:id="rId61"/>
  </p:notesMasterIdLst>
  <p:sldIdLst>
    <p:sldId id="256" r:id="rId3"/>
    <p:sldId id="257" r:id="rId4"/>
    <p:sldId id="258" r:id="rId5"/>
    <p:sldId id="259" r:id="rId6"/>
    <p:sldId id="260" r:id="rId7"/>
    <p:sldId id="261" r:id="rId8"/>
    <p:sldId id="262" r:id="rId9"/>
    <p:sldId id="263" r:id="rId10"/>
    <p:sldId id="313" r:id="rId11"/>
    <p:sldId id="31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Lst>
  <p:sldSz cx="10693400" cy="7562850"/>
  <p:notesSz cx="10693400" cy="75628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152" autoAdjust="0"/>
    <p:restoredTop sz="96323" autoAdjust="0"/>
  </p:normalViewPr>
  <p:slideViewPr>
    <p:cSldViewPr snapToGrid="0">
      <p:cViewPr varScale="1">
        <p:scale>
          <a:sx n="80" d="100"/>
          <a:sy n="80" d="100"/>
        </p:scale>
        <p:origin x="924" y="5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5" Type="http://schemas.openxmlformats.org/officeDocument/2006/relationships/slide" Target="slides/slide3.xml"/><Relationship Id="rId61" Type="http://schemas.openxmlformats.org/officeDocument/2006/relationships/notesMaster" Target="notesMasters/notesMaster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7"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a:r>
              <a:rPr lang="tr-TR" sz="1800" b="0" u="none" strike="noStrike">
                <a:solidFill>
                  <a:srgbClr val="000000"/>
                </a:solidFill>
                <a:effectLst/>
                <a:uFillTx/>
                <a:latin typeface="Calibri"/>
              </a:rPr>
              <a:t>Slaytı taşımak için tıklayın</a:t>
            </a:r>
          </a:p>
        </p:txBody>
      </p:sp>
      <p:sp>
        <p:nvSpPr>
          <p:cNvPr id="28"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tr-TR" sz="2000" b="0" u="none" strike="noStrike">
                <a:solidFill>
                  <a:srgbClr val="000000"/>
                </a:solidFill>
                <a:effectLst/>
                <a:uFillTx/>
                <a:latin typeface="Arial"/>
              </a:rPr>
              <a:t>Notların biçimini düzenlemek için tıklayın</a:t>
            </a:r>
          </a:p>
        </p:txBody>
      </p:sp>
      <p:sp>
        <p:nvSpPr>
          <p:cNvPr id="29"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tr-TR" sz="1400" b="0" u="none" strike="noStrike">
                <a:solidFill>
                  <a:srgbClr val="000000"/>
                </a:solidFill>
                <a:effectLst/>
                <a:uFillTx/>
                <a:latin typeface="Times New Roman"/>
              </a:rPr>
              <a:t>&lt;header&gt;</a:t>
            </a:r>
          </a:p>
        </p:txBody>
      </p:sp>
      <p:sp>
        <p:nvSpPr>
          <p:cNvPr id="30" name="PlaceHolder 4"/>
          <p:cNvSpPr>
            <a:spLocks noGrp="1"/>
          </p:cNvSpPr>
          <p:nvPr>
            <p:ph type="dt" idx="19"/>
          </p:nvPr>
        </p:nvSpPr>
        <p:spPr>
          <a:xfrm>
            <a:off x="4278960" y="0"/>
            <a:ext cx="3280680" cy="534240"/>
          </a:xfrm>
          <a:prstGeom prst="rect">
            <a:avLst/>
          </a:prstGeom>
          <a:noFill/>
          <a:ln w="0">
            <a:noFill/>
          </a:ln>
        </p:spPr>
        <p:txBody>
          <a:bodyPr lIns="0" tIns="0" rIns="0" bIns="0" anchor="t">
            <a:noAutofit/>
          </a:bodyPr>
          <a:lstStyle>
            <a:lvl1pPr indent="0" algn="r">
              <a:buNone/>
              <a:defRPr lang="tr-TR" sz="1400" b="0" u="none" strike="noStrike">
                <a:solidFill>
                  <a:srgbClr val="000000"/>
                </a:solidFill>
                <a:effectLst/>
                <a:uFillTx/>
                <a:latin typeface="Times New Roman"/>
              </a:defRPr>
            </a:lvl1pPr>
          </a:lstStyle>
          <a:p>
            <a:pPr indent="0" algn="r">
              <a:buNone/>
            </a:pPr>
            <a:r>
              <a:rPr lang="tr-TR" sz="1400" b="0" u="none" strike="noStrike">
                <a:solidFill>
                  <a:srgbClr val="000000"/>
                </a:solidFill>
                <a:effectLst/>
                <a:uFillTx/>
                <a:latin typeface="Times New Roman"/>
              </a:rPr>
              <a:t>&lt;date/time&gt;</a:t>
            </a:r>
          </a:p>
        </p:txBody>
      </p:sp>
      <p:sp>
        <p:nvSpPr>
          <p:cNvPr id="31" name="PlaceHolder 5"/>
          <p:cNvSpPr>
            <a:spLocks noGrp="1"/>
          </p:cNvSpPr>
          <p:nvPr>
            <p:ph type="ftr" idx="20"/>
          </p:nvPr>
        </p:nvSpPr>
        <p:spPr>
          <a:xfrm>
            <a:off x="0" y="10157400"/>
            <a:ext cx="3280680" cy="534240"/>
          </a:xfrm>
          <a:prstGeom prst="rect">
            <a:avLst/>
          </a:prstGeom>
          <a:noFill/>
          <a:ln w="0">
            <a:noFill/>
          </a:ln>
        </p:spPr>
        <p:txBody>
          <a:bodyPr lIns="0" tIns="0" rIns="0" bIns="0" anchor="b">
            <a:noAutofit/>
          </a:bodyPr>
          <a:lstStyle>
            <a:lvl1pPr indent="0">
              <a:buNone/>
              <a:defRPr lang="tr-TR" sz="1400" b="0" u="none" strike="noStrike">
                <a:solidFill>
                  <a:srgbClr val="000000"/>
                </a:solidFill>
                <a:effectLst/>
                <a:uFillTx/>
                <a:latin typeface="Times New Roman"/>
              </a:defRPr>
            </a:lvl1pPr>
          </a:lstStyle>
          <a:p>
            <a:pPr indent="0">
              <a:buNone/>
            </a:pPr>
            <a:r>
              <a:rPr lang="tr-TR" sz="1400" b="0" u="none" strike="noStrike">
                <a:solidFill>
                  <a:srgbClr val="000000"/>
                </a:solidFill>
                <a:effectLst/>
                <a:uFillTx/>
                <a:latin typeface="Times New Roman"/>
              </a:rPr>
              <a:t>&lt;footer&gt;</a:t>
            </a:r>
          </a:p>
        </p:txBody>
      </p:sp>
      <p:sp>
        <p:nvSpPr>
          <p:cNvPr id="32" name="PlaceHolder 6"/>
          <p:cNvSpPr>
            <a:spLocks noGrp="1"/>
          </p:cNvSpPr>
          <p:nvPr>
            <p:ph type="sldNum" idx="21"/>
          </p:nvPr>
        </p:nvSpPr>
        <p:spPr>
          <a:xfrm>
            <a:off x="4278960" y="10157400"/>
            <a:ext cx="3280680" cy="534240"/>
          </a:xfrm>
          <a:prstGeom prst="rect">
            <a:avLst/>
          </a:prstGeom>
          <a:noFill/>
          <a:ln w="0">
            <a:noFill/>
          </a:ln>
        </p:spPr>
        <p:txBody>
          <a:bodyPr lIns="0" tIns="0" rIns="0" bIns="0" anchor="b">
            <a:noAutofit/>
          </a:bodyPr>
          <a:lstStyle>
            <a:lvl1pPr indent="0" algn="r">
              <a:buNone/>
              <a:defRPr lang="tr-TR" sz="1400" b="0" u="none" strike="noStrike">
                <a:solidFill>
                  <a:srgbClr val="000000"/>
                </a:solidFill>
                <a:effectLst/>
                <a:uFillTx/>
                <a:latin typeface="Times New Roman"/>
              </a:defRPr>
            </a:lvl1pPr>
          </a:lstStyle>
          <a:p>
            <a:pPr indent="0" algn="r">
              <a:buNone/>
            </a:pPr>
            <a:fld id="{EB42EBC0-DADA-4321-AA76-814F629F4E2E}" type="slidenum">
              <a:rPr lang="tr-TR" sz="1400" b="0" u="none" strike="noStrike">
                <a:solidFill>
                  <a:srgbClr val="000000"/>
                </a:solidFill>
                <a:effectLst/>
                <a:uFillTx/>
                <a:latin typeface="Times New Roman"/>
              </a:rPr>
              <a:t>‹#›</a:t>
            </a:fld>
            <a:endParaRPr lang="tr-TR"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8" name="PlaceHolder 1"/>
          <p:cNvSpPr>
            <a:spLocks noGrp="1" noRot="1" noChangeAspect="1"/>
          </p:cNvSpPr>
          <p:nvPr>
            <p:ph type="sldImg"/>
          </p:nvPr>
        </p:nvSpPr>
        <p:spPr>
          <a:xfrm>
            <a:off x="3543300" y="946150"/>
            <a:ext cx="3606800" cy="2551113"/>
          </a:xfrm>
          <a:prstGeom prst="rect">
            <a:avLst/>
          </a:prstGeom>
          <a:ln w="0">
            <a:noFill/>
          </a:ln>
        </p:spPr>
      </p:sp>
      <p:sp>
        <p:nvSpPr>
          <p:cNvPr id="729" name="PlaceHolder 2"/>
          <p:cNvSpPr>
            <a:spLocks noGrp="1"/>
          </p:cNvSpPr>
          <p:nvPr>
            <p:ph type="body"/>
          </p:nvPr>
        </p:nvSpPr>
        <p:spPr>
          <a:xfrm>
            <a:off x="1069920" y="3639960"/>
            <a:ext cx="8553240" cy="2977920"/>
          </a:xfrm>
          <a:prstGeom prst="rect">
            <a:avLst/>
          </a:prstGeom>
          <a:noFill/>
          <a:ln w="0">
            <a:noFill/>
          </a:ln>
        </p:spPr>
        <p:txBody>
          <a:bodyPr lIns="91440" tIns="45720" rIns="91440" bIns="45720" anchor="t">
            <a:noAutofit/>
          </a:bodyPr>
          <a:lstStyle/>
          <a:p>
            <a:pPr indent="0">
              <a:buNone/>
            </a:pPr>
            <a:endParaRPr lang="tr-TR" sz="1800" b="0" u="none" strike="noStrike">
              <a:solidFill>
                <a:srgbClr val="000000"/>
              </a:solidFill>
              <a:effectLst/>
              <a:uFillTx/>
              <a:latin typeface="Arial"/>
            </a:endParaRPr>
          </a:p>
        </p:txBody>
      </p:sp>
      <p:sp>
        <p:nvSpPr>
          <p:cNvPr id="730" name="PlaceHolder 3"/>
          <p:cNvSpPr>
            <a:spLocks noGrp="1"/>
          </p:cNvSpPr>
          <p:nvPr>
            <p:ph type="sldNum" idx="191"/>
          </p:nvPr>
        </p:nvSpPr>
        <p:spPr>
          <a:xfrm>
            <a:off x="6058080" y="7183440"/>
            <a:ext cx="4632120" cy="3790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4D021D3D-5B3D-4D3A-86E4-074A7DDE76A2}" type="slidenum">
              <a:rPr lang="tr-TR" sz="1200" b="0" u="none" strike="noStrike">
                <a:solidFill>
                  <a:srgbClr val="000000"/>
                </a:solidFill>
                <a:effectLst/>
                <a:uFillTx/>
                <a:latin typeface="Times New Roman"/>
              </a:rPr>
              <a:t>1</a:t>
            </a:fld>
            <a:endParaRPr lang="tr-TR"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1" name="PlaceHolder 1"/>
          <p:cNvSpPr>
            <a:spLocks noGrp="1" noRot="1" noChangeAspect="1"/>
          </p:cNvSpPr>
          <p:nvPr>
            <p:ph type="sldImg"/>
          </p:nvPr>
        </p:nvSpPr>
        <p:spPr>
          <a:xfrm>
            <a:off x="3543300" y="946150"/>
            <a:ext cx="3606800" cy="2551113"/>
          </a:xfrm>
          <a:prstGeom prst="rect">
            <a:avLst/>
          </a:prstGeom>
          <a:ln w="0">
            <a:noFill/>
          </a:ln>
        </p:spPr>
      </p:sp>
      <p:sp>
        <p:nvSpPr>
          <p:cNvPr id="732" name="PlaceHolder 2"/>
          <p:cNvSpPr>
            <a:spLocks noGrp="1"/>
          </p:cNvSpPr>
          <p:nvPr>
            <p:ph type="body"/>
          </p:nvPr>
        </p:nvSpPr>
        <p:spPr>
          <a:xfrm>
            <a:off x="1069920" y="3639960"/>
            <a:ext cx="8553240" cy="2977920"/>
          </a:xfrm>
          <a:prstGeom prst="rect">
            <a:avLst/>
          </a:prstGeom>
          <a:noFill/>
          <a:ln w="0">
            <a:noFill/>
          </a:ln>
        </p:spPr>
        <p:txBody>
          <a:bodyPr lIns="91440" tIns="45720" rIns="91440" bIns="45720" anchor="t">
            <a:noAutofit/>
          </a:bodyPr>
          <a:lstStyle/>
          <a:p>
            <a:pPr indent="0">
              <a:buNone/>
            </a:pPr>
            <a:endParaRPr lang="tr-TR" sz="1800" b="0" u="none" strike="noStrike">
              <a:solidFill>
                <a:srgbClr val="000000"/>
              </a:solidFill>
              <a:effectLst/>
              <a:uFillTx/>
              <a:latin typeface="Arial"/>
            </a:endParaRPr>
          </a:p>
        </p:txBody>
      </p:sp>
      <p:sp>
        <p:nvSpPr>
          <p:cNvPr id="733" name="PlaceHolder 3"/>
          <p:cNvSpPr>
            <a:spLocks noGrp="1"/>
          </p:cNvSpPr>
          <p:nvPr>
            <p:ph type="sldNum" idx="192"/>
          </p:nvPr>
        </p:nvSpPr>
        <p:spPr>
          <a:xfrm>
            <a:off x="6058080" y="7183440"/>
            <a:ext cx="4632120" cy="3790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ACA67F5A-529D-4998-B237-5CCC96F9180A}" type="slidenum">
              <a:rPr lang="tr-TR" sz="1200" b="0" u="none" strike="noStrike">
                <a:solidFill>
                  <a:srgbClr val="000000"/>
                </a:solidFill>
                <a:effectLst/>
                <a:uFillTx/>
                <a:latin typeface="Times New Roman"/>
              </a:rPr>
              <a:t>2</a:t>
            </a:fld>
            <a:endParaRPr lang="tr-TR"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4" name="PlaceHolder 1"/>
          <p:cNvSpPr>
            <a:spLocks noGrp="1" noRot="1" noChangeAspect="1"/>
          </p:cNvSpPr>
          <p:nvPr>
            <p:ph type="sldImg"/>
          </p:nvPr>
        </p:nvSpPr>
        <p:spPr>
          <a:xfrm>
            <a:off x="3543300" y="946150"/>
            <a:ext cx="3606800" cy="2551113"/>
          </a:xfrm>
          <a:prstGeom prst="rect">
            <a:avLst/>
          </a:prstGeom>
          <a:ln w="0">
            <a:noFill/>
          </a:ln>
        </p:spPr>
      </p:sp>
      <p:sp>
        <p:nvSpPr>
          <p:cNvPr id="735" name="PlaceHolder 2"/>
          <p:cNvSpPr>
            <a:spLocks noGrp="1"/>
          </p:cNvSpPr>
          <p:nvPr>
            <p:ph type="body"/>
          </p:nvPr>
        </p:nvSpPr>
        <p:spPr>
          <a:xfrm>
            <a:off x="1069920" y="3639960"/>
            <a:ext cx="8553240" cy="2977920"/>
          </a:xfrm>
          <a:prstGeom prst="rect">
            <a:avLst/>
          </a:prstGeom>
          <a:noFill/>
          <a:ln w="0">
            <a:noFill/>
          </a:ln>
        </p:spPr>
        <p:txBody>
          <a:bodyPr lIns="91440" tIns="45720" rIns="91440" bIns="45720" anchor="t">
            <a:noAutofit/>
          </a:bodyPr>
          <a:lstStyle/>
          <a:p>
            <a:pPr indent="0">
              <a:buNone/>
            </a:pPr>
            <a:endParaRPr lang="tr-TR" sz="1800" b="0" u="none" strike="noStrike">
              <a:solidFill>
                <a:srgbClr val="000000"/>
              </a:solidFill>
              <a:effectLst/>
              <a:uFillTx/>
              <a:latin typeface="Arial"/>
            </a:endParaRPr>
          </a:p>
        </p:txBody>
      </p:sp>
      <p:sp>
        <p:nvSpPr>
          <p:cNvPr id="736" name="PlaceHolder 3"/>
          <p:cNvSpPr>
            <a:spLocks noGrp="1"/>
          </p:cNvSpPr>
          <p:nvPr>
            <p:ph type="sldNum" idx="193"/>
          </p:nvPr>
        </p:nvSpPr>
        <p:spPr>
          <a:xfrm>
            <a:off x="6058080" y="7183440"/>
            <a:ext cx="4632120" cy="3790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D13243D6-2016-4F42-86FB-3DA6C6622E5F}" type="slidenum">
              <a:rPr lang="tr-TR" sz="1200" b="0" u="none" strike="noStrike">
                <a:solidFill>
                  <a:srgbClr val="000000"/>
                </a:solidFill>
                <a:effectLst/>
                <a:uFillTx/>
                <a:latin typeface="Times New Roman"/>
              </a:rPr>
              <a:t>3</a:t>
            </a:fld>
            <a:endParaRPr lang="tr-TR"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 name="PlaceHolder 1"/>
          <p:cNvSpPr>
            <a:spLocks noGrp="1" noRot="1" noChangeAspect="1"/>
          </p:cNvSpPr>
          <p:nvPr>
            <p:ph type="sldImg"/>
          </p:nvPr>
        </p:nvSpPr>
        <p:spPr>
          <a:xfrm>
            <a:off x="3543300" y="946150"/>
            <a:ext cx="3606800" cy="2551113"/>
          </a:xfrm>
          <a:prstGeom prst="rect">
            <a:avLst/>
          </a:prstGeom>
          <a:ln w="0">
            <a:noFill/>
          </a:ln>
        </p:spPr>
      </p:sp>
      <p:sp>
        <p:nvSpPr>
          <p:cNvPr id="738" name="PlaceHolder 2"/>
          <p:cNvSpPr>
            <a:spLocks noGrp="1"/>
          </p:cNvSpPr>
          <p:nvPr>
            <p:ph type="body"/>
          </p:nvPr>
        </p:nvSpPr>
        <p:spPr>
          <a:xfrm>
            <a:off x="1069920" y="3639960"/>
            <a:ext cx="8553240" cy="2977920"/>
          </a:xfrm>
          <a:prstGeom prst="rect">
            <a:avLst/>
          </a:prstGeom>
          <a:noFill/>
          <a:ln w="0">
            <a:noFill/>
          </a:ln>
        </p:spPr>
        <p:txBody>
          <a:bodyPr lIns="91440" tIns="45720" rIns="91440" bIns="45720" anchor="t">
            <a:noAutofit/>
          </a:bodyPr>
          <a:lstStyle/>
          <a:p>
            <a:pPr indent="0">
              <a:buNone/>
            </a:pPr>
            <a:endParaRPr lang="tr-TR" sz="1800" b="0" u="none" strike="noStrike" dirty="0">
              <a:solidFill>
                <a:srgbClr val="000000"/>
              </a:solidFill>
              <a:effectLst/>
              <a:uFillTx/>
              <a:latin typeface="Arial"/>
            </a:endParaRPr>
          </a:p>
        </p:txBody>
      </p:sp>
      <p:sp>
        <p:nvSpPr>
          <p:cNvPr id="739" name="PlaceHolder 3"/>
          <p:cNvSpPr>
            <a:spLocks noGrp="1"/>
          </p:cNvSpPr>
          <p:nvPr>
            <p:ph type="sldNum" idx="194"/>
          </p:nvPr>
        </p:nvSpPr>
        <p:spPr>
          <a:xfrm>
            <a:off x="6058080" y="7183440"/>
            <a:ext cx="4632120" cy="3790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72E24631-E9AC-4947-84D2-F55E0C1DCFE0}" type="slidenum">
              <a:rPr lang="tr-TR" sz="1200" b="0" u="none" strike="noStrike">
                <a:solidFill>
                  <a:srgbClr val="000000"/>
                </a:solidFill>
                <a:effectLst/>
                <a:uFillTx/>
                <a:latin typeface="Times New Roman"/>
              </a:rPr>
              <a:t>4</a:t>
            </a:fld>
            <a:endParaRPr lang="tr-TR"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0" name="PlaceHolder 1"/>
          <p:cNvSpPr>
            <a:spLocks noGrp="1" noRot="1" noChangeAspect="1"/>
          </p:cNvSpPr>
          <p:nvPr>
            <p:ph type="sldImg"/>
          </p:nvPr>
        </p:nvSpPr>
        <p:spPr>
          <a:xfrm>
            <a:off x="3543300" y="946150"/>
            <a:ext cx="3606800" cy="2551113"/>
          </a:xfrm>
          <a:prstGeom prst="rect">
            <a:avLst/>
          </a:prstGeom>
          <a:ln w="0">
            <a:noFill/>
          </a:ln>
        </p:spPr>
      </p:sp>
      <p:sp>
        <p:nvSpPr>
          <p:cNvPr id="741" name="PlaceHolder 2"/>
          <p:cNvSpPr>
            <a:spLocks noGrp="1"/>
          </p:cNvSpPr>
          <p:nvPr>
            <p:ph type="body"/>
          </p:nvPr>
        </p:nvSpPr>
        <p:spPr>
          <a:xfrm>
            <a:off x="1069920" y="3639960"/>
            <a:ext cx="8553240" cy="2977920"/>
          </a:xfrm>
          <a:prstGeom prst="rect">
            <a:avLst/>
          </a:prstGeom>
          <a:noFill/>
          <a:ln w="0">
            <a:noFill/>
          </a:ln>
        </p:spPr>
        <p:txBody>
          <a:bodyPr lIns="91440" tIns="45720" rIns="91440" bIns="45720" anchor="t">
            <a:noAutofit/>
          </a:bodyPr>
          <a:lstStyle/>
          <a:p>
            <a:pPr indent="0">
              <a:buNone/>
            </a:pPr>
            <a:endParaRPr lang="tr-TR" sz="1800" b="0" u="none" strike="noStrike">
              <a:solidFill>
                <a:srgbClr val="000000"/>
              </a:solidFill>
              <a:effectLst/>
              <a:uFillTx/>
              <a:latin typeface="Arial"/>
            </a:endParaRPr>
          </a:p>
        </p:txBody>
      </p:sp>
      <p:sp>
        <p:nvSpPr>
          <p:cNvPr id="742" name="PlaceHolder 3"/>
          <p:cNvSpPr>
            <a:spLocks noGrp="1"/>
          </p:cNvSpPr>
          <p:nvPr>
            <p:ph type="sldNum" idx="195"/>
          </p:nvPr>
        </p:nvSpPr>
        <p:spPr>
          <a:xfrm>
            <a:off x="6058080" y="7183440"/>
            <a:ext cx="4632120" cy="3790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35C34539-A505-45A9-8288-DFA65435A020}" type="slidenum">
              <a:rPr lang="tr-TR" sz="1200" b="0" u="none" strike="noStrike">
                <a:solidFill>
                  <a:srgbClr val="000000"/>
                </a:solidFill>
                <a:effectLst/>
                <a:uFillTx/>
                <a:latin typeface="Times New Roman"/>
              </a:rPr>
              <a:t>5</a:t>
            </a:fld>
            <a:endParaRPr lang="tr-TR" sz="12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3" name="PlaceHolder 1"/>
          <p:cNvSpPr>
            <a:spLocks noGrp="1" noRot="1" noChangeAspect="1"/>
          </p:cNvSpPr>
          <p:nvPr>
            <p:ph type="sldImg"/>
          </p:nvPr>
        </p:nvSpPr>
        <p:spPr>
          <a:xfrm>
            <a:off x="3543300" y="946150"/>
            <a:ext cx="3606800" cy="2551113"/>
          </a:xfrm>
          <a:prstGeom prst="rect">
            <a:avLst/>
          </a:prstGeom>
          <a:ln w="0">
            <a:noFill/>
          </a:ln>
        </p:spPr>
      </p:sp>
      <p:sp>
        <p:nvSpPr>
          <p:cNvPr id="744" name="PlaceHolder 2"/>
          <p:cNvSpPr>
            <a:spLocks noGrp="1"/>
          </p:cNvSpPr>
          <p:nvPr>
            <p:ph type="body"/>
          </p:nvPr>
        </p:nvSpPr>
        <p:spPr>
          <a:xfrm>
            <a:off x="1069920" y="3639960"/>
            <a:ext cx="8553240" cy="2977920"/>
          </a:xfrm>
          <a:prstGeom prst="rect">
            <a:avLst/>
          </a:prstGeom>
          <a:noFill/>
          <a:ln w="0">
            <a:noFill/>
          </a:ln>
        </p:spPr>
        <p:txBody>
          <a:bodyPr lIns="91440" tIns="45720" rIns="91440" bIns="45720" anchor="t">
            <a:noAutofit/>
          </a:bodyPr>
          <a:lstStyle/>
          <a:p>
            <a:pPr indent="0">
              <a:buNone/>
            </a:pPr>
            <a:endParaRPr lang="tr-TR" sz="1800" b="0" u="none" strike="noStrike">
              <a:solidFill>
                <a:srgbClr val="000000"/>
              </a:solidFill>
              <a:effectLst/>
              <a:uFillTx/>
              <a:latin typeface="Arial"/>
            </a:endParaRPr>
          </a:p>
        </p:txBody>
      </p:sp>
      <p:sp>
        <p:nvSpPr>
          <p:cNvPr id="745" name="PlaceHolder 3"/>
          <p:cNvSpPr>
            <a:spLocks noGrp="1"/>
          </p:cNvSpPr>
          <p:nvPr>
            <p:ph type="sldNum" idx="196"/>
          </p:nvPr>
        </p:nvSpPr>
        <p:spPr>
          <a:xfrm>
            <a:off x="6058080" y="7183440"/>
            <a:ext cx="4632120" cy="3790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C0C1D9F1-5BFF-4C11-B5F4-9489693D666C}" type="slidenum">
              <a:rPr lang="tr-TR" sz="1200" b="0" u="none" strike="noStrike">
                <a:solidFill>
                  <a:srgbClr val="000000"/>
                </a:solidFill>
                <a:effectLst/>
                <a:uFillTx/>
                <a:latin typeface="Times New Roman"/>
              </a:rPr>
              <a:t>6</a:t>
            </a:fld>
            <a:endParaRPr lang="tr-TR" sz="12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6" name="PlaceHolder 1"/>
          <p:cNvSpPr>
            <a:spLocks noGrp="1" noRot="1" noChangeAspect="1"/>
          </p:cNvSpPr>
          <p:nvPr>
            <p:ph type="sldImg"/>
          </p:nvPr>
        </p:nvSpPr>
        <p:spPr>
          <a:xfrm>
            <a:off x="3543300" y="946150"/>
            <a:ext cx="3606800" cy="2551113"/>
          </a:xfrm>
          <a:prstGeom prst="rect">
            <a:avLst/>
          </a:prstGeom>
          <a:ln w="0">
            <a:noFill/>
          </a:ln>
        </p:spPr>
      </p:sp>
      <p:sp>
        <p:nvSpPr>
          <p:cNvPr id="747" name="PlaceHolder 2"/>
          <p:cNvSpPr>
            <a:spLocks noGrp="1"/>
          </p:cNvSpPr>
          <p:nvPr>
            <p:ph type="body"/>
          </p:nvPr>
        </p:nvSpPr>
        <p:spPr>
          <a:xfrm>
            <a:off x="1069920" y="3639960"/>
            <a:ext cx="8553240" cy="2977920"/>
          </a:xfrm>
          <a:prstGeom prst="rect">
            <a:avLst/>
          </a:prstGeom>
          <a:noFill/>
          <a:ln w="0">
            <a:noFill/>
          </a:ln>
        </p:spPr>
        <p:txBody>
          <a:bodyPr lIns="91440" tIns="45720" rIns="91440" bIns="45720" anchor="t">
            <a:noAutofit/>
          </a:bodyPr>
          <a:lstStyle/>
          <a:p>
            <a:pPr indent="0">
              <a:buNone/>
            </a:pPr>
            <a:endParaRPr lang="tr-TR" sz="1800" b="0" u="none" strike="noStrike">
              <a:solidFill>
                <a:srgbClr val="000000"/>
              </a:solidFill>
              <a:effectLst/>
              <a:uFillTx/>
              <a:latin typeface="Arial"/>
            </a:endParaRPr>
          </a:p>
        </p:txBody>
      </p:sp>
      <p:sp>
        <p:nvSpPr>
          <p:cNvPr id="748" name="PlaceHolder 3"/>
          <p:cNvSpPr>
            <a:spLocks noGrp="1"/>
          </p:cNvSpPr>
          <p:nvPr>
            <p:ph type="sldNum" idx="197"/>
          </p:nvPr>
        </p:nvSpPr>
        <p:spPr>
          <a:xfrm>
            <a:off x="6058080" y="7183440"/>
            <a:ext cx="4632120" cy="3790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8E9FEC11-D641-4917-99B7-927E478AFFCB}" type="slidenum">
              <a:rPr lang="tr-TR" sz="1200" b="0" u="none" strike="noStrike">
                <a:solidFill>
                  <a:srgbClr val="000000"/>
                </a:solidFill>
                <a:effectLst/>
                <a:uFillTx/>
                <a:latin typeface="Times New Roman"/>
              </a:rPr>
              <a:t>7</a:t>
            </a:fld>
            <a:endParaRPr lang="tr-TR" sz="1200" b="0" u="none" strike="noStrike">
              <a:solidFill>
                <a:srgbClr val="000000"/>
              </a:solidFill>
              <a:effectLst/>
              <a:uFillTx/>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9" name="PlaceHolder 1"/>
          <p:cNvSpPr>
            <a:spLocks noGrp="1" noRot="1" noChangeAspect="1"/>
          </p:cNvSpPr>
          <p:nvPr>
            <p:ph type="sldImg"/>
          </p:nvPr>
        </p:nvSpPr>
        <p:spPr>
          <a:xfrm>
            <a:off x="3543300" y="946150"/>
            <a:ext cx="3606800" cy="2551113"/>
          </a:xfrm>
          <a:prstGeom prst="rect">
            <a:avLst/>
          </a:prstGeom>
          <a:ln w="0">
            <a:noFill/>
          </a:ln>
        </p:spPr>
      </p:sp>
      <p:sp>
        <p:nvSpPr>
          <p:cNvPr id="750" name="PlaceHolder 2"/>
          <p:cNvSpPr>
            <a:spLocks noGrp="1"/>
          </p:cNvSpPr>
          <p:nvPr>
            <p:ph type="body"/>
          </p:nvPr>
        </p:nvSpPr>
        <p:spPr>
          <a:xfrm>
            <a:off x="1069920" y="3639960"/>
            <a:ext cx="8553240" cy="2977920"/>
          </a:xfrm>
          <a:prstGeom prst="rect">
            <a:avLst/>
          </a:prstGeom>
          <a:noFill/>
          <a:ln w="0">
            <a:noFill/>
          </a:ln>
        </p:spPr>
        <p:txBody>
          <a:bodyPr lIns="91440" tIns="45720" rIns="91440" bIns="45720" anchor="t">
            <a:noAutofit/>
          </a:bodyPr>
          <a:lstStyle/>
          <a:p>
            <a:pPr indent="0">
              <a:buNone/>
            </a:pPr>
            <a:endParaRPr lang="tr-TR" sz="1800" b="0" u="none" strike="noStrike">
              <a:solidFill>
                <a:srgbClr val="000000"/>
              </a:solidFill>
              <a:effectLst/>
              <a:uFillTx/>
              <a:latin typeface="Arial"/>
            </a:endParaRPr>
          </a:p>
        </p:txBody>
      </p:sp>
      <p:sp>
        <p:nvSpPr>
          <p:cNvPr id="751" name="PlaceHolder 3"/>
          <p:cNvSpPr>
            <a:spLocks noGrp="1"/>
          </p:cNvSpPr>
          <p:nvPr>
            <p:ph type="sldNum" idx="198"/>
          </p:nvPr>
        </p:nvSpPr>
        <p:spPr>
          <a:xfrm>
            <a:off x="6058080" y="7183440"/>
            <a:ext cx="4632120" cy="3790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4E4DADEF-8738-4DF1-B401-18BD4E8A085C}" type="slidenum">
              <a:rPr lang="tr-TR" sz="1200" b="0" u="none" strike="noStrike">
                <a:solidFill>
                  <a:srgbClr val="000000"/>
                </a:solidFill>
                <a:effectLst/>
                <a:uFillTx/>
                <a:latin typeface="Times New Roman"/>
              </a:rPr>
              <a:t>8</a:t>
            </a:fld>
            <a:endParaRPr lang="tr-TR" sz="1200" b="0" u="none" strike="noStrike">
              <a:solidFill>
                <a:srgbClr val="000000"/>
              </a:solidFill>
              <a:effectLst/>
              <a:uFillTx/>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812800"/>
            <a:ext cx="0" cy="0"/>
          </a:xfrm>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980D787-957A-4C91-9FA2-965885DFC9A9}" type="slidenum">
              <a:rPr kumimoji="0" lang="tr-TR"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tr-TR"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3276569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812800"/>
            <a:ext cx="0" cy="0"/>
          </a:xfrm>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980D787-957A-4C91-9FA2-965885DFC9A9}" type="slidenum">
              <a:rPr kumimoji="0" lang="tr-TR"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tr-TR"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792755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5" name="PlaceHolder 1"/>
          <p:cNvSpPr>
            <a:spLocks noGrp="1" noRot="1" noChangeAspect="1"/>
          </p:cNvSpPr>
          <p:nvPr>
            <p:ph type="sldImg"/>
          </p:nvPr>
        </p:nvSpPr>
        <p:spPr>
          <a:xfrm>
            <a:off x="3543300" y="946150"/>
            <a:ext cx="3606800" cy="2551113"/>
          </a:xfrm>
          <a:prstGeom prst="rect">
            <a:avLst/>
          </a:prstGeom>
          <a:ln w="0">
            <a:noFill/>
          </a:ln>
        </p:spPr>
      </p:sp>
      <p:sp>
        <p:nvSpPr>
          <p:cNvPr id="756" name="PlaceHolder 2"/>
          <p:cNvSpPr>
            <a:spLocks noGrp="1"/>
          </p:cNvSpPr>
          <p:nvPr>
            <p:ph type="body"/>
          </p:nvPr>
        </p:nvSpPr>
        <p:spPr>
          <a:xfrm>
            <a:off x="1069920" y="3639960"/>
            <a:ext cx="8553240" cy="2977920"/>
          </a:xfrm>
          <a:prstGeom prst="rect">
            <a:avLst/>
          </a:prstGeom>
          <a:noFill/>
          <a:ln w="0">
            <a:noFill/>
          </a:ln>
        </p:spPr>
        <p:txBody>
          <a:bodyPr lIns="91440" tIns="45720" rIns="91440" bIns="45720" anchor="t">
            <a:noAutofit/>
          </a:bodyPr>
          <a:lstStyle/>
          <a:p>
            <a:pPr indent="0">
              <a:buNone/>
            </a:pPr>
            <a:endParaRPr lang="tr-TR" sz="1800" b="0" u="none" strike="noStrike">
              <a:solidFill>
                <a:srgbClr val="000000"/>
              </a:solidFill>
              <a:effectLst/>
              <a:uFillTx/>
              <a:latin typeface="Arial"/>
            </a:endParaRPr>
          </a:p>
        </p:txBody>
      </p:sp>
      <p:sp>
        <p:nvSpPr>
          <p:cNvPr id="757" name="PlaceHolder 3"/>
          <p:cNvSpPr>
            <a:spLocks noGrp="1"/>
          </p:cNvSpPr>
          <p:nvPr>
            <p:ph type="sldNum" idx="200"/>
          </p:nvPr>
        </p:nvSpPr>
        <p:spPr>
          <a:xfrm>
            <a:off x="6058080" y="7183440"/>
            <a:ext cx="4632120" cy="3790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89C6394D-C997-4B41-8883-9E1D77F7B5D2}" type="slidenum">
              <a:rPr lang="tr-TR" sz="1200" b="0" u="none" strike="noStrike">
                <a:solidFill>
                  <a:srgbClr val="000000"/>
                </a:solidFill>
                <a:effectLst/>
                <a:uFillTx/>
                <a:latin typeface="Times New Roman"/>
              </a:rPr>
              <a:t>11</a:t>
            </a:fld>
            <a:endParaRPr lang="tr-TR" sz="1200" b="0" u="none" strike="noStrike">
              <a:solidFill>
                <a:srgbClr val="000000"/>
              </a:solidFill>
              <a:effectLst/>
              <a:uFillTx/>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8" name="PlaceHolder 1"/>
          <p:cNvSpPr>
            <a:spLocks noGrp="1" noRot="1" noChangeAspect="1"/>
          </p:cNvSpPr>
          <p:nvPr>
            <p:ph type="sldImg"/>
          </p:nvPr>
        </p:nvSpPr>
        <p:spPr>
          <a:xfrm>
            <a:off x="3543300" y="946150"/>
            <a:ext cx="3606800" cy="2551113"/>
          </a:xfrm>
          <a:prstGeom prst="rect">
            <a:avLst/>
          </a:prstGeom>
          <a:ln w="0">
            <a:noFill/>
          </a:ln>
        </p:spPr>
      </p:sp>
      <p:sp>
        <p:nvSpPr>
          <p:cNvPr id="759" name="PlaceHolder 2"/>
          <p:cNvSpPr>
            <a:spLocks noGrp="1"/>
          </p:cNvSpPr>
          <p:nvPr>
            <p:ph type="body"/>
          </p:nvPr>
        </p:nvSpPr>
        <p:spPr>
          <a:xfrm>
            <a:off x="1069920" y="3639960"/>
            <a:ext cx="8553240" cy="2977920"/>
          </a:xfrm>
          <a:prstGeom prst="rect">
            <a:avLst/>
          </a:prstGeom>
          <a:noFill/>
          <a:ln w="0">
            <a:noFill/>
          </a:ln>
        </p:spPr>
        <p:txBody>
          <a:bodyPr lIns="91440" tIns="45720" rIns="91440" bIns="45720" anchor="t">
            <a:noAutofit/>
          </a:bodyPr>
          <a:lstStyle/>
          <a:p>
            <a:pPr indent="0">
              <a:buNone/>
            </a:pPr>
            <a:endParaRPr lang="tr-TR" sz="1800" b="0" u="none" strike="noStrike">
              <a:solidFill>
                <a:srgbClr val="000000"/>
              </a:solidFill>
              <a:effectLst/>
              <a:uFillTx/>
              <a:latin typeface="Arial"/>
            </a:endParaRPr>
          </a:p>
        </p:txBody>
      </p:sp>
      <p:sp>
        <p:nvSpPr>
          <p:cNvPr id="760" name="PlaceHolder 3"/>
          <p:cNvSpPr>
            <a:spLocks noGrp="1"/>
          </p:cNvSpPr>
          <p:nvPr>
            <p:ph type="sldNum" idx="201"/>
          </p:nvPr>
        </p:nvSpPr>
        <p:spPr>
          <a:xfrm>
            <a:off x="6058080" y="7183440"/>
            <a:ext cx="4632120" cy="3790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7ED0915C-6D22-40D7-8CB8-E2467063E828}" type="slidenum">
              <a:rPr lang="tr-TR" sz="1200" b="0" u="none" strike="noStrike">
                <a:solidFill>
                  <a:srgbClr val="000000"/>
                </a:solidFill>
                <a:effectLst/>
                <a:uFillTx/>
                <a:latin typeface="Times New Roman"/>
              </a:rPr>
              <a:t>12</a:t>
            </a:fld>
            <a:endParaRPr lang="tr-TR" sz="1200" b="0" u="none" strike="noStrike">
              <a:solidFill>
                <a:srgbClr val="000000"/>
              </a:solidFill>
              <a:effectLst/>
              <a:uFillTx/>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1" name="PlaceHolder 1"/>
          <p:cNvSpPr>
            <a:spLocks noGrp="1" noRot="1" noChangeAspect="1"/>
          </p:cNvSpPr>
          <p:nvPr>
            <p:ph type="sldImg"/>
          </p:nvPr>
        </p:nvSpPr>
        <p:spPr>
          <a:xfrm>
            <a:off x="3543300" y="946150"/>
            <a:ext cx="3606800" cy="2551113"/>
          </a:xfrm>
          <a:prstGeom prst="rect">
            <a:avLst/>
          </a:prstGeom>
          <a:ln w="0">
            <a:noFill/>
          </a:ln>
        </p:spPr>
      </p:sp>
      <p:sp>
        <p:nvSpPr>
          <p:cNvPr id="762" name="PlaceHolder 2"/>
          <p:cNvSpPr>
            <a:spLocks noGrp="1"/>
          </p:cNvSpPr>
          <p:nvPr>
            <p:ph type="body"/>
          </p:nvPr>
        </p:nvSpPr>
        <p:spPr>
          <a:xfrm>
            <a:off x="1069920" y="3639960"/>
            <a:ext cx="8553240" cy="2977920"/>
          </a:xfrm>
          <a:prstGeom prst="rect">
            <a:avLst/>
          </a:prstGeom>
          <a:noFill/>
          <a:ln w="0">
            <a:noFill/>
          </a:ln>
        </p:spPr>
        <p:txBody>
          <a:bodyPr lIns="91440" tIns="45720" rIns="91440" bIns="45720" anchor="t">
            <a:noAutofit/>
          </a:bodyPr>
          <a:lstStyle/>
          <a:p>
            <a:pPr indent="0">
              <a:buNone/>
            </a:pPr>
            <a:endParaRPr lang="tr-TR" sz="1800" b="0" u="none" strike="noStrike">
              <a:solidFill>
                <a:srgbClr val="000000"/>
              </a:solidFill>
              <a:effectLst/>
              <a:uFillTx/>
              <a:latin typeface="Arial"/>
            </a:endParaRPr>
          </a:p>
        </p:txBody>
      </p:sp>
      <p:sp>
        <p:nvSpPr>
          <p:cNvPr id="763" name="PlaceHolder 3"/>
          <p:cNvSpPr>
            <a:spLocks noGrp="1"/>
          </p:cNvSpPr>
          <p:nvPr>
            <p:ph type="sldNum" idx="202"/>
          </p:nvPr>
        </p:nvSpPr>
        <p:spPr>
          <a:xfrm>
            <a:off x="6058080" y="7183440"/>
            <a:ext cx="4632120" cy="3790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00F143F4-5AC3-497F-A1F0-3241DE4FE339}" type="slidenum">
              <a:rPr lang="tr-TR" sz="1200" b="0" u="none" strike="noStrike">
                <a:solidFill>
                  <a:srgbClr val="000000"/>
                </a:solidFill>
                <a:effectLst/>
                <a:uFillTx/>
                <a:latin typeface="Times New Roman"/>
              </a:rPr>
              <a:t>13</a:t>
            </a:fld>
            <a:endParaRPr lang="tr-TR" sz="1200" b="0" u="none" strike="noStrike">
              <a:solidFill>
                <a:srgbClr val="000000"/>
              </a:solidFill>
              <a:effectLst/>
              <a:uFillTx/>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4" name="PlaceHolder 1"/>
          <p:cNvSpPr>
            <a:spLocks noGrp="1" noRot="1" noChangeAspect="1"/>
          </p:cNvSpPr>
          <p:nvPr>
            <p:ph type="sldImg"/>
          </p:nvPr>
        </p:nvSpPr>
        <p:spPr>
          <a:xfrm>
            <a:off x="3543300" y="946150"/>
            <a:ext cx="3606800" cy="2551113"/>
          </a:xfrm>
          <a:prstGeom prst="rect">
            <a:avLst/>
          </a:prstGeom>
          <a:ln w="0">
            <a:noFill/>
          </a:ln>
        </p:spPr>
      </p:sp>
      <p:sp>
        <p:nvSpPr>
          <p:cNvPr id="765" name="PlaceHolder 2"/>
          <p:cNvSpPr>
            <a:spLocks noGrp="1"/>
          </p:cNvSpPr>
          <p:nvPr>
            <p:ph type="body"/>
          </p:nvPr>
        </p:nvSpPr>
        <p:spPr>
          <a:xfrm>
            <a:off x="1069920" y="3639960"/>
            <a:ext cx="8553240" cy="2977920"/>
          </a:xfrm>
          <a:prstGeom prst="rect">
            <a:avLst/>
          </a:prstGeom>
          <a:noFill/>
          <a:ln w="0">
            <a:noFill/>
          </a:ln>
        </p:spPr>
        <p:txBody>
          <a:bodyPr lIns="91440" tIns="45720" rIns="91440" bIns="45720" anchor="t">
            <a:noAutofit/>
          </a:bodyPr>
          <a:lstStyle/>
          <a:p>
            <a:pPr indent="0">
              <a:buNone/>
            </a:pPr>
            <a:endParaRPr lang="tr-TR" sz="1800" b="0" u="none" strike="noStrike">
              <a:solidFill>
                <a:srgbClr val="000000"/>
              </a:solidFill>
              <a:effectLst/>
              <a:uFillTx/>
              <a:latin typeface="Arial"/>
            </a:endParaRPr>
          </a:p>
        </p:txBody>
      </p:sp>
      <p:sp>
        <p:nvSpPr>
          <p:cNvPr id="766" name="PlaceHolder 3"/>
          <p:cNvSpPr>
            <a:spLocks noGrp="1"/>
          </p:cNvSpPr>
          <p:nvPr>
            <p:ph type="sldNum" idx="203"/>
          </p:nvPr>
        </p:nvSpPr>
        <p:spPr>
          <a:xfrm>
            <a:off x="6058080" y="7183440"/>
            <a:ext cx="4632120" cy="3790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5DB4A8F8-2D53-4BC1-B505-E425B04F3355}" type="slidenum">
              <a:rPr lang="tr-TR" sz="1200" b="0" u="none" strike="noStrike">
                <a:solidFill>
                  <a:srgbClr val="000000"/>
                </a:solidFill>
                <a:effectLst/>
                <a:uFillTx/>
                <a:latin typeface="Times New Roman"/>
              </a:rPr>
              <a:t>14</a:t>
            </a:fld>
            <a:endParaRPr lang="tr-TR" sz="1200" b="0" u="none" strike="noStrike">
              <a:solidFill>
                <a:srgbClr val="000000"/>
              </a:solidFill>
              <a:effectLst/>
              <a:uFillTx/>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7" name="PlaceHolder 1"/>
          <p:cNvSpPr>
            <a:spLocks noGrp="1" noRot="1" noChangeAspect="1"/>
          </p:cNvSpPr>
          <p:nvPr>
            <p:ph type="sldImg"/>
          </p:nvPr>
        </p:nvSpPr>
        <p:spPr>
          <a:xfrm>
            <a:off x="3543300" y="946150"/>
            <a:ext cx="3606800" cy="2551113"/>
          </a:xfrm>
          <a:prstGeom prst="rect">
            <a:avLst/>
          </a:prstGeom>
          <a:ln w="0">
            <a:noFill/>
          </a:ln>
        </p:spPr>
      </p:sp>
      <p:sp>
        <p:nvSpPr>
          <p:cNvPr id="768" name="PlaceHolder 2"/>
          <p:cNvSpPr>
            <a:spLocks noGrp="1"/>
          </p:cNvSpPr>
          <p:nvPr>
            <p:ph type="body"/>
          </p:nvPr>
        </p:nvSpPr>
        <p:spPr>
          <a:xfrm>
            <a:off x="1069920" y="3639960"/>
            <a:ext cx="8553240" cy="2977920"/>
          </a:xfrm>
          <a:prstGeom prst="rect">
            <a:avLst/>
          </a:prstGeom>
          <a:noFill/>
          <a:ln w="0">
            <a:noFill/>
          </a:ln>
        </p:spPr>
        <p:txBody>
          <a:bodyPr lIns="91440" tIns="45720" rIns="91440" bIns="45720" anchor="t">
            <a:noAutofit/>
          </a:bodyPr>
          <a:lstStyle/>
          <a:p>
            <a:pPr indent="0">
              <a:buNone/>
            </a:pPr>
            <a:endParaRPr lang="tr-TR" sz="1800" b="0" u="none" strike="noStrike">
              <a:solidFill>
                <a:srgbClr val="000000"/>
              </a:solidFill>
              <a:effectLst/>
              <a:uFillTx/>
              <a:latin typeface="Arial"/>
            </a:endParaRPr>
          </a:p>
        </p:txBody>
      </p:sp>
      <p:sp>
        <p:nvSpPr>
          <p:cNvPr id="769" name="PlaceHolder 3"/>
          <p:cNvSpPr>
            <a:spLocks noGrp="1"/>
          </p:cNvSpPr>
          <p:nvPr>
            <p:ph type="sldNum" idx="204"/>
          </p:nvPr>
        </p:nvSpPr>
        <p:spPr>
          <a:xfrm>
            <a:off x="6058080" y="7183440"/>
            <a:ext cx="4632120" cy="3790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B4904C14-5E89-452E-913C-4F7E24BF4F51}" type="slidenum">
              <a:rPr lang="tr-TR" sz="1200" b="0" u="none" strike="noStrike">
                <a:solidFill>
                  <a:srgbClr val="000000"/>
                </a:solidFill>
                <a:effectLst/>
                <a:uFillTx/>
                <a:latin typeface="Times New Roman"/>
              </a:rPr>
              <a:t>15</a:t>
            </a:fld>
            <a:endParaRPr lang="tr-TR" sz="1200" b="0" u="none" strike="noStrike">
              <a:solidFill>
                <a:srgbClr val="000000"/>
              </a:solidFill>
              <a:effectLst/>
              <a:uFillTx/>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0" name="PlaceHolder 1"/>
          <p:cNvSpPr>
            <a:spLocks noGrp="1" noRot="1" noChangeAspect="1"/>
          </p:cNvSpPr>
          <p:nvPr>
            <p:ph type="sldImg"/>
          </p:nvPr>
        </p:nvSpPr>
        <p:spPr>
          <a:xfrm>
            <a:off x="3543300" y="946150"/>
            <a:ext cx="3606800" cy="2551113"/>
          </a:xfrm>
          <a:prstGeom prst="rect">
            <a:avLst/>
          </a:prstGeom>
          <a:ln w="0">
            <a:noFill/>
          </a:ln>
        </p:spPr>
      </p:sp>
      <p:sp>
        <p:nvSpPr>
          <p:cNvPr id="771" name="PlaceHolder 2"/>
          <p:cNvSpPr>
            <a:spLocks noGrp="1"/>
          </p:cNvSpPr>
          <p:nvPr>
            <p:ph type="body"/>
          </p:nvPr>
        </p:nvSpPr>
        <p:spPr>
          <a:xfrm>
            <a:off x="1069920" y="3639960"/>
            <a:ext cx="8553240" cy="2977920"/>
          </a:xfrm>
          <a:prstGeom prst="rect">
            <a:avLst/>
          </a:prstGeom>
          <a:noFill/>
          <a:ln w="0">
            <a:noFill/>
          </a:ln>
        </p:spPr>
        <p:txBody>
          <a:bodyPr lIns="91440" tIns="45720" rIns="91440" bIns="45720" anchor="t">
            <a:noAutofit/>
          </a:bodyPr>
          <a:lstStyle/>
          <a:p>
            <a:pPr indent="0">
              <a:buNone/>
            </a:pPr>
            <a:endParaRPr lang="tr-TR" sz="1800" b="0" u="none" strike="noStrike">
              <a:solidFill>
                <a:srgbClr val="000000"/>
              </a:solidFill>
              <a:effectLst/>
              <a:uFillTx/>
              <a:latin typeface="Arial"/>
            </a:endParaRPr>
          </a:p>
        </p:txBody>
      </p:sp>
      <p:sp>
        <p:nvSpPr>
          <p:cNvPr id="772" name="PlaceHolder 3"/>
          <p:cNvSpPr>
            <a:spLocks noGrp="1"/>
          </p:cNvSpPr>
          <p:nvPr>
            <p:ph type="sldNum" idx="205"/>
          </p:nvPr>
        </p:nvSpPr>
        <p:spPr>
          <a:xfrm>
            <a:off x="6058080" y="7183440"/>
            <a:ext cx="4632120" cy="3790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081DFA4B-8838-47D7-A0EC-2BECC42BCE32}" type="slidenum">
              <a:rPr lang="tr-TR" sz="1200" b="0" u="none" strike="noStrike">
                <a:solidFill>
                  <a:srgbClr val="000000"/>
                </a:solidFill>
                <a:effectLst/>
                <a:uFillTx/>
                <a:latin typeface="Times New Roman"/>
              </a:rPr>
              <a:t>16</a:t>
            </a:fld>
            <a:endParaRPr lang="tr-TR" sz="1200" b="0" u="none" strike="noStrike">
              <a:solidFill>
                <a:srgbClr val="000000"/>
              </a:solidFill>
              <a:effectLst/>
              <a:uFillTx/>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3" name="PlaceHolder 1"/>
          <p:cNvSpPr>
            <a:spLocks noGrp="1" noRot="1" noChangeAspect="1"/>
          </p:cNvSpPr>
          <p:nvPr>
            <p:ph type="sldImg"/>
          </p:nvPr>
        </p:nvSpPr>
        <p:spPr>
          <a:xfrm>
            <a:off x="3543300" y="946150"/>
            <a:ext cx="3606800" cy="2551113"/>
          </a:xfrm>
          <a:prstGeom prst="rect">
            <a:avLst/>
          </a:prstGeom>
          <a:ln w="0">
            <a:noFill/>
          </a:ln>
        </p:spPr>
      </p:sp>
      <p:sp>
        <p:nvSpPr>
          <p:cNvPr id="774" name="PlaceHolder 2"/>
          <p:cNvSpPr>
            <a:spLocks noGrp="1"/>
          </p:cNvSpPr>
          <p:nvPr>
            <p:ph type="body"/>
          </p:nvPr>
        </p:nvSpPr>
        <p:spPr>
          <a:xfrm>
            <a:off x="1069920" y="3639960"/>
            <a:ext cx="8553240" cy="2977920"/>
          </a:xfrm>
          <a:prstGeom prst="rect">
            <a:avLst/>
          </a:prstGeom>
          <a:noFill/>
          <a:ln w="0">
            <a:noFill/>
          </a:ln>
        </p:spPr>
        <p:txBody>
          <a:bodyPr lIns="91440" tIns="45720" rIns="91440" bIns="45720" anchor="t">
            <a:noAutofit/>
          </a:bodyPr>
          <a:lstStyle/>
          <a:p>
            <a:pPr indent="0">
              <a:buNone/>
            </a:pPr>
            <a:endParaRPr lang="tr-TR" sz="1800" b="0" u="none" strike="noStrike">
              <a:solidFill>
                <a:srgbClr val="000000"/>
              </a:solidFill>
              <a:effectLst/>
              <a:uFillTx/>
              <a:latin typeface="Arial"/>
            </a:endParaRPr>
          </a:p>
        </p:txBody>
      </p:sp>
      <p:sp>
        <p:nvSpPr>
          <p:cNvPr id="775" name="PlaceHolder 3"/>
          <p:cNvSpPr>
            <a:spLocks noGrp="1"/>
          </p:cNvSpPr>
          <p:nvPr>
            <p:ph type="sldNum" idx="206"/>
          </p:nvPr>
        </p:nvSpPr>
        <p:spPr>
          <a:xfrm>
            <a:off x="6058080" y="7183440"/>
            <a:ext cx="4632120" cy="3790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AFF1F26B-58A8-43DD-850D-F9AB328063C1}" type="slidenum">
              <a:rPr lang="tr-TR" sz="1200" b="0" u="none" strike="noStrike">
                <a:solidFill>
                  <a:srgbClr val="000000"/>
                </a:solidFill>
                <a:effectLst/>
                <a:uFillTx/>
                <a:latin typeface="Times New Roman"/>
              </a:rPr>
              <a:t>17</a:t>
            </a:fld>
            <a:endParaRPr lang="tr-TR" sz="1200" b="0" u="none" strike="noStrike">
              <a:solidFill>
                <a:srgbClr val="000000"/>
              </a:solidFill>
              <a:effectLst/>
              <a:uFillTx/>
              <a:latin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6" name="PlaceHolder 1"/>
          <p:cNvSpPr>
            <a:spLocks noGrp="1" noRot="1" noChangeAspect="1"/>
          </p:cNvSpPr>
          <p:nvPr>
            <p:ph type="sldImg"/>
          </p:nvPr>
        </p:nvSpPr>
        <p:spPr>
          <a:xfrm>
            <a:off x="3543300" y="946150"/>
            <a:ext cx="3606800" cy="2551113"/>
          </a:xfrm>
          <a:prstGeom prst="rect">
            <a:avLst/>
          </a:prstGeom>
          <a:ln w="0">
            <a:noFill/>
          </a:ln>
        </p:spPr>
      </p:sp>
      <p:sp>
        <p:nvSpPr>
          <p:cNvPr id="777" name="PlaceHolder 2"/>
          <p:cNvSpPr>
            <a:spLocks noGrp="1"/>
          </p:cNvSpPr>
          <p:nvPr>
            <p:ph type="body"/>
          </p:nvPr>
        </p:nvSpPr>
        <p:spPr>
          <a:xfrm>
            <a:off x="1069920" y="3639960"/>
            <a:ext cx="8553240" cy="2977920"/>
          </a:xfrm>
          <a:prstGeom prst="rect">
            <a:avLst/>
          </a:prstGeom>
          <a:noFill/>
          <a:ln w="0">
            <a:noFill/>
          </a:ln>
        </p:spPr>
        <p:txBody>
          <a:bodyPr lIns="91440" tIns="45720" rIns="91440" bIns="45720" anchor="t">
            <a:noAutofit/>
          </a:bodyPr>
          <a:lstStyle/>
          <a:p>
            <a:pPr indent="0">
              <a:buNone/>
            </a:pPr>
            <a:endParaRPr lang="tr-TR" sz="1800" b="0" u="none" strike="noStrike">
              <a:solidFill>
                <a:srgbClr val="000000"/>
              </a:solidFill>
              <a:effectLst/>
              <a:uFillTx/>
              <a:latin typeface="Arial"/>
            </a:endParaRPr>
          </a:p>
        </p:txBody>
      </p:sp>
      <p:sp>
        <p:nvSpPr>
          <p:cNvPr id="778" name="PlaceHolder 3"/>
          <p:cNvSpPr>
            <a:spLocks noGrp="1"/>
          </p:cNvSpPr>
          <p:nvPr>
            <p:ph type="sldNum" idx="207"/>
          </p:nvPr>
        </p:nvSpPr>
        <p:spPr>
          <a:xfrm>
            <a:off x="6058080" y="7183440"/>
            <a:ext cx="4632120" cy="3790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41F6EF40-6A37-4DE3-8823-841CE6D4576E}" type="slidenum">
              <a:rPr lang="tr-TR" sz="1200" b="0" u="none" strike="noStrike">
                <a:solidFill>
                  <a:srgbClr val="000000"/>
                </a:solidFill>
                <a:effectLst/>
                <a:uFillTx/>
                <a:latin typeface="Times New Roman"/>
              </a:rPr>
              <a:t>18</a:t>
            </a:fld>
            <a:endParaRPr lang="tr-TR" sz="1200" b="0" u="none" strike="noStrike">
              <a:solidFill>
                <a:srgbClr val="000000"/>
              </a:solidFill>
              <a:effectLst/>
              <a:uFillTx/>
              <a:latin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9" name="PlaceHolder 1"/>
          <p:cNvSpPr>
            <a:spLocks noGrp="1" noRot="1" noChangeAspect="1"/>
          </p:cNvSpPr>
          <p:nvPr>
            <p:ph type="sldImg"/>
          </p:nvPr>
        </p:nvSpPr>
        <p:spPr>
          <a:xfrm>
            <a:off x="3543300" y="946150"/>
            <a:ext cx="3606800" cy="2551113"/>
          </a:xfrm>
          <a:prstGeom prst="rect">
            <a:avLst/>
          </a:prstGeom>
          <a:ln w="0">
            <a:noFill/>
          </a:ln>
        </p:spPr>
      </p:sp>
      <p:sp>
        <p:nvSpPr>
          <p:cNvPr id="780" name="PlaceHolder 2"/>
          <p:cNvSpPr>
            <a:spLocks noGrp="1"/>
          </p:cNvSpPr>
          <p:nvPr>
            <p:ph type="body"/>
          </p:nvPr>
        </p:nvSpPr>
        <p:spPr>
          <a:xfrm>
            <a:off x="1069920" y="3639960"/>
            <a:ext cx="8553240" cy="2977920"/>
          </a:xfrm>
          <a:prstGeom prst="rect">
            <a:avLst/>
          </a:prstGeom>
          <a:noFill/>
          <a:ln w="0">
            <a:noFill/>
          </a:ln>
        </p:spPr>
        <p:txBody>
          <a:bodyPr lIns="91440" tIns="45720" rIns="91440" bIns="45720" anchor="t">
            <a:noAutofit/>
          </a:bodyPr>
          <a:lstStyle/>
          <a:p>
            <a:pPr indent="0">
              <a:buNone/>
            </a:pPr>
            <a:endParaRPr lang="tr-TR" sz="1800" b="0" u="none" strike="noStrike">
              <a:solidFill>
                <a:srgbClr val="000000"/>
              </a:solidFill>
              <a:effectLst/>
              <a:uFillTx/>
              <a:latin typeface="Arial"/>
            </a:endParaRPr>
          </a:p>
        </p:txBody>
      </p:sp>
      <p:sp>
        <p:nvSpPr>
          <p:cNvPr id="781" name="PlaceHolder 3"/>
          <p:cNvSpPr>
            <a:spLocks noGrp="1"/>
          </p:cNvSpPr>
          <p:nvPr>
            <p:ph type="sldNum" idx="208"/>
          </p:nvPr>
        </p:nvSpPr>
        <p:spPr>
          <a:xfrm>
            <a:off x="6058080" y="7183440"/>
            <a:ext cx="4632120" cy="3790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73D8ABCF-77C6-4D24-945A-C7931A0AB40C}" type="slidenum">
              <a:rPr lang="tr-TR" sz="1200" b="0" u="none" strike="noStrike">
                <a:solidFill>
                  <a:srgbClr val="000000"/>
                </a:solidFill>
                <a:effectLst/>
                <a:uFillTx/>
                <a:latin typeface="Times New Roman"/>
              </a:rPr>
              <a:t>19</a:t>
            </a:fld>
            <a:endParaRPr lang="tr-TR" sz="1200" b="0" u="none" strike="noStrike">
              <a:solidFill>
                <a:srgbClr val="000000"/>
              </a:solidFill>
              <a:effectLst/>
              <a:uFillTx/>
              <a:latin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2" name="PlaceHolder 1"/>
          <p:cNvSpPr>
            <a:spLocks noGrp="1" noRot="1" noChangeAspect="1"/>
          </p:cNvSpPr>
          <p:nvPr>
            <p:ph type="sldImg"/>
          </p:nvPr>
        </p:nvSpPr>
        <p:spPr>
          <a:xfrm>
            <a:off x="3543300" y="946150"/>
            <a:ext cx="3606800" cy="2551113"/>
          </a:xfrm>
          <a:prstGeom prst="rect">
            <a:avLst/>
          </a:prstGeom>
          <a:ln w="0">
            <a:noFill/>
          </a:ln>
        </p:spPr>
      </p:sp>
      <p:sp>
        <p:nvSpPr>
          <p:cNvPr id="783" name="PlaceHolder 2"/>
          <p:cNvSpPr>
            <a:spLocks noGrp="1"/>
          </p:cNvSpPr>
          <p:nvPr>
            <p:ph type="body"/>
          </p:nvPr>
        </p:nvSpPr>
        <p:spPr>
          <a:xfrm>
            <a:off x="1069920" y="3639960"/>
            <a:ext cx="8553240" cy="2977920"/>
          </a:xfrm>
          <a:prstGeom prst="rect">
            <a:avLst/>
          </a:prstGeom>
          <a:noFill/>
          <a:ln w="0">
            <a:noFill/>
          </a:ln>
        </p:spPr>
        <p:txBody>
          <a:bodyPr lIns="91440" tIns="45720" rIns="91440" bIns="45720" anchor="t">
            <a:noAutofit/>
          </a:bodyPr>
          <a:lstStyle/>
          <a:p>
            <a:pPr indent="0">
              <a:buNone/>
            </a:pPr>
            <a:endParaRPr lang="tr-TR" sz="1800" b="0" u="none" strike="noStrike">
              <a:solidFill>
                <a:srgbClr val="000000"/>
              </a:solidFill>
              <a:effectLst/>
              <a:uFillTx/>
              <a:latin typeface="Arial"/>
            </a:endParaRPr>
          </a:p>
        </p:txBody>
      </p:sp>
      <p:sp>
        <p:nvSpPr>
          <p:cNvPr id="784" name="PlaceHolder 3"/>
          <p:cNvSpPr>
            <a:spLocks noGrp="1"/>
          </p:cNvSpPr>
          <p:nvPr>
            <p:ph type="sldNum" idx="209"/>
          </p:nvPr>
        </p:nvSpPr>
        <p:spPr>
          <a:xfrm>
            <a:off x="6058080" y="7183440"/>
            <a:ext cx="4632120" cy="3790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CAFD678B-6C08-4FB9-8BD5-883B04C6A47D}" type="slidenum">
              <a:rPr lang="tr-TR" sz="1200" b="0" u="none" strike="noStrike">
                <a:solidFill>
                  <a:srgbClr val="000000"/>
                </a:solidFill>
                <a:effectLst/>
                <a:uFillTx/>
                <a:latin typeface="Times New Roman"/>
              </a:rPr>
              <a:t>20</a:t>
            </a:fld>
            <a:endParaRPr lang="tr-TR" sz="1200" b="0" u="none" strike="noStrike">
              <a:solidFill>
                <a:srgbClr val="000000"/>
              </a:solidFill>
              <a:effectLst/>
              <a:uFillTx/>
              <a:latin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5" name="PlaceHolder 1"/>
          <p:cNvSpPr>
            <a:spLocks noGrp="1" noRot="1" noChangeAspect="1"/>
          </p:cNvSpPr>
          <p:nvPr>
            <p:ph type="sldImg"/>
          </p:nvPr>
        </p:nvSpPr>
        <p:spPr>
          <a:xfrm>
            <a:off x="3543300" y="946150"/>
            <a:ext cx="3606800" cy="2551113"/>
          </a:xfrm>
          <a:prstGeom prst="rect">
            <a:avLst/>
          </a:prstGeom>
          <a:ln w="0">
            <a:noFill/>
          </a:ln>
        </p:spPr>
      </p:sp>
      <p:sp>
        <p:nvSpPr>
          <p:cNvPr id="786" name="PlaceHolder 2"/>
          <p:cNvSpPr>
            <a:spLocks noGrp="1"/>
          </p:cNvSpPr>
          <p:nvPr>
            <p:ph type="body"/>
          </p:nvPr>
        </p:nvSpPr>
        <p:spPr>
          <a:xfrm>
            <a:off x="1069920" y="3639960"/>
            <a:ext cx="8553240" cy="2977920"/>
          </a:xfrm>
          <a:prstGeom prst="rect">
            <a:avLst/>
          </a:prstGeom>
          <a:noFill/>
          <a:ln w="0">
            <a:noFill/>
          </a:ln>
        </p:spPr>
        <p:txBody>
          <a:bodyPr lIns="91440" tIns="45720" rIns="91440" bIns="45720" anchor="t">
            <a:noAutofit/>
          </a:bodyPr>
          <a:lstStyle/>
          <a:p>
            <a:pPr indent="0">
              <a:buNone/>
            </a:pPr>
            <a:endParaRPr lang="tr-TR" sz="1800" b="0" u="none" strike="noStrike">
              <a:solidFill>
                <a:srgbClr val="000000"/>
              </a:solidFill>
              <a:effectLst/>
              <a:uFillTx/>
              <a:latin typeface="Arial"/>
            </a:endParaRPr>
          </a:p>
        </p:txBody>
      </p:sp>
      <p:sp>
        <p:nvSpPr>
          <p:cNvPr id="787" name="PlaceHolder 3"/>
          <p:cNvSpPr>
            <a:spLocks noGrp="1"/>
          </p:cNvSpPr>
          <p:nvPr>
            <p:ph type="sldNum" idx="210"/>
          </p:nvPr>
        </p:nvSpPr>
        <p:spPr>
          <a:xfrm>
            <a:off x="6058080" y="7183440"/>
            <a:ext cx="4632120" cy="3790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59DF1126-CD65-42AC-B656-0BBCCCDC26EC}" type="slidenum">
              <a:rPr lang="tr-TR" sz="1200" b="0" u="none" strike="noStrike">
                <a:solidFill>
                  <a:srgbClr val="000000"/>
                </a:solidFill>
                <a:effectLst/>
                <a:uFillTx/>
                <a:latin typeface="Times New Roman"/>
              </a:rPr>
              <a:t>21</a:t>
            </a:fld>
            <a:endParaRPr lang="tr-TR" sz="1200" b="0" u="none" strike="noStrike">
              <a:solidFill>
                <a:srgbClr val="000000"/>
              </a:solidFill>
              <a:effectLst/>
              <a:uFillTx/>
              <a:latin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 name="PlaceHolder 1"/>
          <p:cNvSpPr>
            <a:spLocks noGrp="1" noRot="1" noChangeAspect="1"/>
          </p:cNvSpPr>
          <p:nvPr>
            <p:ph type="sldImg"/>
          </p:nvPr>
        </p:nvSpPr>
        <p:spPr>
          <a:xfrm>
            <a:off x="3543300" y="946150"/>
            <a:ext cx="3606800" cy="2551113"/>
          </a:xfrm>
          <a:prstGeom prst="rect">
            <a:avLst/>
          </a:prstGeom>
          <a:ln w="0">
            <a:noFill/>
          </a:ln>
        </p:spPr>
      </p:sp>
      <p:sp>
        <p:nvSpPr>
          <p:cNvPr id="789" name="PlaceHolder 2"/>
          <p:cNvSpPr>
            <a:spLocks noGrp="1"/>
          </p:cNvSpPr>
          <p:nvPr>
            <p:ph type="body"/>
          </p:nvPr>
        </p:nvSpPr>
        <p:spPr>
          <a:xfrm>
            <a:off x="1069920" y="3639960"/>
            <a:ext cx="8553240" cy="2977920"/>
          </a:xfrm>
          <a:prstGeom prst="rect">
            <a:avLst/>
          </a:prstGeom>
          <a:noFill/>
          <a:ln w="0">
            <a:noFill/>
          </a:ln>
        </p:spPr>
        <p:txBody>
          <a:bodyPr lIns="91440" tIns="45720" rIns="91440" bIns="45720" anchor="t">
            <a:noAutofit/>
          </a:bodyPr>
          <a:lstStyle/>
          <a:p>
            <a:pPr indent="0">
              <a:buNone/>
            </a:pPr>
            <a:endParaRPr lang="tr-TR" sz="1800" b="0" u="none" strike="noStrike">
              <a:solidFill>
                <a:srgbClr val="000000"/>
              </a:solidFill>
              <a:effectLst/>
              <a:uFillTx/>
              <a:latin typeface="Arial"/>
            </a:endParaRPr>
          </a:p>
        </p:txBody>
      </p:sp>
      <p:sp>
        <p:nvSpPr>
          <p:cNvPr id="790" name="PlaceHolder 3"/>
          <p:cNvSpPr>
            <a:spLocks noGrp="1"/>
          </p:cNvSpPr>
          <p:nvPr>
            <p:ph type="sldNum" idx="211"/>
          </p:nvPr>
        </p:nvSpPr>
        <p:spPr>
          <a:xfrm>
            <a:off x="6058080" y="7183440"/>
            <a:ext cx="4632120" cy="3790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01B77BC3-AA71-422B-9B86-E41A3C3CE9BF}" type="slidenum">
              <a:rPr lang="tr-TR" sz="1200" b="0" u="none" strike="noStrike">
                <a:solidFill>
                  <a:srgbClr val="000000"/>
                </a:solidFill>
                <a:effectLst/>
                <a:uFillTx/>
                <a:latin typeface="Times New Roman"/>
              </a:rPr>
              <a:t>22</a:t>
            </a:fld>
            <a:endParaRPr lang="tr-TR" sz="1200" b="0" u="none" strike="noStrike">
              <a:solidFill>
                <a:srgbClr val="000000"/>
              </a:solidFill>
              <a:effectLst/>
              <a:uFillTx/>
              <a:latin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1" name="PlaceHolder 1"/>
          <p:cNvSpPr>
            <a:spLocks noGrp="1" noRot="1" noChangeAspect="1"/>
          </p:cNvSpPr>
          <p:nvPr>
            <p:ph type="sldImg"/>
          </p:nvPr>
        </p:nvSpPr>
        <p:spPr>
          <a:xfrm>
            <a:off x="3543300" y="946150"/>
            <a:ext cx="3606800" cy="2551113"/>
          </a:xfrm>
          <a:prstGeom prst="rect">
            <a:avLst/>
          </a:prstGeom>
          <a:ln w="0">
            <a:noFill/>
          </a:ln>
        </p:spPr>
      </p:sp>
      <p:sp>
        <p:nvSpPr>
          <p:cNvPr id="792" name="PlaceHolder 2"/>
          <p:cNvSpPr>
            <a:spLocks noGrp="1"/>
          </p:cNvSpPr>
          <p:nvPr>
            <p:ph type="body"/>
          </p:nvPr>
        </p:nvSpPr>
        <p:spPr>
          <a:xfrm>
            <a:off x="1069920" y="3639960"/>
            <a:ext cx="8553240" cy="2977920"/>
          </a:xfrm>
          <a:prstGeom prst="rect">
            <a:avLst/>
          </a:prstGeom>
          <a:noFill/>
          <a:ln w="0">
            <a:noFill/>
          </a:ln>
        </p:spPr>
        <p:txBody>
          <a:bodyPr lIns="91440" tIns="45720" rIns="91440" bIns="45720" anchor="t">
            <a:noAutofit/>
          </a:bodyPr>
          <a:lstStyle/>
          <a:p>
            <a:pPr indent="0">
              <a:buNone/>
            </a:pPr>
            <a:endParaRPr lang="tr-TR" sz="1800" b="0" u="none" strike="noStrike">
              <a:solidFill>
                <a:srgbClr val="000000"/>
              </a:solidFill>
              <a:effectLst/>
              <a:uFillTx/>
              <a:latin typeface="Arial"/>
            </a:endParaRPr>
          </a:p>
        </p:txBody>
      </p:sp>
      <p:sp>
        <p:nvSpPr>
          <p:cNvPr id="793" name="PlaceHolder 3"/>
          <p:cNvSpPr>
            <a:spLocks noGrp="1"/>
          </p:cNvSpPr>
          <p:nvPr>
            <p:ph type="sldNum" idx="212"/>
          </p:nvPr>
        </p:nvSpPr>
        <p:spPr>
          <a:xfrm>
            <a:off x="6058080" y="7183440"/>
            <a:ext cx="4632120" cy="3790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27920D34-1848-48AE-9FA5-2FD5EC8C8CA1}" type="slidenum">
              <a:rPr lang="tr-TR" sz="1200" b="0" u="none" strike="noStrike">
                <a:solidFill>
                  <a:srgbClr val="000000"/>
                </a:solidFill>
                <a:effectLst/>
                <a:uFillTx/>
                <a:latin typeface="Times New Roman"/>
              </a:rPr>
              <a:t>23</a:t>
            </a:fld>
            <a:endParaRPr lang="tr-TR" sz="1200" b="0" u="none" strike="noStrike">
              <a:solidFill>
                <a:srgbClr val="000000"/>
              </a:solidFill>
              <a:effectLst/>
              <a:uFillTx/>
              <a:latin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4" name="PlaceHolder 1"/>
          <p:cNvSpPr>
            <a:spLocks noGrp="1" noRot="1" noChangeAspect="1"/>
          </p:cNvSpPr>
          <p:nvPr>
            <p:ph type="sldImg"/>
          </p:nvPr>
        </p:nvSpPr>
        <p:spPr>
          <a:xfrm>
            <a:off x="3543300" y="946150"/>
            <a:ext cx="3606800" cy="2551113"/>
          </a:xfrm>
          <a:prstGeom prst="rect">
            <a:avLst/>
          </a:prstGeom>
          <a:ln w="0">
            <a:noFill/>
          </a:ln>
        </p:spPr>
      </p:sp>
      <p:sp>
        <p:nvSpPr>
          <p:cNvPr id="795" name="PlaceHolder 2"/>
          <p:cNvSpPr>
            <a:spLocks noGrp="1"/>
          </p:cNvSpPr>
          <p:nvPr>
            <p:ph type="body"/>
          </p:nvPr>
        </p:nvSpPr>
        <p:spPr>
          <a:xfrm>
            <a:off x="1069920" y="3639960"/>
            <a:ext cx="8553240" cy="2977920"/>
          </a:xfrm>
          <a:prstGeom prst="rect">
            <a:avLst/>
          </a:prstGeom>
          <a:noFill/>
          <a:ln w="0">
            <a:noFill/>
          </a:ln>
        </p:spPr>
        <p:txBody>
          <a:bodyPr lIns="91440" tIns="45720" rIns="91440" bIns="45720" anchor="t">
            <a:noAutofit/>
          </a:bodyPr>
          <a:lstStyle/>
          <a:p>
            <a:pPr indent="0">
              <a:buNone/>
            </a:pPr>
            <a:endParaRPr lang="tr-TR" sz="1800" b="0" u="none" strike="noStrike">
              <a:solidFill>
                <a:srgbClr val="000000"/>
              </a:solidFill>
              <a:effectLst/>
              <a:uFillTx/>
              <a:latin typeface="Arial"/>
            </a:endParaRPr>
          </a:p>
        </p:txBody>
      </p:sp>
      <p:sp>
        <p:nvSpPr>
          <p:cNvPr id="796" name="PlaceHolder 3"/>
          <p:cNvSpPr>
            <a:spLocks noGrp="1"/>
          </p:cNvSpPr>
          <p:nvPr>
            <p:ph type="sldNum" idx="213"/>
          </p:nvPr>
        </p:nvSpPr>
        <p:spPr>
          <a:xfrm>
            <a:off x="6058080" y="7183440"/>
            <a:ext cx="4632120" cy="3790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4DAF11C6-B5BE-44A0-B0BC-DCD9EF5A0022}" type="slidenum">
              <a:rPr lang="tr-TR" sz="1200" b="0" u="none" strike="noStrike">
                <a:solidFill>
                  <a:srgbClr val="000000"/>
                </a:solidFill>
                <a:effectLst/>
                <a:uFillTx/>
                <a:latin typeface="Times New Roman"/>
              </a:rPr>
              <a:t>24</a:t>
            </a:fld>
            <a:endParaRPr lang="tr-TR" sz="1200" b="0" u="none" strike="noStrike">
              <a:solidFill>
                <a:srgbClr val="000000"/>
              </a:solidFill>
              <a:effectLst/>
              <a:uFillTx/>
              <a:latin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7" name="PlaceHolder 1"/>
          <p:cNvSpPr>
            <a:spLocks noGrp="1" noRot="1" noChangeAspect="1"/>
          </p:cNvSpPr>
          <p:nvPr>
            <p:ph type="sldImg"/>
          </p:nvPr>
        </p:nvSpPr>
        <p:spPr>
          <a:xfrm>
            <a:off x="3543300" y="946150"/>
            <a:ext cx="3606800" cy="2551113"/>
          </a:xfrm>
          <a:prstGeom prst="rect">
            <a:avLst/>
          </a:prstGeom>
          <a:ln w="0">
            <a:noFill/>
          </a:ln>
        </p:spPr>
      </p:sp>
      <p:sp>
        <p:nvSpPr>
          <p:cNvPr id="798" name="PlaceHolder 2"/>
          <p:cNvSpPr>
            <a:spLocks noGrp="1"/>
          </p:cNvSpPr>
          <p:nvPr>
            <p:ph type="body"/>
          </p:nvPr>
        </p:nvSpPr>
        <p:spPr>
          <a:xfrm>
            <a:off x="1069920" y="3639960"/>
            <a:ext cx="8553240" cy="2977920"/>
          </a:xfrm>
          <a:prstGeom prst="rect">
            <a:avLst/>
          </a:prstGeom>
          <a:noFill/>
          <a:ln w="0">
            <a:noFill/>
          </a:ln>
        </p:spPr>
        <p:txBody>
          <a:bodyPr lIns="91440" tIns="45720" rIns="91440" bIns="45720" anchor="t">
            <a:noAutofit/>
          </a:bodyPr>
          <a:lstStyle/>
          <a:p>
            <a:pPr indent="0">
              <a:buNone/>
            </a:pPr>
            <a:endParaRPr lang="tr-TR" sz="1800" b="0" u="none" strike="noStrike">
              <a:solidFill>
                <a:srgbClr val="000000"/>
              </a:solidFill>
              <a:effectLst/>
              <a:uFillTx/>
              <a:latin typeface="Arial"/>
            </a:endParaRPr>
          </a:p>
        </p:txBody>
      </p:sp>
      <p:sp>
        <p:nvSpPr>
          <p:cNvPr id="799" name="PlaceHolder 3"/>
          <p:cNvSpPr>
            <a:spLocks noGrp="1"/>
          </p:cNvSpPr>
          <p:nvPr>
            <p:ph type="sldNum" idx="214"/>
          </p:nvPr>
        </p:nvSpPr>
        <p:spPr>
          <a:xfrm>
            <a:off x="6058080" y="7183440"/>
            <a:ext cx="4632120" cy="3790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9E57DAFE-224D-4DE8-9948-7C564F34877E}" type="slidenum">
              <a:rPr lang="tr-TR" sz="1200" b="0" u="none" strike="noStrike">
                <a:solidFill>
                  <a:srgbClr val="000000"/>
                </a:solidFill>
                <a:effectLst/>
                <a:uFillTx/>
                <a:latin typeface="Times New Roman"/>
              </a:rPr>
              <a:t>25</a:t>
            </a:fld>
            <a:endParaRPr lang="tr-TR" sz="1200" b="0" u="none" strike="noStrike">
              <a:solidFill>
                <a:srgbClr val="000000"/>
              </a:solidFill>
              <a:effectLst/>
              <a:uFillTx/>
              <a:latin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 name="PlaceHolder 1"/>
          <p:cNvSpPr>
            <a:spLocks noGrp="1" noRot="1" noChangeAspect="1"/>
          </p:cNvSpPr>
          <p:nvPr>
            <p:ph type="sldImg"/>
          </p:nvPr>
        </p:nvSpPr>
        <p:spPr>
          <a:xfrm>
            <a:off x="3543300" y="946150"/>
            <a:ext cx="3606800" cy="2551113"/>
          </a:xfrm>
          <a:prstGeom prst="rect">
            <a:avLst/>
          </a:prstGeom>
          <a:ln w="0">
            <a:noFill/>
          </a:ln>
        </p:spPr>
      </p:sp>
      <p:sp>
        <p:nvSpPr>
          <p:cNvPr id="801" name="PlaceHolder 2"/>
          <p:cNvSpPr>
            <a:spLocks noGrp="1"/>
          </p:cNvSpPr>
          <p:nvPr>
            <p:ph type="body"/>
          </p:nvPr>
        </p:nvSpPr>
        <p:spPr>
          <a:xfrm>
            <a:off x="1069920" y="3639960"/>
            <a:ext cx="8553240" cy="2977920"/>
          </a:xfrm>
          <a:prstGeom prst="rect">
            <a:avLst/>
          </a:prstGeom>
          <a:noFill/>
          <a:ln w="0">
            <a:noFill/>
          </a:ln>
        </p:spPr>
        <p:txBody>
          <a:bodyPr lIns="91440" tIns="45720" rIns="91440" bIns="45720" anchor="t">
            <a:noAutofit/>
          </a:bodyPr>
          <a:lstStyle/>
          <a:p>
            <a:pPr indent="0">
              <a:buNone/>
            </a:pPr>
            <a:endParaRPr lang="tr-TR" sz="1800" b="0" u="none" strike="noStrike">
              <a:solidFill>
                <a:srgbClr val="000000"/>
              </a:solidFill>
              <a:effectLst/>
              <a:uFillTx/>
              <a:latin typeface="Arial"/>
            </a:endParaRPr>
          </a:p>
        </p:txBody>
      </p:sp>
      <p:sp>
        <p:nvSpPr>
          <p:cNvPr id="802" name="PlaceHolder 3"/>
          <p:cNvSpPr>
            <a:spLocks noGrp="1"/>
          </p:cNvSpPr>
          <p:nvPr>
            <p:ph type="sldNum" idx="215"/>
          </p:nvPr>
        </p:nvSpPr>
        <p:spPr>
          <a:xfrm>
            <a:off x="6058080" y="7183440"/>
            <a:ext cx="4632120" cy="3790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9FC02DBE-C998-4DDE-8C29-31FA6EDD1676}" type="slidenum">
              <a:rPr lang="tr-TR" sz="1200" b="0" u="none" strike="noStrike">
                <a:solidFill>
                  <a:srgbClr val="000000"/>
                </a:solidFill>
                <a:effectLst/>
                <a:uFillTx/>
                <a:latin typeface="Times New Roman"/>
              </a:rPr>
              <a:t>26</a:t>
            </a:fld>
            <a:endParaRPr lang="tr-TR" sz="1200" b="0" u="none" strike="noStrike">
              <a:solidFill>
                <a:srgbClr val="000000"/>
              </a:solidFill>
              <a:effectLst/>
              <a:uFillTx/>
              <a:latin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3" name="PlaceHolder 1"/>
          <p:cNvSpPr>
            <a:spLocks noGrp="1" noRot="1" noChangeAspect="1"/>
          </p:cNvSpPr>
          <p:nvPr>
            <p:ph type="sldImg"/>
          </p:nvPr>
        </p:nvSpPr>
        <p:spPr>
          <a:xfrm>
            <a:off x="3543300" y="946150"/>
            <a:ext cx="3606800" cy="2551113"/>
          </a:xfrm>
          <a:prstGeom prst="rect">
            <a:avLst/>
          </a:prstGeom>
          <a:ln w="0">
            <a:noFill/>
          </a:ln>
        </p:spPr>
      </p:sp>
      <p:sp>
        <p:nvSpPr>
          <p:cNvPr id="804" name="PlaceHolder 2"/>
          <p:cNvSpPr>
            <a:spLocks noGrp="1"/>
          </p:cNvSpPr>
          <p:nvPr>
            <p:ph type="body"/>
          </p:nvPr>
        </p:nvSpPr>
        <p:spPr>
          <a:xfrm>
            <a:off x="1069920" y="3639960"/>
            <a:ext cx="8553240" cy="2977920"/>
          </a:xfrm>
          <a:prstGeom prst="rect">
            <a:avLst/>
          </a:prstGeom>
          <a:noFill/>
          <a:ln w="0">
            <a:noFill/>
          </a:ln>
        </p:spPr>
        <p:txBody>
          <a:bodyPr lIns="91440" tIns="45720" rIns="91440" bIns="45720" anchor="t">
            <a:noAutofit/>
          </a:bodyPr>
          <a:lstStyle/>
          <a:p>
            <a:pPr indent="0">
              <a:buNone/>
            </a:pPr>
            <a:endParaRPr lang="tr-TR" sz="1800" b="0" u="none" strike="noStrike">
              <a:solidFill>
                <a:srgbClr val="000000"/>
              </a:solidFill>
              <a:effectLst/>
              <a:uFillTx/>
              <a:latin typeface="Arial"/>
            </a:endParaRPr>
          </a:p>
        </p:txBody>
      </p:sp>
      <p:sp>
        <p:nvSpPr>
          <p:cNvPr id="805" name="PlaceHolder 3"/>
          <p:cNvSpPr>
            <a:spLocks noGrp="1"/>
          </p:cNvSpPr>
          <p:nvPr>
            <p:ph type="sldNum" idx="216"/>
          </p:nvPr>
        </p:nvSpPr>
        <p:spPr>
          <a:xfrm>
            <a:off x="6058080" y="7183440"/>
            <a:ext cx="4632120" cy="3790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F64BB46A-F44B-46E9-A2C3-5A90D110CB91}" type="slidenum">
              <a:rPr lang="tr-TR" sz="1200" b="0" u="none" strike="noStrike">
                <a:solidFill>
                  <a:srgbClr val="000000"/>
                </a:solidFill>
                <a:effectLst/>
                <a:uFillTx/>
                <a:latin typeface="Times New Roman"/>
              </a:rPr>
              <a:t>27</a:t>
            </a:fld>
            <a:endParaRPr lang="tr-TR" sz="1200" b="0" u="none" strike="noStrike">
              <a:solidFill>
                <a:srgbClr val="000000"/>
              </a:solidFill>
              <a:effectLst/>
              <a:uFillTx/>
              <a:latin typeface="Times New Roman"/>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6" name="PlaceHolder 1"/>
          <p:cNvSpPr>
            <a:spLocks noGrp="1" noRot="1" noChangeAspect="1"/>
          </p:cNvSpPr>
          <p:nvPr>
            <p:ph type="sldImg"/>
          </p:nvPr>
        </p:nvSpPr>
        <p:spPr>
          <a:xfrm>
            <a:off x="3543300" y="946150"/>
            <a:ext cx="3606800" cy="2551113"/>
          </a:xfrm>
          <a:prstGeom prst="rect">
            <a:avLst/>
          </a:prstGeom>
          <a:ln w="0">
            <a:noFill/>
          </a:ln>
        </p:spPr>
      </p:sp>
      <p:sp>
        <p:nvSpPr>
          <p:cNvPr id="807" name="PlaceHolder 2"/>
          <p:cNvSpPr>
            <a:spLocks noGrp="1"/>
          </p:cNvSpPr>
          <p:nvPr>
            <p:ph type="body"/>
          </p:nvPr>
        </p:nvSpPr>
        <p:spPr>
          <a:xfrm>
            <a:off x="1069920" y="3639960"/>
            <a:ext cx="8553240" cy="2977920"/>
          </a:xfrm>
          <a:prstGeom prst="rect">
            <a:avLst/>
          </a:prstGeom>
          <a:noFill/>
          <a:ln w="0">
            <a:noFill/>
          </a:ln>
        </p:spPr>
        <p:txBody>
          <a:bodyPr lIns="91440" tIns="45720" rIns="91440" bIns="45720" anchor="t">
            <a:noAutofit/>
          </a:bodyPr>
          <a:lstStyle/>
          <a:p>
            <a:pPr indent="0">
              <a:buNone/>
            </a:pPr>
            <a:endParaRPr lang="tr-TR" sz="1800" b="0" u="none" strike="noStrike">
              <a:solidFill>
                <a:srgbClr val="000000"/>
              </a:solidFill>
              <a:effectLst/>
              <a:uFillTx/>
              <a:latin typeface="Arial"/>
            </a:endParaRPr>
          </a:p>
        </p:txBody>
      </p:sp>
      <p:sp>
        <p:nvSpPr>
          <p:cNvPr id="808" name="PlaceHolder 3"/>
          <p:cNvSpPr>
            <a:spLocks noGrp="1"/>
          </p:cNvSpPr>
          <p:nvPr>
            <p:ph type="sldNum" idx="217"/>
          </p:nvPr>
        </p:nvSpPr>
        <p:spPr>
          <a:xfrm>
            <a:off x="6058080" y="7183440"/>
            <a:ext cx="4632120" cy="3790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EF936605-D08C-4DB7-BECD-2D4E72EC7E68}" type="slidenum">
              <a:rPr lang="tr-TR" sz="1200" b="0" u="none" strike="noStrike">
                <a:solidFill>
                  <a:srgbClr val="000000"/>
                </a:solidFill>
                <a:effectLst/>
                <a:uFillTx/>
                <a:latin typeface="Times New Roman"/>
              </a:rPr>
              <a:t>28</a:t>
            </a:fld>
            <a:endParaRPr lang="tr-TR" sz="1200" b="0" u="none" strike="noStrike">
              <a:solidFill>
                <a:srgbClr val="000000"/>
              </a:solidFill>
              <a:effectLst/>
              <a:uFillTx/>
              <a:latin typeface="Times New Roman"/>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 name="PlaceHolder 1"/>
          <p:cNvSpPr>
            <a:spLocks noGrp="1" noRot="1" noChangeAspect="1"/>
          </p:cNvSpPr>
          <p:nvPr>
            <p:ph type="sldImg"/>
          </p:nvPr>
        </p:nvSpPr>
        <p:spPr>
          <a:xfrm>
            <a:off x="3543300" y="946150"/>
            <a:ext cx="3606800" cy="2551113"/>
          </a:xfrm>
          <a:prstGeom prst="rect">
            <a:avLst/>
          </a:prstGeom>
          <a:ln w="0">
            <a:noFill/>
          </a:ln>
        </p:spPr>
      </p:sp>
      <p:sp>
        <p:nvSpPr>
          <p:cNvPr id="810" name="PlaceHolder 2"/>
          <p:cNvSpPr>
            <a:spLocks noGrp="1"/>
          </p:cNvSpPr>
          <p:nvPr>
            <p:ph type="body"/>
          </p:nvPr>
        </p:nvSpPr>
        <p:spPr>
          <a:xfrm>
            <a:off x="1069920" y="3639960"/>
            <a:ext cx="8553240" cy="2977920"/>
          </a:xfrm>
          <a:prstGeom prst="rect">
            <a:avLst/>
          </a:prstGeom>
          <a:noFill/>
          <a:ln w="0">
            <a:noFill/>
          </a:ln>
        </p:spPr>
        <p:txBody>
          <a:bodyPr lIns="91440" tIns="45720" rIns="91440" bIns="45720" anchor="t">
            <a:noAutofit/>
          </a:bodyPr>
          <a:lstStyle/>
          <a:p>
            <a:pPr indent="0">
              <a:buNone/>
            </a:pPr>
            <a:endParaRPr lang="tr-TR" sz="1800" b="0" u="none" strike="noStrike">
              <a:solidFill>
                <a:srgbClr val="000000"/>
              </a:solidFill>
              <a:effectLst/>
              <a:uFillTx/>
              <a:latin typeface="Arial"/>
            </a:endParaRPr>
          </a:p>
        </p:txBody>
      </p:sp>
      <p:sp>
        <p:nvSpPr>
          <p:cNvPr id="811" name="PlaceHolder 3"/>
          <p:cNvSpPr>
            <a:spLocks noGrp="1"/>
          </p:cNvSpPr>
          <p:nvPr>
            <p:ph type="sldNum" idx="218"/>
          </p:nvPr>
        </p:nvSpPr>
        <p:spPr>
          <a:xfrm>
            <a:off x="6058080" y="7183440"/>
            <a:ext cx="4632120" cy="3790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716F272B-6236-4AA4-BBD5-10D00BAEF13E}" type="slidenum">
              <a:rPr lang="tr-TR" sz="1200" b="0" u="none" strike="noStrike">
                <a:solidFill>
                  <a:srgbClr val="000000"/>
                </a:solidFill>
                <a:effectLst/>
                <a:uFillTx/>
                <a:latin typeface="Times New Roman"/>
              </a:rPr>
              <a:t>29</a:t>
            </a:fld>
            <a:endParaRPr lang="tr-TR" sz="1200" b="0" u="none" strike="noStrike">
              <a:solidFill>
                <a:srgbClr val="000000"/>
              </a:solidFill>
              <a:effectLst/>
              <a:uFillTx/>
              <a:latin typeface="Times New Roman"/>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2" name="PlaceHolder 1"/>
          <p:cNvSpPr>
            <a:spLocks noGrp="1" noRot="1" noChangeAspect="1"/>
          </p:cNvSpPr>
          <p:nvPr>
            <p:ph type="sldImg"/>
          </p:nvPr>
        </p:nvSpPr>
        <p:spPr>
          <a:xfrm>
            <a:off x="3543300" y="946150"/>
            <a:ext cx="3606800" cy="2551113"/>
          </a:xfrm>
          <a:prstGeom prst="rect">
            <a:avLst/>
          </a:prstGeom>
          <a:ln w="0">
            <a:noFill/>
          </a:ln>
        </p:spPr>
      </p:sp>
      <p:sp>
        <p:nvSpPr>
          <p:cNvPr id="813" name="PlaceHolder 2"/>
          <p:cNvSpPr>
            <a:spLocks noGrp="1"/>
          </p:cNvSpPr>
          <p:nvPr>
            <p:ph type="body"/>
          </p:nvPr>
        </p:nvSpPr>
        <p:spPr>
          <a:xfrm>
            <a:off x="1069920" y="3639960"/>
            <a:ext cx="8553240" cy="2977920"/>
          </a:xfrm>
          <a:prstGeom prst="rect">
            <a:avLst/>
          </a:prstGeom>
          <a:noFill/>
          <a:ln w="0">
            <a:noFill/>
          </a:ln>
        </p:spPr>
        <p:txBody>
          <a:bodyPr lIns="91440" tIns="45720" rIns="91440" bIns="45720" anchor="t">
            <a:noAutofit/>
          </a:bodyPr>
          <a:lstStyle/>
          <a:p>
            <a:pPr indent="0">
              <a:buNone/>
            </a:pPr>
            <a:endParaRPr lang="tr-TR" sz="1800" b="0" u="none" strike="noStrike">
              <a:solidFill>
                <a:srgbClr val="000000"/>
              </a:solidFill>
              <a:effectLst/>
              <a:uFillTx/>
              <a:latin typeface="Arial"/>
            </a:endParaRPr>
          </a:p>
        </p:txBody>
      </p:sp>
      <p:sp>
        <p:nvSpPr>
          <p:cNvPr id="814" name="PlaceHolder 3"/>
          <p:cNvSpPr>
            <a:spLocks noGrp="1"/>
          </p:cNvSpPr>
          <p:nvPr>
            <p:ph type="sldNum" idx="219"/>
          </p:nvPr>
        </p:nvSpPr>
        <p:spPr>
          <a:xfrm>
            <a:off x="6058080" y="7183440"/>
            <a:ext cx="4632120" cy="3790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B9048DF5-48BA-4AAA-940E-26E1B4B6FF95}" type="slidenum">
              <a:rPr lang="tr-TR" sz="1200" b="0" u="none" strike="noStrike">
                <a:solidFill>
                  <a:srgbClr val="000000"/>
                </a:solidFill>
                <a:effectLst/>
                <a:uFillTx/>
                <a:latin typeface="Times New Roman"/>
              </a:rPr>
              <a:t>30</a:t>
            </a:fld>
            <a:endParaRPr lang="tr-TR" sz="1200" b="0" u="none" strike="noStrike">
              <a:solidFill>
                <a:srgbClr val="000000"/>
              </a:solidFill>
              <a:effectLst/>
              <a:uFillTx/>
              <a:latin typeface="Times New Roman"/>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5" name="PlaceHolder 1"/>
          <p:cNvSpPr>
            <a:spLocks noGrp="1" noRot="1" noChangeAspect="1"/>
          </p:cNvSpPr>
          <p:nvPr>
            <p:ph type="sldImg"/>
          </p:nvPr>
        </p:nvSpPr>
        <p:spPr>
          <a:xfrm>
            <a:off x="3543300" y="946150"/>
            <a:ext cx="3606800" cy="2551113"/>
          </a:xfrm>
          <a:prstGeom prst="rect">
            <a:avLst/>
          </a:prstGeom>
          <a:ln w="0">
            <a:noFill/>
          </a:ln>
        </p:spPr>
      </p:sp>
      <p:sp>
        <p:nvSpPr>
          <p:cNvPr id="816" name="PlaceHolder 2"/>
          <p:cNvSpPr>
            <a:spLocks noGrp="1"/>
          </p:cNvSpPr>
          <p:nvPr>
            <p:ph type="body"/>
          </p:nvPr>
        </p:nvSpPr>
        <p:spPr>
          <a:xfrm>
            <a:off x="1069920" y="3639960"/>
            <a:ext cx="8553240" cy="2977920"/>
          </a:xfrm>
          <a:prstGeom prst="rect">
            <a:avLst/>
          </a:prstGeom>
          <a:noFill/>
          <a:ln w="0">
            <a:noFill/>
          </a:ln>
        </p:spPr>
        <p:txBody>
          <a:bodyPr lIns="91440" tIns="45720" rIns="91440" bIns="45720" anchor="t">
            <a:noAutofit/>
          </a:bodyPr>
          <a:lstStyle/>
          <a:p>
            <a:pPr indent="0">
              <a:buNone/>
            </a:pPr>
            <a:endParaRPr lang="tr-TR" sz="1800" b="0" u="none" strike="noStrike">
              <a:solidFill>
                <a:srgbClr val="000000"/>
              </a:solidFill>
              <a:effectLst/>
              <a:uFillTx/>
              <a:latin typeface="Arial"/>
            </a:endParaRPr>
          </a:p>
        </p:txBody>
      </p:sp>
      <p:sp>
        <p:nvSpPr>
          <p:cNvPr id="817" name="PlaceHolder 3"/>
          <p:cNvSpPr>
            <a:spLocks noGrp="1"/>
          </p:cNvSpPr>
          <p:nvPr>
            <p:ph type="sldNum" idx="220"/>
          </p:nvPr>
        </p:nvSpPr>
        <p:spPr>
          <a:xfrm>
            <a:off x="6058080" y="7183440"/>
            <a:ext cx="4632120" cy="3790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1CC76068-B8E7-4A33-95D4-6EE42C37AD9B}" type="slidenum">
              <a:rPr lang="tr-TR" sz="1200" b="0" u="none" strike="noStrike">
                <a:solidFill>
                  <a:srgbClr val="000000"/>
                </a:solidFill>
                <a:effectLst/>
                <a:uFillTx/>
                <a:latin typeface="Times New Roman"/>
              </a:rPr>
              <a:t>31</a:t>
            </a:fld>
            <a:endParaRPr lang="tr-TR" sz="1200" b="0" u="none" strike="noStrike">
              <a:solidFill>
                <a:srgbClr val="000000"/>
              </a:solidFill>
              <a:effectLst/>
              <a:uFillTx/>
              <a:latin typeface="Times New Roman"/>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8" name="PlaceHolder 1"/>
          <p:cNvSpPr>
            <a:spLocks noGrp="1" noRot="1" noChangeAspect="1"/>
          </p:cNvSpPr>
          <p:nvPr>
            <p:ph type="sldImg"/>
          </p:nvPr>
        </p:nvSpPr>
        <p:spPr>
          <a:xfrm>
            <a:off x="3543300" y="946150"/>
            <a:ext cx="3606800" cy="2551113"/>
          </a:xfrm>
          <a:prstGeom prst="rect">
            <a:avLst/>
          </a:prstGeom>
          <a:ln w="0">
            <a:noFill/>
          </a:ln>
        </p:spPr>
      </p:sp>
      <p:sp>
        <p:nvSpPr>
          <p:cNvPr id="819" name="PlaceHolder 2"/>
          <p:cNvSpPr>
            <a:spLocks noGrp="1"/>
          </p:cNvSpPr>
          <p:nvPr>
            <p:ph type="body"/>
          </p:nvPr>
        </p:nvSpPr>
        <p:spPr>
          <a:xfrm>
            <a:off x="1069920" y="3639960"/>
            <a:ext cx="8553240" cy="2977920"/>
          </a:xfrm>
          <a:prstGeom prst="rect">
            <a:avLst/>
          </a:prstGeom>
          <a:noFill/>
          <a:ln w="0">
            <a:noFill/>
          </a:ln>
        </p:spPr>
        <p:txBody>
          <a:bodyPr lIns="91440" tIns="45720" rIns="91440" bIns="45720" anchor="t">
            <a:noAutofit/>
          </a:bodyPr>
          <a:lstStyle/>
          <a:p>
            <a:pPr indent="0">
              <a:buNone/>
            </a:pPr>
            <a:endParaRPr lang="tr-TR" sz="1800" b="0" u="none" strike="noStrike">
              <a:solidFill>
                <a:srgbClr val="000000"/>
              </a:solidFill>
              <a:effectLst/>
              <a:uFillTx/>
              <a:latin typeface="Arial"/>
            </a:endParaRPr>
          </a:p>
        </p:txBody>
      </p:sp>
      <p:sp>
        <p:nvSpPr>
          <p:cNvPr id="820" name="PlaceHolder 3"/>
          <p:cNvSpPr>
            <a:spLocks noGrp="1"/>
          </p:cNvSpPr>
          <p:nvPr>
            <p:ph type="sldNum" idx="221"/>
          </p:nvPr>
        </p:nvSpPr>
        <p:spPr>
          <a:xfrm>
            <a:off x="6058080" y="7183440"/>
            <a:ext cx="4632120" cy="3790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2820F1D4-D798-4F16-9B80-FACA196FF21B}" type="slidenum">
              <a:rPr lang="tr-TR" sz="1200" b="0" u="none" strike="noStrike">
                <a:solidFill>
                  <a:srgbClr val="000000"/>
                </a:solidFill>
                <a:effectLst/>
                <a:uFillTx/>
                <a:latin typeface="Times New Roman"/>
              </a:rPr>
              <a:t>32</a:t>
            </a:fld>
            <a:endParaRPr lang="tr-TR" sz="1200" b="0" u="none" strike="noStrike">
              <a:solidFill>
                <a:srgbClr val="000000"/>
              </a:solidFill>
              <a:effectLst/>
              <a:uFillTx/>
              <a:latin typeface="Times New Roman"/>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1" name="PlaceHolder 1"/>
          <p:cNvSpPr>
            <a:spLocks noGrp="1" noRot="1" noChangeAspect="1"/>
          </p:cNvSpPr>
          <p:nvPr>
            <p:ph type="sldImg"/>
          </p:nvPr>
        </p:nvSpPr>
        <p:spPr>
          <a:xfrm>
            <a:off x="3543300" y="946150"/>
            <a:ext cx="3606800" cy="2551113"/>
          </a:xfrm>
          <a:prstGeom prst="rect">
            <a:avLst/>
          </a:prstGeom>
          <a:ln w="0">
            <a:noFill/>
          </a:ln>
        </p:spPr>
      </p:sp>
      <p:sp>
        <p:nvSpPr>
          <p:cNvPr id="822" name="PlaceHolder 2"/>
          <p:cNvSpPr>
            <a:spLocks noGrp="1"/>
          </p:cNvSpPr>
          <p:nvPr>
            <p:ph type="body"/>
          </p:nvPr>
        </p:nvSpPr>
        <p:spPr>
          <a:xfrm>
            <a:off x="1069920" y="3639960"/>
            <a:ext cx="8553240" cy="2977920"/>
          </a:xfrm>
          <a:prstGeom prst="rect">
            <a:avLst/>
          </a:prstGeom>
          <a:noFill/>
          <a:ln w="0">
            <a:noFill/>
          </a:ln>
        </p:spPr>
        <p:txBody>
          <a:bodyPr lIns="91440" tIns="45720" rIns="91440" bIns="45720" anchor="t">
            <a:noAutofit/>
          </a:bodyPr>
          <a:lstStyle/>
          <a:p>
            <a:pPr indent="0">
              <a:buNone/>
            </a:pPr>
            <a:endParaRPr lang="tr-TR" sz="1800" b="0" u="none" strike="noStrike">
              <a:solidFill>
                <a:srgbClr val="000000"/>
              </a:solidFill>
              <a:effectLst/>
              <a:uFillTx/>
              <a:latin typeface="Arial"/>
            </a:endParaRPr>
          </a:p>
        </p:txBody>
      </p:sp>
      <p:sp>
        <p:nvSpPr>
          <p:cNvPr id="823" name="PlaceHolder 3"/>
          <p:cNvSpPr>
            <a:spLocks noGrp="1"/>
          </p:cNvSpPr>
          <p:nvPr>
            <p:ph type="sldNum" idx="222"/>
          </p:nvPr>
        </p:nvSpPr>
        <p:spPr>
          <a:xfrm>
            <a:off x="6058080" y="7183440"/>
            <a:ext cx="4632120" cy="3790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75BE26B3-8E14-4664-AD05-16C3CA3339FE}" type="slidenum">
              <a:rPr lang="tr-TR" sz="1200" b="0" u="none" strike="noStrike">
                <a:solidFill>
                  <a:srgbClr val="000000"/>
                </a:solidFill>
                <a:effectLst/>
                <a:uFillTx/>
                <a:latin typeface="Times New Roman"/>
              </a:rPr>
              <a:t>33</a:t>
            </a:fld>
            <a:endParaRPr lang="tr-TR" sz="1200" b="0" u="none" strike="noStrike">
              <a:solidFill>
                <a:srgbClr val="000000"/>
              </a:solidFill>
              <a:effectLst/>
              <a:uFillTx/>
              <a:latin typeface="Times New Roman"/>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4" name="PlaceHolder 1"/>
          <p:cNvSpPr>
            <a:spLocks noGrp="1" noRot="1" noChangeAspect="1"/>
          </p:cNvSpPr>
          <p:nvPr>
            <p:ph type="sldImg"/>
          </p:nvPr>
        </p:nvSpPr>
        <p:spPr>
          <a:xfrm>
            <a:off x="3543300" y="946150"/>
            <a:ext cx="3606800" cy="2551113"/>
          </a:xfrm>
          <a:prstGeom prst="rect">
            <a:avLst/>
          </a:prstGeom>
          <a:ln w="0">
            <a:noFill/>
          </a:ln>
        </p:spPr>
      </p:sp>
      <p:sp>
        <p:nvSpPr>
          <p:cNvPr id="825" name="PlaceHolder 2"/>
          <p:cNvSpPr>
            <a:spLocks noGrp="1"/>
          </p:cNvSpPr>
          <p:nvPr>
            <p:ph type="body"/>
          </p:nvPr>
        </p:nvSpPr>
        <p:spPr>
          <a:xfrm>
            <a:off x="1069920" y="3639960"/>
            <a:ext cx="8553240" cy="2977920"/>
          </a:xfrm>
          <a:prstGeom prst="rect">
            <a:avLst/>
          </a:prstGeom>
          <a:noFill/>
          <a:ln w="0">
            <a:noFill/>
          </a:ln>
        </p:spPr>
        <p:txBody>
          <a:bodyPr lIns="91440" tIns="45720" rIns="91440" bIns="45720" anchor="t">
            <a:noAutofit/>
          </a:bodyPr>
          <a:lstStyle/>
          <a:p>
            <a:pPr indent="0">
              <a:buNone/>
            </a:pPr>
            <a:endParaRPr lang="tr-TR" sz="1800" b="0" u="none" strike="noStrike">
              <a:solidFill>
                <a:srgbClr val="000000"/>
              </a:solidFill>
              <a:effectLst/>
              <a:uFillTx/>
              <a:latin typeface="Arial"/>
            </a:endParaRPr>
          </a:p>
        </p:txBody>
      </p:sp>
      <p:sp>
        <p:nvSpPr>
          <p:cNvPr id="826" name="PlaceHolder 3"/>
          <p:cNvSpPr>
            <a:spLocks noGrp="1"/>
          </p:cNvSpPr>
          <p:nvPr>
            <p:ph type="sldNum" idx="223"/>
          </p:nvPr>
        </p:nvSpPr>
        <p:spPr>
          <a:xfrm>
            <a:off x="6058080" y="7183440"/>
            <a:ext cx="4632120" cy="3790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21FDDAA6-EB90-485B-A221-18264FE5555B}" type="slidenum">
              <a:rPr lang="tr-TR" sz="1200" b="0" u="none" strike="noStrike">
                <a:solidFill>
                  <a:srgbClr val="000000"/>
                </a:solidFill>
                <a:effectLst/>
                <a:uFillTx/>
                <a:latin typeface="Times New Roman"/>
              </a:rPr>
              <a:t>34</a:t>
            </a:fld>
            <a:endParaRPr lang="tr-TR" sz="1200" b="0" u="none" strike="noStrike">
              <a:solidFill>
                <a:srgbClr val="000000"/>
              </a:solidFill>
              <a:effectLst/>
              <a:uFillTx/>
              <a:latin typeface="Times New Roman"/>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 name="PlaceHolder 1"/>
          <p:cNvSpPr>
            <a:spLocks noGrp="1" noRot="1" noChangeAspect="1"/>
          </p:cNvSpPr>
          <p:nvPr>
            <p:ph type="sldImg"/>
          </p:nvPr>
        </p:nvSpPr>
        <p:spPr>
          <a:xfrm>
            <a:off x="3543300" y="946150"/>
            <a:ext cx="3606800" cy="2551113"/>
          </a:xfrm>
          <a:prstGeom prst="rect">
            <a:avLst/>
          </a:prstGeom>
          <a:ln w="0">
            <a:noFill/>
          </a:ln>
        </p:spPr>
      </p:sp>
      <p:sp>
        <p:nvSpPr>
          <p:cNvPr id="828" name="PlaceHolder 2"/>
          <p:cNvSpPr>
            <a:spLocks noGrp="1"/>
          </p:cNvSpPr>
          <p:nvPr>
            <p:ph type="body"/>
          </p:nvPr>
        </p:nvSpPr>
        <p:spPr>
          <a:xfrm>
            <a:off x="1069920" y="3639960"/>
            <a:ext cx="8553240" cy="2977920"/>
          </a:xfrm>
          <a:prstGeom prst="rect">
            <a:avLst/>
          </a:prstGeom>
          <a:noFill/>
          <a:ln w="0">
            <a:noFill/>
          </a:ln>
        </p:spPr>
        <p:txBody>
          <a:bodyPr lIns="91440" tIns="45720" rIns="91440" bIns="45720" anchor="t">
            <a:noAutofit/>
          </a:bodyPr>
          <a:lstStyle/>
          <a:p>
            <a:pPr indent="0">
              <a:buNone/>
            </a:pPr>
            <a:endParaRPr lang="tr-TR" sz="1800" b="0" u="none" strike="noStrike">
              <a:solidFill>
                <a:srgbClr val="000000"/>
              </a:solidFill>
              <a:effectLst/>
              <a:uFillTx/>
              <a:latin typeface="Arial"/>
            </a:endParaRPr>
          </a:p>
        </p:txBody>
      </p:sp>
      <p:sp>
        <p:nvSpPr>
          <p:cNvPr id="829" name="PlaceHolder 3"/>
          <p:cNvSpPr>
            <a:spLocks noGrp="1"/>
          </p:cNvSpPr>
          <p:nvPr>
            <p:ph type="sldNum" idx="224"/>
          </p:nvPr>
        </p:nvSpPr>
        <p:spPr>
          <a:xfrm>
            <a:off x="6058080" y="7183440"/>
            <a:ext cx="4632120" cy="3790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C00ED9C8-CB43-43BC-A635-324BEC43F233}" type="slidenum">
              <a:rPr lang="tr-TR" sz="1200" b="0" u="none" strike="noStrike">
                <a:solidFill>
                  <a:srgbClr val="000000"/>
                </a:solidFill>
                <a:effectLst/>
                <a:uFillTx/>
                <a:latin typeface="Times New Roman"/>
              </a:rPr>
              <a:t>35</a:t>
            </a:fld>
            <a:endParaRPr lang="tr-TR" sz="1200" b="0" u="none" strike="noStrike">
              <a:solidFill>
                <a:srgbClr val="000000"/>
              </a:solidFill>
              <a:effectLst/>
              <a:uFillTx/>
              <a:latin typeface="Times New Roman"/>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0" name="PlaceHolder 1"/>
          <p:cNvSpPr>
            <a:spLocks noGrp="1" noRot="1" noChangeAspect="1"/>
          </p:cNvSpPr>
          <p:nvPr>
            <p:ph type="sldImg"/>
          </p:nvPr>
        </p:nvSpPr>
        <p:spPr>
          <a:xfrm>
            <a:off x="3543300" y="946150"/>
            <a:ext cx="3606800" cy="2551113"/>
          </a:xfrm>
          <a:prstGeom prst="rect">
            <a:avLst/>
          </a:prstGeom>
          <a:ln w="0">
            <a:noFill/>
          </a:ln>
        </p:spPr>
      </p:sp>
      <p:sp>
        <p:nvSpPr>
          <p:cNvPr id="831" name="PlaceHolder 2"/>
          <p:cNvSpPr>
            <a:spLocks noGrp="1"/>
          </p:cNvSpPr>
          <p:nvPr>
            <p:ph type="body"/>
          </p:nvPr>
        </p:nvSpPr>
        <p:spPr>
          <a:xfrm>
            <a:off x="1069920" y="3639960"/>
            <a:ext cx="8553240" cy="2977920"/>
          </a:xfrm>
          <a:prstGeom prst="rect">
            <a:avLst/>
          </a:prstGeom>
          <a:noFill/>
          <a:ln w="0">
            <a:noFill/>
          </a:ln>
        </p:spPr>
        <p:txBody>
          <a:bodyPr lIns="91440" tIns="45720" rIns="91440" bIns="45720" anchor="t">
            <a:noAutofit/>
          </a:bodyPr>
          <a:lstStyle/>
          <a:p>
            <a:pPr indent="0">
              <a:buNone/>
            </a:pPr>
            <a:endParaRPr lang="tr-TR" sz="1800" b="0" u="none" strike="noStrike">
              <a:solidFill>
                <a:srgbClr val="000000"/>
              </a:solidFill>
              <a:effectLst/>
              <a:uFillTx/>
              <a:latin typeface="Arial"/>
            </a:endParaRPr>
          </a:p>
        </p:txBody>
      </p:sp>
      <p:sp>
        <p:nvSpPr>
          <p:cNvPr id="832" name="PlaceHolder 3"/>
          <p:cNvSpPr>
            <a:spLocks noGrp="1"/>
          </p:cNvSpPr>
          <p:nvPr>
            <p:ph type="sldNum" idx="225"/>
          </p:nvPr>
        </p:nvSpPr>
        <p:spPr>
          <a:xfrm>
            <a:off x="6058080" y="7183440"/>
            <a:ext cx="4632120" cy="3790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B7DB21D9-FFF9-4C5B-8CCA-824677A2D3A5}" type="slidenum">
              <a:rPr lang="tr-TR" sz="1200" b="0" u="none" strike="noStrike">
                <a:solidFill>
                  <a:srgbClr val="000000"/>
                </a:solidFill>
                <a:effectLst/>
                <a:uFillTx/>
                <a:latin typeface="Times New Roman"/>
              </a:rPr>
              <a:t>36</a:t>
            </a:fld>
            <a:endParaRPr lang="tr-TR" sz="1200" b="0" u="none" strike="noStrike">
              <a:solidFill>
                <a:srgbClr val="000000"/>
              </a:solidFill>
              <a:effectLst/>
              <a:uFillTx/>
              <a:latin typeface="Times New Roman"/>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3" name="PlaceHolder 1"/>
          <p:cNvSpPr>
            <a:spLocks noGrp="1" noRot="1" noChangeAspect="1"/>
          </p:cNvSpPr>
          <p:nvPr>
            <p:ph type="sldImg"/>
          </p:nvPr>
        </p:nvSpPr>
        <p:spPr>
          <a:xfrm>
            <a:off x="3543300" y="946150"/>
            <a:ext cx="3606800" cy="2551113"/>
          </a:xfrm>
          <a:prstGeom prst="rect">
            <a:avLst/>
          </a:prstGeom>
          <a:ln w="0">
            <a:noFill/>
          </a:ln>
        </p:spPr>
      </p:sp>
      <p:sp>
        <p:nvSpPr>
          <p:cNvPr id="834" name="PlaceHolder 2"/>
          <p:cNvSpPr>
            <a:spLocks noGrp="1"/>
          </p:cNvSpPr>
          <p:nvPr>
            <p:ph type="body"/>
          </p:nvPr>
        </p:nvSpPr>
        <p:spPr>
          <a:xfrm>
            <a:off x="1069920" y="3639960"/>
            <a:ext cx="8553240" cy="2977920"/>
          </a:xfrm>
          <a:prstGeom prst="rect">
            <a:avLst/>
          </a:prstGeom>
          <a:noFill/>
          <a:ln w="0">
            <a:noFill/>
          </a:ln>
        </p:spPr>
        <p:txBody>
          <a:bodyPr lIns="91440" tIns="45720" rIns="91440" bIns="45720" anchor="t">
            <a:noAutofit/>
          </a:bodyPr>
          <a:lstStyle/>
          <a:p>
            <a:pPr indent="0">
              <a:buNone/>
            </a:pPr>
            <a:endParaRPr lang="tr-TR" sz="1800" b="0" u="none" strike="noStrike">
              <a:solidFill>
                <a:srgbClr val="000000"/>
              </a:solidFill>
              <a:effectLst/>
              <a:uFillTx/>
              <a:latin typeface="Arial"/>
            </a:endParaRPr>
          </a:p>
        </p:txBody>
      </p:sp>
      <p:sp>
        <p:nvSpPr>
          <p:cNvPr id="835" name="PlaceHolder 3"/>
          <p:cNvSpPr>
            <a:spLocks noGrp="1"/>
          </p:cNvSpPr>
          <p:nvPr>
            <p:ph type="sldNum" idx="226"/>
          </p:nvPr>
        </p:nvSpPr>
        <p:spPr>
          <a:xfrm>
            <a:off x="6058080" y="7183440"/>
            <a:ext cx="4632120" cy="3790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F3866D95-53BA-4DAB-8469-DF84013D9E84}" type="slidenum">
              <a:rPr lang="tr-TR" sz="1200" b="0" u="none" strike="noStrike">
                <a:solidFill>
                  <a:srgbClr val="000000"/>
                </a:solidFill>
                <a:effectLst/>
                <a:uFillTx/>
                <a:latin typeface="Times New Roman"/>
              </a:rPr>
              <a:t>37</a:t>
            </a:fld>
            <a:endParaRPr lang="tr-TR" sz="1200" b="0" u="none" strike="noStrike">
              <a:solidFill>
                <a:srgbClr val="000000"/>
              </a:solidFill>
              <a:effectLst/>
              <a:uFillTx/>
              <a:latin typeface="Times New Roman"/>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6" name="PlaceHolder 1"/>
          <p:cNvSpPr>
            <a:spLocks noGrp="1" noRot="1" noChangeAspect="1"/>
          </p:cNvSpPr>
          <p:nvPr>
            <p:ph type="sldImg"/>
          </p:nvPr>
        </p:nvSpPr>
        <p:spPr>
          <a:xfrm>
            <a:off x="3543300" y="946150"/>
            <a:ext cx="3606800" cy="2551113"/>
          </a:xfrm>
          <a:prstGeom prst="rect">
            <a:avLst/>
          </a:prstGeom>
          <a:ln w="0">
            <a:noFill/>
          </a:ln>
        </p:spPr>
      </p:sp>
      <p:sp>
        <p:nvSpPr>
          <p:cNvPr id="837" name="PlaceHolder 2"/>
          <p:cNvSpPr>
            <a:spLocks noGrp="1"/>
          </p:cNvSpPr>
          <p:nvPr>
            <p:ph type="body"/>
          </p:nvPr>
        </p:nvSpPr>
        <p:spPr>
          <a:xfrm>
            <a:off x="1069920" y="3639960"/>
            <a:ext cx="8553240" cy="2977920"/>
          </a:xfrm>
          <a:prstGeom prst="rect">
            <a:avLst/>
          </a:prstGeom>
          <a:noFill/>
          <a:ln w="0">
            <a:noFill/>
          </a:ln>
        </p:spPr>
        <p:txBody>
          <a:bodyPr lIns="91440" tIns="45720" rIns="91440" bIns="45720" anchor="t">
            <a:noAutofit/>
          </a:bodyPr>
          <a:lstStyle/>
          <a:p>
            <a:pPr indent="0">
              <a:buNone/>
            </a:pPr>
            <a:endParaRPr lang="tr-TR" sz="1800" b="0" u="none" strike="noStrike">
              <a:solidFill>
                <a:srgbClr val="000000"/>
              </a:solidFill>
              <a:effectLst/>
              <a:uFillTx/>
              <a:latin typeface="Arial"/>
            </a:endParaRPr>
          </a:p>
        </p:txBody>
      </p:sp>
      <p:sp>
        <p:nvSpPr>
          <p:cNvPr id="838" name="PlaceHolder 3"/>
          <p:cNvSpPr>
            <a:spLocks noGrp="1"/>
          </p:cNvSpPr>
          <p:nvPr>
            <p:ph type="sldNum" idx="227"/>
          </p:nvPr>
        </p:nvSpPr>
        <p:spPr>
          <a:xfrm>
            <a:off x="6058080" y="7183440"/>
            <a:ext cx="4632120" cy="3790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C328644B-EEA9-4098-B305-BCC83A7F43FB}" type="slidenum">
              <a:rPr lang="tr-TR" sz="1200" b="0" u="none" strike="noStrike">
                <a:solidFill>
                  <a:srgbClr val="000000"/>
                </a:solidFill>
                <a:effectLst/>
                <a:uFillTx/>
                <a:latin typeface="Times New Roman"/>
              </a:rPr>
              <a:t>38</a:t>
            </a:fld>
            <a:endParaRPr lang="tr-TR" sz="1200" b="0" u="none" strike="noStrike">
              <a:solidFill>
                <a:srgbClr val="000000"/>
              </a:solidFill>
              <a:effectLst/>
              <a:uFillTx/>
              <a:latin typeface="Times New Roman"/>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 name="PlaceHolder 1"/>
          <p:cNvSpPr>
            <a:spLocks noGrp="1" noRot="1" noChangeAspect="1"/>
          </p:cNvSpPr>
          <p:nvPr>
            <p:ph type="sldImg"/>
          </p:nvPr>
        </p:nvSpPr>
        <p:spPr>
          <a:xfrm>
            <a:off x="3543300" y="946150"/>
            <a:ext cx="3606800" cy="2551113"/>
          </a:xfrm>
          <a:prstGeom prst="rect">
            <a:avLst/>
          </a:prstGeom>
          <a:ln w="0">
            <a:noFill/>
          </a:ln>
        </p:spPr>
      </p:sp>
      <p:sp>
        <p:nvSpPr>
          <p:cNvPr id="840" name="PlaceHolder 2"/>
          <p:cNvSpPr>
            <a:spLocks noGrp="1"/>
          </p:cNvSpPr>
          <p:nvPr>
            <p:ph type="body"/>
          </p:nvPr>
        </p:nvSpPr>
        <p:spPr>
          <a:xfrm>
            <a:off x="1069920" y="3639960"/>
            <a:ext cx="8553240" cy="2977920"/>
          </a:xfrm>
          <a:prstGeom prst="rect">
            <a:avLst/>
          </a:prstGeom>
          <a:noFill/>
          <a:ln w="0">
            <a:noFill/>
          </a:ln>
        </p:spPr>
        <p:txBody>
          <a:bodyPr lIns="91440" tIns="45720" rIns="91440" bIns="45720" anchor="t">
            <a:noAutofit/>
          </a:bodyPr>
          <a:lstStyle/>
          <a:p>
            <a:pPr indent="0">
              <a:buNone/>
            </a:pPr>
            <a:endParaRPr lang="tr-TR" sz="1800" b="0" u="none" strike="noStrike">
              <a:solidFill>
                <a:srgbClr val="000000"/>
              </a:solidFill>
              <a:effectLst/>
              <a:uFillTx/>
              <a:latin typeface="Arial"/>
            </a:endParaRPr>
          </a:p>
        </p:txBody>
      </p:sp>
      <p:sp>
        <p:nvSpPr>
          <p:cNvPr id="841" name="PlaceHolder 3"/>
          <p:cNvSpPr>
            <a:spLocks noGrp="1"/>
          </p:cNvSpPr>
          <p:nvPr>
            <p:ph type="sldNum" idx="228"/>
          </p:nvPr>
        </p:nvSpPr>
        <p:spPr>
          <a:xfrm>
            <a:off x="6058080" y="7183440"/>
            <a:ext cx="4632120" cy="3790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2D1D9BE5-CFFC-4A61-BC58-E43FCE322D6D}" type="slidenum">
              <a:rPr lang="tr-TR" sz="1200" b="0" u="none" strike="noStrike">
                <a:solidFill>
                  <a:srgbClr val="000000"/>
                </a:solidFill>
                <a:effectLst/>
                <a:uFillTx/>
                <a:latin typeface="Times New Roman"/>
              </a:rPr>
              <a:t>39</a:t>
            </a:fld>
            <a:endParaRPr lang="tr-TR" sz="1200" b="0" u="none" strike="noStrike">
              <a:solidFill>
                <a:srgbClr val="000000"/>
              </a:solidFill>
              <a:effectLst/>
              <a:uFillTx/>
              <a:latin typeface="Times New Roman"/>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2" name="PlaceHolder 1"/>
          <p:cNvSpPr>
            <a:spLocks noGrp="1" noRot="1" noChangeAspect="1"/>
          </p:cNvSpPr>
          <p:nvPr>
            <p:ph type="sldImg"/>
          </p:nvPr>
        </p:nvSpPr>
        <p:spPr>
          <a:xfrm>
            <a:off x="3543300" y="946150"/>
            <a:ext cx="3606800" cy="2551113"/>
          </a:xfrm>
          <a:prstGeom prst="rect">
            <a:avLst/>
          </a:prstGeom>
          <a:ln w="0">
            <a:noFill/>
          </a:ln>
        </p:spPr>
      </p:sp>
      <p:sp>
        <p:nvSpPr>
          <p:cNvPr id="843" name="PlaceHolder 2"/>
          <p:cNvSpPr>
            <a:spLocks noGrp="1"/>
          </p:cNvSpPr>
          <p:nvPr>
            <p:ph type="body"/>
          </p:nvPr>
        </p:nvSpPr>
        <p:spPr>
          <a:xfrm>
            <a:off x="1069920" y="3639960"/>
            <a:ext cx="8553240" cy="2977920"/>
          </a:xfrm>
          <a:prstGeom prst="rect">
            <a:avLst/>
          </a:prstGeom>
          <a:noFill/>
          <a:ln w="0">
            <a:noFill/>
          </a:ln>
        </p:spPr>
        <p:txBody>
          <a:bodyPr lIns="91440" tIns="45720" rIns="91440" bIns="45720" anchor="t">
            <a:noAutofit/>
          </a:bodyPr>
          <a:lstStyle/>
          <a:p>
            <a:pPr indent="0">
              <a:buNone/>
            </a:pPr>
            <a:endParaRPr lang="tr-TR" sz="1800" b="0" u="none" strike="noStrike">
              <a:solidFill>
                <a:srgbClr val="000000"/>
              </a:solidFill>
              <a:effectLst/>
              <a:uFillTx/>
              <a:latin typeface="Arial"/>
            </a:endParaRPr>
          </a:p>
        </p:txBody>
      </p:sp>
      <p:sp>
        <p:nvSpPr>
          <p:cNvPr id="844" name="PlaceHolder 3"/>
          <p:cNvSpPr>
            <a:spLocks noGrp="1"/>
          </p:cNvSpPr>
          <p:nvPr>
            <p:ph type="sldNum" idx="229"/>
          </p:nvPr>
        </p:nvSpPr>
        <p:spPr>
          <a:xfrm>
            <a:off x="6058080" y="7183440"/>
            <a:ext cx="4632120" cy="3790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FEE73B32-6F24-430D-8DC8-2A3D7D816B9A}" type="slidenum">
              <a:rPr lang="tr-TR" sz="1200" b="0" u="none" strike="noStrike">
                <a:solidFill>
                  <a:srgbClr val="000000"/>
                </a:solidFill>
                <a:effectLst/>
                <a:uFillTx/>
                <a:latin typeface="Times New Roman"/>
              </a:rPr>
              <a:t>40</a:t>
            </a:fld>
            <a:endParaRPr lang="tr-TR" sz="1200" b="0" u="none" strike="noStrike">
              <a:solidFill>
                <a:srgbClr val="000000"/>
              </a:solidFill>
              <a:effectLst/>
              <a:uFillTx/>
              <a:latin typeface="Times New Roman"/>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5" name="PlaceHolder 1"/>
          <p:cNvSpPr>
            <a:spLocks noGrp="1" noRot="1" noChangeAspect="1"/>
          </p:cNvSpPr>
          <p:nvPr>
            <p:ph type="sldImg"/>
          </p:nvPr>
        </p:nvSpPr>
        <p:spPr>
          <a:xfrm>
            <a:off x="3543300" y="946150"/>
            <a:ext cx="3606800" cy="2551113"/>
          </a:xfrm>
          <a:prstGeom prst="rect">
            <a:avLst/>
          </a:prstGeom>
          <a:ln w="0">
            <a:noFill/>
          </a:ln>
        </p:spPr>
      </p:sp>
      <p:sp>
        <p:nvSpPr>
          <p:cNvPr id="846" name="PlaceHolder 2"/>
          <p:cNvSpPr>
            <a:spLocks noGrp="1"/>
          </p:cNvSpPr>
          <p:nvPr>
            <p:ph type="body"/>
          </p:nvPr>
        </p:nvSpPr>
        <p:spPr>
          <a:xfrm>
            <a:off x="1069920" y="3639960"/>
            <a:ext cx="8553240" cy="2977920"/>
          </a:xfrm>
          <a:prstGeom prst="rect">
            <a:avLst/>
          </a:prstGeom>
          <a:noFill/>
          <a:ln w="0">
            <a:noFill/>
          </a:ln>
        </p:spPr>
        <p:txBody>
          <a:bodyPr lIns="91440" tIns="45720" rIns="91440" bIns="45720" anchor="t">
            <a:noAutofit/>
          </a:bodyPr>
          <a:lstStyle/>
          <a:p>
            <a:pPr indent="0">
              <a:buNone/>
            </a:pPr>
            <a:endParaRPr lang="tr-TR" sz="1800" b="0" u="none" strike="noStrike">
              <a:solidFill>
                <a:srgbClr val="000000"/>
              </a:solidFill>
              <a:effectLst/>
              <a:uFillTx/>
              <a:latin typeface="Arial"/>
            </a:endParaRPr>
          </a:p>
        </p:txBody>
      </p:sp>
      <p:sp>
        <p:nvSpPr>
          <p:cNvPr id="847" name="PlaceHolder 3"/>
          <p:cNvSpPr>
            <a:spLocks noGrp="1"/>
          </p:cNvSpPr>
          <p:nvPr>
            <p:ph type="sldNum" idx="230"/>
          </p:nvPr>
        </p:nvSpPr>
        <p:spPr>
          <a:xfrm>
            <a:off x="6058080" y="7183440"/>
            <a:ext cx="4632120" cy="3790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059DF981-C02A-40FC-8D09-8CA16A1E08F0}" type="slidenum">
              <a:rPr lang="tr-TR" sz="1200" b="0" u="none" strike="noStrike">
                <a:solidFill>
                  <a:srgbClr val="000000"/>
                </a:solidFill>
                <a:effectLst/>
                <a:uFillTx/>
                <a:latin typeface="Times New Roman"/>
              </a:rPr>
              <a:t>41</a:t>
            </a:fld>
            <a:endParaRPr lang="tr-TR" sz="1200" b="0" u="none" strike="noStrike">
              <a:solidFill>
                <a:srgbClr val="000000"/>
              </a:solidFill>
              <a:effectLst/>
              <a:uFillTx/>
              <a:latin typeface="Times New Roman"/>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8" name="PlaceHolder 1"/>
          <p:cNvSpPr>
            <a:spLocks noGrp="1" noRot="1" noChangeAspect="1"/>
          </p:cNvSpPr>
          <p:nvPr>
            <p:ph type="sldImg"/>
          </p:nvPr>
        </p:nvSpPr>
        <p:spPr>
          <a:xfrm>
            <a:off x="3543300" y="946150"/>
            <a:ext cx="3606800" cy="2551113"/>
          </a:xfrm>
          <a:prstGeom prst="rect">
            <a:avLst/>
          </a:prstGeom>
          <a:ln w="0">
            <a:noFill/>
          </a:ln>
        </p:spPr>
      </p:sp>
      <p:sp>
        <p:nvSpPr>
          <p:cNvPr id="849" name="PlaceHolder 2"/>
          <p:cNvSpPr>
            <a:spLocks noGrp="1"/>
          </p:cNvSpPr>
          <p:nvPr>
            <p:ph type="body"/>
          </p:nvPr>
        </p:nvSpPr>
        <p:spPr>
          <a:xfrm>
            <a:off x="1069920" y="3639960"/>
            <a:ext cx="8553240" cy="2977920"/>
          </a:xfrm>
          <a:prstGeom prst="rect">
            <a:avLst/>
          </a:prstGeom>
          <a:noFill/>
          <a:ln w="0">
            <a:noFill/>
          </a:ln>
        </p:spPr>
        <p:txBody>
          <a:bodyPr lIns="91440" tIns="45720" rIns="91440" bIns="45720" anchor="t">
            <a:noAutofit/>
          </a:bodyPr>
          <a:lstStyle/>
          <a:p>
            <a:pPr indent="0">
              <a:buNone/>
            </a:pPr>
            <a:endParaRPr lang="tr-TR" sz="1800" b="0" u="none" strike="noStrike">
              <a:solidFill>
                <a:srgbClr val="000000"/>
              </a:solidFill>
              <a:effectLst/>
              <a:uFillTx/>
              <a:latin typeface="Arial"/>
            </a:endParaRPr>
          </a:p>
        </p:txBody>
      </p:sp>
      <p:sp>
        <p:nvSpPr>
          <p:cNvPr id="850" name="PlaceHolder 3"/>
          <p:cNvSpPr>
            <a:spLocks noGrp="1"/>
          </p:cNvSpPr>
          <p:nvPr>
            <p:ph type="sldNum" idx="231"/>
          </p:nvPr>
        </p:nvSpPr>
        <p:spPr>
          <a:xfrm>
            <a:off x="6058080" y="7183440"/>
            <a:ext cx="4632120" cy="3790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1025632A-BB0C-435B-8551-1ED683FF414E}" type="slidenum">
              <a:rPr lang="tr-TR" sz="1200" b="0" u="none" strike="noStrike">
                <a:solidFill>
                  <a:srgbClr val="000000"/>
                </a:solidFill>
                <a:effectLst/>
                <a:uFillTx/>
                <a:latin typeface="Times New Roman"/>
              </a:rPr>
              <a:t>42</a:t>
            </a:fld>
            <a:endParaRPr lang="tr-TR" sz="1200" b="0" u="none" strike="noStrike">
              <a:solidFill>
                <a:srgbClr val="000000"/>
              </a:solidFill>
              <a:effectLst/>
              <a:uFillTx/>
              <a:latin typeface="Times New Roman"/>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1" name="PlaceHolder 1"/>
          <p:cNvSpPr>
            <a:spLocks noGrp="1" noRot="1" noChangeAspect="1"/>
          </p:cNvSpPr>
          <p:nvPr>
            <p:ph type="sldImg"/>
          </p:nvPr>
        </p:nvSpPr>
        <p:spPr>
          <a:xfrm>
            <a:off x="3543300" y="946150"/>
            <a:ext cx="3606800" cy="2551113"/>
          </a:xfrm>
          <a:prstGeom prst="rect">
            <a:avLst/>
          </a:prstGeom>
          <a:ln w="0">
            <a:noFill/>
          </a:ln>
        </p:spPr>
      </p:sp>
      <p:sp>
        <p:nvSpPr>
          <p:cNvPr id="852" name="PlaceHolder 2"/>
          <p:cNvSpPr>
            <a:spLocks noGrp="1"/>
          </p:cNvSpPr>
          <p:nvPr>
            <p:ph type="body"/>
          </p:nvPr>
        </p:nvSpPr>
        <p:spPr>
          <a:xfrm>
            <a:off x="1069920" y="3639960"/>
            <a:ext cx="8553240" cy="2977920"/>
          </a:xfrm>
          <a:prstGeom prst="rect">
            <a:avLst/>
          </a:prstGeom>
          <a:noFill/>
          <a:ln w="0">
            <a:noFill/>
          </a:ln>
        </p:spPr>
        <p:txBody>
          <a:bodyPr lIns="91440" tIns="45720" rIns="91440" bIns="45720" anchor="t">
            <a:noAutofit/>
          </a:bodyPr>
          <a:lstStyle/>
          <a:p>
            <a:pPr indent="0">
              <a:buNone/>
            </a:pPr>
            <a:endParaRPr lang="tr-TR" sz="1800" b="0" u="none" strike="noStrike">
              <a:solidFill>
                <a:srgbClr val="000000"/>
              </a:solidFill>
              <a:effectLst/>
              <a:uFillTx/>
              <a:latin typeface="Arial"/>
            </a:endParaRPr>
          </a:p>
        </p:txBody>
      </p:sp>
      <p:sp>
        <p:nvSpPr>
          <p:cNvPr id="853" name="PlaceHolder 3"/>
          <p:cNvSpPr>
            <a:spLocks noGrp="1"/>
          </p:cNvSpPr>
          <p:nvPr>
            <p:ph type="sldNum" idx="232"/>
          </p:nvPr>
        </p:nvSpPr>
        <p:spPr>
          <a:xfrm>
            <a:off x="6058080" y="7183440"/>
            <a:ext cx="4632120" cy="3790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06FB370C-5E5E-4EC9-9796-54A3EFFB7DA4}" type="slidenum">
              <a:rPr lang="tr-TR" sz="1200" b="0" u="none" strike="noStrike">
                <a:solidFill>
                  <a:srgbClr val="000000"/>
                </a:solidFill>
                <a:effectLst/>
                <a:uFillTx/>
                <a:latin typeface="Times New Roman"/>
              </a:rPr>
              <a:t>43</a:t>
            </a:fld>
            <a:endParaRPr lang="tr-TR" sz="1200" b="0" u="none" strike="noStrike">
              <a:solidFill>
                <a:srgbClr val="000000"/>
              </a:solidFill>
              <a:effectLst/>
              <a:uFillTx/>
              <a:latin typeface="Times New Roman"/>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4" name="PlaceHolder 1"/>
          <p:cNvSpPr>
            <a:spLocks noGrp="1" noRot="1" noChangeAspect="1"/>
          </p:cNvSpPr>
          <p:nvPr>
            <p:ph type="sldImg"/>
          </p:nvPr>
        </p:nvSpPr>
        <p:spPr>
          <a:xfrm>
            <a:off x="3543300" y="946150"/>
            <a:ext cx="3606800" cy="2551113"/>
          </a:xfrm>
          <a:prstGeom prst="rect">
            <a:avLst/>
          </a:prstGeom>
          <a:ln w="0">
            <a:noFill/>
          </a:ln>
        </p:spPr>
      </p:sp>
      <p:sp>
        <p:nvSpPr>
          <p:cNvPr id="855" name="PlaceHolder 2"/>
          <p:cNvSpPr>
            <a:spLocks noGrp="1"/>
          </p:cNvSpPr>
          <p:nvPr>
            <p:ph type="body"/>
          </p:nvPr>
        </p:nvSpPr>
        <p:spPr>
          <a:xfrm>
            <a:off x="1069920" y="3639960"/>
            <a:ext cx="8553240" cy="2977920"/>
          </a:xfrm>
          <a:prstGeom prst="rect">
            <a:avLst/>
          </a:prstGeom>
          <a:noFill/>
          <a:ln w="0">
            <a:noFill/>
          </a:ln>
        </p:spPr>
        <p:txBody>
          <a:bodyPr lIns="91440" tIns="45720" rIns="91440" bIns="45720" anchor="t">
            <a:noAutofit/>
          </a:bodyPr>
          <a:lstStyle/>
          <a:p>
            <a:pPr indent="0">
              <a:buNone/>
            </a:pPr>
            <a:endParaRPr lang="tr-TR" sz="1800" b="0" u="none" strike="noStrike">
              <a:solidFill>
                <a:srgbClr val="000000"/>
              </a:solidFill>
              <a:effectLst/>
              <a:uFillTx/>
              <a:latin typeface="Arial"/>
            </a:endParaRPr>
          </a:p>
        </p:txBody>
      </p:sp>
      <p:sp>
        <p:nvSpPr>
          <p:cNvPr id="856" name="PlaceHolder 3"/>
          <p:cNvSpPr>
            <a:spLocks noGrp="1"/>
          </p:cNvSpPr>
          <p:nvPr>
            <p:ph type="sldNum" idx="233"/>
          </p:nvPr>
        </p:nvSpPr>
        <p:spPr>
          <a:xfrm>
            <a:off x="6058080" y="7183440"/>
            <a:ext cx="4632120" cy="3790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2583F3D1-69A3-488C-9D66-843438231AA9}" type="slidenum">
              <a:rPr lang="tr-TR" sz="1200" b="0" u="none" strike="noStrike">
                <a:solidFill>
                  <a:srgbClr val="000000"/>
                </a:solidFill>
                <a:effectLst/>
                <a:uFillTx/>
                <a:latin typeface="Times New Roman"/>
              </a:rPr>
              <a:t>44</a:t>
            </a:fld>
            <a:endParaRPr lang="tr-TR" sz="1200" b="0" u="none" strike="noStrike">
              <a:solidFill>
                <a:srgbClr val="000000"/>
              </a:solidFill>
              <a:effectLst/>
              <a:uFillTx/>
              <a:latin typeface="Times New Roman"/>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7" name="PlaceHolder 1"/>
          <p:cNvSpPr>
            <a:spLocks noGrp="1" noRot="1" noChangeAspect="1"/>
          </p:cNvSpPr>
          <p:nvPr>
            <p:ph type="sldImg"/>
          </p:nvPr>
        </p:nvSpPr>
        <p:spPr>
          <a:xfrm>
            <a:off x="3543300" y="946150"/>
            <a:ext cx="3606800" cy="2551113"/>
          </a:xfrm>
          <a:prstGeom prst="rect">
            <a:avLst/>
          </a:prstGeom>
          <a:ln w="0">
            <a:noFill/>
          </a:ln>
        </p:spPr>
      </p:sp>
      <p:sp>
        <p:nvSpPr>
          <p:cNvPr id="858" name="PlaceHolder 2"/>
          <p:cNvSpPr>
            <a:spLocks noGrp="1"/>
          </p:cNvSpPr>
          <p:nvPr>
            <p:ph type="body"/>
          </p:nvPr>
        </p:nvSpPr>
        <p:spPr>
          <a:xfrm>
            <a:off x="1069920" y="3639960"/>
            <a:ext cx="8553240" cy="2977920"/>
          </a:xfrm>
          <a:prstGeom prst="rect">
            <a:avLst/>
          </a:prstGeom>
          <a:noFill/>
          <a:ln w="0">
            <a:noFill/>
          </a:ln>
        </p:spPr>
        <p:txBody>
          <a:bodyPr lIns="91440" tIns="45720" rIns="91440" bIns="45720" anchor="t">
            <a:noAutofit/>
          </a:bodyPr>
          <a:lstStyle/>
          <a:p>
            <a:pPr indent="0">
              <a:buNone/>
            </a:pPr>
            <a:endParaRPr lang="tr-TR" sz="1800" b="0" u="none" strike="noStrike">
              <a:solidFill>
                <a:srgbClr val="000000"/>
              </a:solidFill>
              <a:effectLst/>
              <a:uFillTx/>
              <a:latin typeface="Arial"/>
            </a:endParaRPr>
          </a:p>
        </p:txBody>
      </p:sp>
      <p:sp>
        <p:nvSpPr>
          <p:cNvPr id="859" name="PlaceHolder 3"/>
          <p:cNvSpPr>
            <a:spLocks noGrp="1"/>
          </p:cNvSpPr>
          <p:nvPr>
            <p:ph type="sldNum" idx="234"/>
          </p:nvPr>
        </p:nvSpPr>
        <p:spPr>
          <a:xfrm>
            <a:off x="6058080" y="7183440"/>
            <a:ext cx="4632120" cy="3790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94EABC26-34C6-478F-ADB6-9535C51CFA62}" type="slidenum">
              <a:rPr lang="tr-TR" sz="1200" b="0" u="none" strike="noStrike">
                <a:solidFill>
                  <a:srgbClr val="000000"/>
                </a:solidFill>
                <a:effectLst/>
                <a:uFillTx/>
                <a:latin typeface="Times New Roman"/>
              </a:rPr>
              <a:t>45</a:t>
            </a:fld>
            <a:endParaRPr lang="tr-TR" sz="1200" b="0" u="none" strike="noStrike">
              <a:solidFill>
                <a:srgbClr val="000000"/>
              </a:solidFill>
              <a:effectLst/>
              <a:uFillTx/>
              <a:latin typeface="Times New Roman"/>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 name="PlaceHolder 1"/>
          <p:cNvSpPr>
            <a:spLocks noGrp="1" noRot="1" noChangeAspect="1"/>
          </p:cNvSpPr>
          <p:nvPr>
            <p:ph type="sldImg"/>
          </p:nvPr>
        </p:nvSpPr>
        <p:spPr>
          <a:xfrm>
            <a:off x="3543300" y="946150"/>
            <a:ext cx="3606800" cy="2551113"/>
          </a:xfrm>
          <a:prstGeom prst="rect">
            <a:avLst/>
          </a:prstGeom>
          <a:ln w="0">
            <a:noFill/>
          </a:ln>
        </p:spPr>
      </p:sp>
      <p:sp>
        <p:nvSpPr>
          <p:cNvPr id="861" name="PlaceHolder 2"/>
          <p:cNvSpPr>
            <a:spLocks noGrp="1"/>
          </p:cNvSpPr>
          <p:nvPr>
            <p:ph type="body"/>
          </p:nvPr>
        </p:nvSpPr>
        <p:spPr>
          <a:xfrm>
            <a:off x="1069920" y="3639960"/>
            <a:ext cx="8553240" cy="2977920"/>
          </a:xfrm>
          <a:prstGeom prst="rect">
            <a:avLst/>
          </a:prstGeom>
          <a:noFill/>
          <a:ln w="0">
            <a:noFill/>
          </a:ln>
        </p:spPr>
        <p:txBody>
          <a:bodyPr lIns="91440" tIns="45720" rIns="91440" bIns="45720" anchor="t">
            <a:noAutofit/>
          </a:bodyPr>
          <a:lstStyle/>
          <a:p>
            <a:pPr indent="0">
              <a:buNone/>
            </a:pPr>
            <a:endParaRPr lang="tr-TR" sz="1800" b="0" u="none" strike="noStrike">
              <a:solidFill>
                <a:srgbClr val="000000"/>
              </a:solidFill>
              <a:effectLst/>
              <a:uFillTx/>
              <a:latin typeface="Arial"/>
            </a:endParaRPr>
          </a:p>
        </p:txBody>
      </p:sp>
      <p:sp>
        <p:nvSpPr>
          <p:cNvPr id="862" name="PlaceHolder 3"/>
          <p:cNvSpPr>
            <a:spLocks noGrp="1"/>
          </p:cNvSpPr>
          <p:nvPr>
            <p:ph type="sldNum" idx="235"/>
          </p:nvPr>
        </p:nvSpPr>
        <p:spPr>
          <a:xfrm>
            <a:off x="6058080" y="7183440"/>
            <a:ext cx="4632120" cy="3790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EDAE8102-4228-4F48-ABA1-E6317F4566C0}" type="slidenum">
              <a:rPr lang="tr-TR" sz="1200" b="0" u="none" strike="noStrike">
                <a:solidFill>
                  <a:srgbClr val="000000"/>
                </a:solidFill>
                <a:effectLst/>
                <a:uFillTx/>
                <a:latin typeface="Times New Roman"/>
              </a:rPr>
              <a:t>46</a:t>
            </a:fld>
            <a:endParaRPr lang="tr-TR" sz="1200" b="0" u="none" strike="noStrike">
              <a:solidFill>
                <a:srgbClr val="000000"/>
              </a:solidFill>
              <a:effectLst/>
              <a:uFillTx/>
              <a:latin typeface="Times New Roman"/>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3" name="PlaceHolder 1"/>
          <p:cNvSpPr>
            <a:spLocks noGrp="1" noRot="1" noChangeAspect="1"/>
          </p:cNvSpPr>
          <p:nvPr>
            <p:ph type="sldImg"/>
          </p:nvPr>
        </p:nvSpPr>
        <p:spPr>
          <a:xfrm>
            <a:off x="3543300" y="946150"/>
            <a:ext cx="3606800" cy="2551113"/>
          </a:xfrm>
          <a:prstGeom prst="rect">
            <a:avLst/>
          </a:prstGeom>
          <a:ln w="0">
            <a:noFill/>
          </a:ln>
        </p:spPr>
      </p:sp>
      <p:sp>
        <p:nvSpPr>
          <p:cNvPr id="864" name="PlaceHolder 2"/>
          <p:cNvSpPr>
            <a:spLocks noGrp="1"/>
          </p:cNvSpPr>
          <p:nvPr>
            <p:ph type="body"/>
          </p:nvPr>
        </p:nvSpPr>
        <p:spPr>
          <a:xfrm>
            <a:off x="1069920" y="3639960"/>
            <a:ext cx="8553240" cy="2977920"/>
          </a:xfrm>
          <a:prstGeom prst="rect">
            <a:avLst/>
          </a:prstGeom>
          <a:noFill/>
          <a:ln w="0">
            <a:noFill/>
          </a:ln>
        </p:spPr>
        <p:txBody>
          <a:bodyPr lIns="91440" tIns="45720" rIns="91440" bIns="45720" anchor="t">
            <a:noAutofit/>
          </a:bodyPr>
          <a:lstStyle/>
          <a:p>
            <a:pPr indent="0">
              <a:buNone/>
            </a:pPr>
            <a:endParaRPr lang="tr-TR" sz="1800" b="0" u="none" strike="noStrike">
              <a:solidFill>
                <a:srgbClr val="000000"/>
              </a:solidFill>
              <a:effectLst/>
              <a:uFillTx/>
              <a:latin typeface="Arial"/>
            </a:endParaRPr>
          </a:p>
        </p:txBody>
      </p:sp>
      <p:sp>
        <p:nvSpPr>
          <p:cNvPr id="865" name="PlaceHolder 3"/>
          <p:cNvSpPr>
            <a:spLocks noGrp="1"/>
          </p:cNvSpPr>
          <p:nvPr>
            <p:ph type="sldNum" idx="236"/>
          </p:nvPr>
        </p:nvSpPr>
        <p:spPr>
          <a:xfrm>
            <a:off x="6058080" y="7183440"/>
            <a:ext cx="4632120" cy="3790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A95B9434-E763-4AD2-8F76-ED609E121D03}" type="slidenum">
              <a:rPr lang="tr-TR" sz="1200" b="0" u="none" strike="noStrike">
                <a:solidFill>
                  <a:srgbClr val="000000"/>
                </a:solidFill>
                <a:effectLst/>
                <a:uFillTx/>
                <a:latin typeface="Times New Roman"/>
              </a:rPr>
              <a:t>47</a:t>
            </a:fld>
            <a:endParaRPr lang="tr-TR" sz="1200" b="0" u="none" strike="noStrike">
              <a:solidFill>
                <a:srgbClr val="000000"/>
              </a:solidFill>
              <a:effectLst/>
              <a:uFillTx/>
              <a:latin typeface="Times New Roman"/>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6" name="PlaceHolder 1"/>
          <p:cNvSpPr>
            <a:spLocks noGrp="1" noRot="1" noChangeAspect="1"/>
          </p:cNvSpPr>
          <p:nvPr>
            <p:ph type="sldImg"/>
          </p:nvPr>
        </p:nvSpPr>
        <p:spPr>
          <a:xfrm>
            <a:off x="3543300" y="946150"/>
            <a:ext cx="3606800" cy="2551113"/>
          </a:xfrm>
          <a:prstGeom prst="rect">
            <a:avLst/>
          </a:prstGeom>
          <a:ln w="0">
            <a:noFill/>
          </a:ln>
        </p:spPr>
      </p:sp>
      <p:sp>
        <p:nvSpPr>
          <p:cNvPr id="867" name="PlaceHolder 2"/>
          <p:cNvSpPr>
            <a:spLocks noGrp="1"/>
          </p:cNvSpPr>
          <p:nvPr>
            <p:ph type="body"/>
          </p:nvPr>
        </p:nvSpPr>
        <p:spPr>
          <a:xfrm>
            <a:off x="1069920" y="3639960"/>
            <a:ext cx="8553240" cy="2977920"/>
          </a:xfrm>
          <a:prstGeom prst="rect">
            <a:avLst/>
          </a:prstGeom>
          <a:noFill/>
          <a:ln w="0">
            <a:noFill/>
          </a:ln>
        </p:spPr>
        <p:txBody>
          <a:bodyPr lIns="91440" tIns="45720" rIns="91440" bIns="45720" anchor="t">
            <a:noAutofit/>
          </a:bodyPr>
          <a:lstStyle/>
          <a:p>
            <a:pPr indent="0">
              <a:buNone/>
            </a:pPr>
            <a:endParaRPr lang="tr-TR" sz="1800" b="0" u="none" strike="noStrike">
              <a:solidFill>
                <a:srgbClr val="000000"/>
              </a:solidFill>
              <a:effectLst/>
              <a:uFillTx/>
              <a:latin typeface="Arial"/>
            </a:endParaRPr>
          </a:p>
        </p:txBody>
      </p:sp>
      <p:sp>
        <p:nvSpPr>
          <p:cNvPr id="868" name="PlaceHolder 3"/>
          <p:cNvSpPr>
            <a:spLocks noGrp="1"/>
          </p:cNvSpPr>
          <p:nvPr>
            <p:ph type="sldNum" idx="237"/>
          </p:nvPr>
        </p:nvSpPr>
        <p:spPr>
          <a:xfrm>
            <a:off x="6058080" y="7183440"/>
            <a:ext cx="4632120" cy="3790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B5396B97-0ECD-4576-9F88-C21EF020C4AE}" type="slidenum">
              <a:rPr lang="tr-TR" sz="1200" b="0" u="none" strike="noStrike">
                <a:solidFill>
                  <a:srgbClr val="000000"/>
                </a:solidFill>
                <a:effectLst/>
                <a:uFillTx/>
                <a:latin typeface="Times New Roman"/>
              </a:rPr>
              <a:t>48</a:t>
            </a:fld>
            <a:endParaRPr lang="tr-TR" sz="1200" b="0" u="none" strike="noStrike">
              <a:solidFill>
                <a:srgbClr val="000000"/>
              </a:solidFill>
              <a:effectLst/>
              <a:uFillTx/>
              <a:latin typeface="Times New Roman"/>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9" name="PlaceHolder 1"/>
          <p:cNvSpPr>
            <a:spLocks noGrp="1" noRot="1" noChangeAspect="1"/>
          </p:cNvSpPr>
          <p:nvPr>
            <p:ph type="sldImg"/>
          </p:nvPr>
        </p:nvSpPr>
        <p:spPr>
          <a:xfrm>
            <a:off x="3543300" y="946150"/>
            <a:ext cx="3606800" cy="2551113"/>
          </a:xfrm>
          <a:prstGeom prst="rect">
            <a:avLst/>
          </a:prstGeom>
          <a:ln w="0">
            <a:noFill/>
          </a:ln>
        </p:spPr>
      </p:sp>
      <p:sp>
        <p:nvSpPr>
          <p:cNvPr id="870" name="PlaceHolder 2"/>
          <p:cNvSpPr>
            <a:spLocks noGrp="1"/>
          </p:cNvSpPr>
          <p:nvPr>
            <p:ph type="body"/>
          </p:nvPr>
        </p:nvSpPr>
        <p:spPr>
          <a:xfrm>
            <a:off x="1069920" y="3639960"/>
            <a:ext cx="8553240" cy="2977920"/>
          </a:xfrm>
          <a:prstGeom prst="rect">
            <a:avLst/>
          </a:prstGeom>
          <a:noFill/>
          <a:ln w="0">
            <a:noFill/>
          </a:ln>
        </p:spPr>
        <p:txBody>
          <a:bodyPr lIns="91440" tIns="45720" rIns="91440" bIns="45720" anchor="t">
            <a:noAutofit/>
          </a:bodyPr>
          <a:lstStyle/>
          <a:p>
            <a:pPr indent="0">
              <a:buNone/>
            </a:pPr>
            <a:endParaRPr lang="tr-TR" sz="1800" b="0" u="none" strike="noStrike">
              <a:solidFill>
                <a:srgbClr val="000000"/>
              </a:solidFill>
              <a:effectLst/>
              <a:uFillTx/>
              <a:latin typeface="Arial"/>
            </a:endParaRPr>
          </a:p>
        </p:txBody>
      </p:sp>
      <p:sp>
        <p:nvSpPr>
          <p:cNvPr id="871" name="PlaceHolder 3"/>
          <p:cNvSpPr>
            <a:spLocks noGrp="1"/>
          </p:cNvSpPr>
          <p:nvPr>
            <p:ph type="sldNum" idx="238"/>
          </p:nvPr>
        </p:nvSpPr>
        <p:spPr>
          <a:xfrm>
            <a:off x="6058080" y="7183440"/>
            <a:ext cx="4632120" cy="3790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9E6E4E76-23DF-4588-AFEC-7D77C382599D}" type="slidenum">
              <a:rPr lang="tr-TR" sz="1200" b="0" u="none" strike="noStrike">
                <a:solidFill>
                  <a:srgbClr val="000000"/>
                </a:solidFill>
                <a:effectLst/>
                <a:uFillTx/>
                <a:latin typeface="Times New Roman"/>
              </a:rPr>
              <a:t>49</a:t>
            </a:fld>
            <a:endParaRPr lang="tr-TR" sz="1200" b="0" u="none" strike="noStrike">
              <a:solidFill>
                <a:srgbClr val="000000"/>
              </a:solidFill>
              <a:effectLst/>
              <a:uFillTx/>
              <a:latin typeface="Times New Roman"/>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2" name="PlaceHolder 1"/>
          <p:cNvSpPr>
            <a:spLocks noGrp="1" noRot="1" noChangeAspect="1"/>
          </p:cNvSpPr>
          <p:nvPr>
            <p:ph type="sldImg"/>
          </p:nvPr>
        </p:nvSpPr>
        <p:spPr>
          <a:xfrm>
            <a:off x="3543300" y="946150"/>
            <a:ext cx="3606800" cy="2551113"/>
          </a:xfrm>
          <a:prstGeom prst="rect">
            <a:avLst/>
          </a:prstGeom>
          <a:ln w="0">
            <a:noFill/>
          </a:ln>
        </p:spPr>
      </p:sp>
      <p:sp>
        <p:nvSpPr>
          <p:cNvPr id="873" name="PlaceHolder 2"/>
          <p:cNvSpPr>
            <a:spLocks noGrp="1"/>
          </p:cNvSpPr>
          <p:nvPr>
            <p:ph type="body"/>
          </p:nvPr>
        </p:nvSpPr>
        <p:spPr>
          <a:xfrm>
            <a:off x="1069920" y="3639960"/>
            <a:ext cx="8553240" cy="2977920"/>
          </a:xfrm>
          <a:prstGeom prst="rect">
            <a:avLst/>
          </a:prstGeom>
          <a:noFill/>
          <a:ln w="0">
            <a:noFill/>
          </a:ln>
        </p:spPr>
        <p:txBody>
          <a:bodyPr lIns="91440" tIns="45720" rIns="91440" bIns="45720" anchor="t">
            <a:noAutofit/>
          </a:bodyPr>
          <a:lstStyle/>
          <a:p>
            <a:pPr indent="0">
              <a:buNone/>
            </a:pPr>
            <a:endParaRPr lang="tr-TR" sz="1800" b="0" u="none" strike="noStrike">
              <a:solidFill>
                <a:srgbClr val="000000"/>
              </a:solidFill>
              <a:effectLst/>
              <a:uFillTx/>
              <a:latin typeface="Arial"/>
            </a:endParaRPr>
          </a:p>
        </p:txBody>
      </p:sp>
      <p:sp>
        <p:nvSpPr>
          <p:cNvPr id="874" name="PlaceHolder 3"/>
          <p:cNvSpPr>
            <a:spLocks noGrp="1"/>
          </p:cNvSpPr>
          <p:nvPr>
            <p:ph type="sldNum" idx="239"/>
          </p:nvPr>
        </p:nvSpPr>
        <p:spPr>
          <a:xfrm>
            <a:off x="6058080" y="7183440"/>
            <a:ext cx="4632120" cy="3790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5625C637-B9BA-461F-A788-3360C1419732}" type="slidenum">
              <a:rPr lang="tr-TR" sz="1200" b="0" u="none" strike="noStrike">
                <a:solidFill>
                  <a:srgbClr val="000000"/>
                </a:solidFill>
                <a:effectLst/>
                <a:uFillTx/>
                <a:latin typeface="Times New Roman"/>
              </a:rPr>
              <a:t>50</a:t>
            </a:fld>
            <a:endParaRPr lang="tr-TR" sz="1200" b="0" u="none" strike="noStrike">
              <a:solidFill>
                <a:srgbClr val="000000"/>
              </a:solidFill>
              <a:effectLst/>
              <a:uFillTx/>
              <a:latin typeface="Times New Roman"/>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5" name="PlaceHolder 1"/>
          <p:cNvSpPr>
            <a:spLocks noGrp="1" noRot="1" noChangeAspect="1"/>
          </p:cNvSpPr>
          <p:nvPr>
            <p:ph type="sldImg"/>
          </p:nvPr>
        </p:nvSpPr>
        <p:spPr>
          <a:xfrm>
            <a:off x="3543300" y="946150"/>
            <a:ext cx="3606800" cy="2551113"/>
          </a:xfrm>
          <a:prstGeom prst="rect">
            <a:avLst/>
          </a:prstGeom>
          <a:ln w="0">
            <a:noFill/>
          </a:ln>
        </p:spPr>
      </p:sp>
      <p:sp>
        <p:nvSpPr>
          <p:cNvPr id="876" name="PlaceHolder 2"/>
          <p:cNvSpPr>
            <a:spLocks noGrp="1"/>
          </p:cNvSpPr>
          <p:nvPr>
            <p:ph type="body"/>
          </p:nvPr>
        </p:nvSpPr>
        <p:spPr>
          <a:xfrm>
            <a:off x="1069920" y="3639960"/>
            <a:ext cx="8553240" cy="2977920"/>
          </a:xfrm>
          <a:prstGeom prst="rect">
            <a:avLst/>
          </a:prstGeom>
          <a:noFill/>
          <a:ln w="0">
            <a:noFill/>
          </a:ln>
        </p:spPr>
        <p:txBody>
          <a:bodyPr lIns="91440" tIns="45720" rIns="91440" bIns="45720" anchor="t">
            <a:noAutofit/>
          </a:bodyPr>
          <a:lstStyle/>
          <a:p>
            <a:pPr indent="0">
              <a:buNone/>
            </a:pPr>
            <a:endParaRPr lang="tr-TR" sz="1800" b="0" u="none" strike="noStrike">
              <a:solidFill>
                <a:srgbClr val="000000"/>
              </a:solidFill>
              <a:effectLst/>
              <a:uFillTx/>
              <a:latin typeface="Arial"/>
            </a:endParaRPr>
          </a:p>
        </p:txBody>
      </p:sp>
      <p:sp>
        <p:nvSpPr>
          <p:cNvPr id="877" name="PlaceHolder 3"/>
          <p:cNvSpPr>
            <a:spLocks noGrp="1"/>
          </p:cNvSpPr>
          <p:nvPr>
            <p:ph type="sldNum" idx="240"/>
          </p:nvPr>
        </p:nvSpPr>
        <p:spPr>
          <a:xfrm>
            <a:off x="6058080" y="7183440"/>
            <a:ext cx="4632120" cy="3790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DA9B96A4-F939-4EEF-94B3-36C31E80AAE4}" type="slidenum">
              <a:rPr lang="tr-TR" sz="1200" b="0" u="none" strike="noStrike">
                <a:solidFill>
                  <a:srgbClr val="000000"/>
                </a:solidFill>
                <a:effectLst/>
                <a:uFillTx/>
                <a:latin typeface="Times New Roman"/>
              </a:rPr>
              <a:t>51</a:t>
            </a:fld>
            <a:endParaRPr lang="tr-TR" sz="1200" b="0" u="none" strike="noStrike">
              <a:solidFill>
                <a:srgbClr val="000000"/>
              </a:solidFill>
              <a:effectLst/>
              <a:uFillTx/>
              <a:latin typeface="Times New Roman"/>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8" name="PlaceHolder 1"/>
          <p:cNvSpPr>
            <a:spLocks noGrp="1" noRot="1" noChangeAspect="1"/>
          </p:cNvSpPr>
          <p:nvPr>
            <p:ph type="sldImg"/>
          </p:nvPr>
        </p:nvSpPr>
        <p:spPr>
          <a:xfrm>
            <a:off x="3543300" y="946150"/>
            <a:ext cx="3606800" cy="2551113"/>
          </a:xfrm>
          <a:prstGeom prst="rect">
            <a:avLst/>
          </a:prstGeom>
          <a:ln w="0">
            <a:noFill/>
          </a:ln>
        </p:spPr>
      </p:sp>
      <p:sp>
        <p:nvSpPr>
          <p:cNvPr id="879" name="PlaceHolder 2"/>
          <p:cNvSpPr>
            <a:spLocks noGrp="1"/>
          </p:cNvSpPr>
          <p:nvPr>
            <p:ph type="body"/>
          </p:nvPr>
        </p:nvSpPr>
        <p:spPr>
          <a:xfrm>
            <a:off x="1069920" y="3639960"/>
            <a:ext cx="8553240" cy="2977920"/>
          </a:xfrm>
          <a:prstGeom prst="rect">
            <a:avLst/>
          </a:prstGeom>
          <a:noFill/>
          <a:ln w="0">
            <a:noFill/>
          </a:ln>
        </p:spPr>
        <p:txBody>
          <a:bodyPr lIns="91440" tIns="45720" rIns="91440" bIns="45720" anchor="t">
            <a:noAutofit/>
          </a:bodyPr>
          <a:lstStyle/>
          <a:p>
            <a:pPr indent="0">
              <a:buNone/>
            </a:pPr>
            <a:endParaRPr lang="tr-TR" sz="1800" b="0" u="none" strike="noStrike">
              <a:solidFill>
                <a:srgbClr val="000000"/>
              </a:solidFill>
              <a:effectLst/>
              <a:uFillTx/>
              <a:latin typeface="Arial"/>
            </a:endParaRPr>
          </a:p>
        </p:txBody>
      </p:sp>
      <p:sp>
        <p:nvSpPr>
          <p:cNvPr id="880" name="PlaceHolder 3"/>
          <p:cNvSpPr>
            <a:spLocks noGrp="1"/>
          </p:cNvSpPr>
          <p:nvPr>
            <p:ph type="sldNum" idx="241"/>
          </p:nvPr>
        </p:nvSpPr>
        <p:spPr>
          <a:xfrm>
            <a:off x="6058080" y="7183440"/>
            <a:ext cx="4632120" cy="3790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723F5C54-57A5-437A-BE42-7B5A3A6DD3A4}" type="slidenum">
              <a:rPr lang="tr-TR" sz="1200" b="0" u="none" strike="noStrike">
                <a:solidFill>
                  <a:srgbClr val="000000"/>
                </a:solidFill>
                <a:effectLst/>
                <a:uFillTx/>
                <a:latin typeface="Times New Roman"/>
              </a:rPr>
              <a:t>52</a:t>
            </a:fld>
            <a:endParaRPr lang="tr-TR" sz="1200" b="0" u="none" strike="noStrike">
              <a:solidFill>
                <a:srgbClr val="000000"/>
              </a:solidFill>
              <a:effectLst/>
              <a:uFillTx/>
              <a:latin typeface="Times New Roman"/>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1" name="PlaceHolder 1"/>
          <p:cNvSpPr>
            <a:spLocks noGrp="1" noRot="1" noChangeAspect="1"/>
          </p:cNvSpPr>
          <p:nvPr>
            <p:ph type="sldImg"/>
          </p:nvPr>
        </p:nvSpPr>
        <p:spPr>
          <a:xfrm>
            <a:off x="3543300" y="946150"/>
            <a:ext cx="3606800" cy="2551113"/>
          </a:xfrm>
          <a:prstGeom prst="rect">
            <a:avLst/>
          </a:prstGeom>
          <a:ln w="0">
            <a:noFill/>
          </a:ln>
        </p:spPr>
      </p:sp>
      <p:sp>
        <p:nvSpPr>
          <p:cNvPr id="882" name="PlaceHolder 2"/>
          <p:cNvSpPr>
            <a:spLocks noGrp="1"/>
          </p:cNvSpPr>
          <p:nvPr>
            <p:ph type="body"/>
          </p:nvPr>
        </p:nvSpPr>
        <p:spPr>
          <a:xfrm>
            <a:off x="1069920" y="3639960"/>
            <a:ext cx="8553240" cy="2977920"/>
          </a:xfrm>
          <a:prstGeom prst="rect">
            <a:avLst/>
          </a:prstGeom>
          <a:noFill/>
          <a:ln w="0">
            <a:noFill/>
          </a:ln>
        </p:spPr>
        <p:txBody>
          <a:bodyPr lIns="91440" tIns="45720" rIns="91440" bIns="45720" anchor="t">
            <a:noAutofit/>
          </a:bodyPr>
          <a:lstStyle/>
          <a:p>
            <a:pPr indent="0">
              <a:buNone/>
            </a:pPr>
            <a:endParaRPr lang="tr-TR" sz="1800" b="0" u="none" strike="noStrike">
              <a:solidFill>
                <a:srgbClr val="000000"/>
              </a:solidFill>
              <a:effectLst/>
              <a:uFillTx/>
              <a:latin typeface="Arial"/>
            </a:endParaRPr>
          </a:p>
        </p:txBody>
      </p:sp>
      <p:sp>
        <p:nvSpPr>
          <p:cNvPr id="883" name="PlaceHolder 3"/>
          <p:cNvSpPr>
            <a:spLocks noGrp="1"/>
          </p:cNvSpPr>
          <p:nvPr>
            <p:ph type="sldNum" idx="242"/>
          </p:nvPr>
        </p:nvSpPr>
        <p:spPr>
          <a:xfrm>
            <a:off x="6058080" y="7183440"/>
            <a:ext cx="4632120" cy="3790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3945D035-1551-456D-9B60-C1CA2EBBB6F9}" type="slidenum">
              <a:rPr lang="tr-TR" sz="1200" b="0" u="none" strike="noStrike">
                <a:solidFill>
                  <a:srgbClr val="000000"/>
                </a:solidFill>
                <a:effectLst/>
                <a:uFillTx/>
                <a:latin typeface="Times New Roman"/>
              </a:rPr>
              <a:t>53</a:t>
            </a:fld>
            <a:endParaRPr lang="tr-TR" sz="1200" b="0" u="none" strike="noStrike">
              <a:solidFill>
                <a:srgbClr val="000000"/>
              </a:solidFill>
              <a:effectLst/>
              <a:uFillTx/>
              <a:latin typeface="Times New Roman"/>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4" name="PlaceHolder 1"/>
          <p:cNvSpPr>
            <a:spLocks noGrp="1" noRot="1" noChangeAspect="1"/>
          </p:cNvSpPr>
          <p:nvPr>
            <p:ph type="sldImg"/>
          </p:nvPr>
        </p:nvSpPr>
        <p:spPr>
          <a:xfrm>
            <a:off x="3543300" y="946150"/>
            <a:ext cx="3606800" cy="2551113"/>
          </a:xfrm>
          <a:prstGeom prst="rect">
            <a:avLst/>
          </a:prstGeom>
          <a:ln w="0">
            <a:noFill/>
          </a:ln>
        </p:spPr>
      </p:sp>
      <p:sp>
        <p:nvSpPr>
          <p:cNvPr id="885" name="PlaceHolder 2"/>
          <p:cNvSpPr>
            <a:spLocks noGrp="1"/>
          </p:cNvSpPr>
          <p:nvPr>
            <p:ph type="body"/>
          </p:nvPr>
        </p:nvSpPr>
        <p:spPr>
          <a:xfrm>
            <a:off x="1069920" y="3639960"/>
            <a:ext cx="8553240" cy="2977920"/>
          </a:xfrm>
          <a:prstGeom prst="rect">
            <a:avLst/>
          </a:prstGeom>
          <a:noFill/>
          <a:ln w="0">
            <a:noFill/>
          </a:ln>
        </p:spPr>
        <p:txBody>
          <a:bodyPr lIns="91440" tIns="45720" rIns="91440" bIns="45720" anchor="t">
            <a:noAutofit/>
          </a:bodyPr>
          <a:lstStyle/>
          <a:p>
            <a:pPr indent="0">
              <a:buNone/>
            </a:pPr>
            <a:endParaRPr lang="tr-TR" sz="1800" b="0" u="none" strike="noStrike">
              <a:solidFill>
                <a:srgbClr val="000000"/>
              </a:solidFill>
              <a:effectLst/>
              <a:uFillTx/>
              <a:latin typeface="Arial"/>
            </a:endParaRPr>
          </a:p>
        </p:txBody>
      </p:sp>
      <p:sp>
        <p:nvSpPr>
          <p:cNvPr id="886" name="PlaceHolder 3"/>
          <p:cNvSpPr>
            <a:spLocks noGrp="1"/>
          </p:cNvSpPr>
          <p:nvPr>
            <p:ph type="sldNum" idx="243"/>
          </p:nvPr>
        </p:nvSpPr>
        <p:spPr>
          <a:xfrm>
            <a:off x="6058080" y="7183440"/>
            <a:ext cx="4632120" cy="3790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36C1A32B-EA0E-4D28-BC03-602FBB64F891}" type="slidenum">
              <a:rPr lang="tr-TR" sz="1200" b="0" u="none" strike="noStrike">
                <a:solidFill>
                  <a:srgbClr val="000000"/>
                </a:solidFill>
                <a:effectLst/>
                <a:uFillTx/>
                <a:latin typeface="Times New Roman"/>
              </a:rPr>
              <a:t>54</a:t>
            </a:fld>
            <a:endParaRPr lang="tr-TR" sz="1200" b="0" u="none" strike="noStrike">
              <a:solidFill>
                <a:srgbClr val="000000"/>
              </a:solidFill>
              <a:effectLst/>
              <a:uFillTx/>
              <a:latin typeface="Times New Roman"/>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7" name="PlaceHolder 1"/>
          <p:cNvSpPr>
            <a:spLocks noGrp="1" noRot="1" noChangeAspect="1"/>
          </p:cNvSpPr>
          <p:nvPr>
            <p:ph type="sldImg"/>
          </p:nvPr>
        </p:nvSpPr>
        <p:spPr>
          <a:xfrm>
            <a:off x="3543300" y="946150"/>
            <a:ext cx="3606800" cy="2551113"/>
          </a:xfrm>
          <a:prstGeom prst="rect">
            <a:avLst/>
          </a:prstGeom>
          <a:ln w="0">
            <a:noFill/>
          </a:ln>
        </p:spPr>
      </p:sp>
      <p:sp>
        <p:nvSpPr>
          <p:cNvPr id="888" name="PlaceHolder 2"/>
          <p:cNvSpPr>
            <a:spLocks noGrp="1"/>
          </p:cNvSpPr>
          <p:nvPr>
            <p:ph type="body"/>
          </p:nvPr>
        </p:nvSpPr>
        <p:spPr>
          <a:xfrm>
            <a:off x="1069920" y="3639960"/>
            <a:ext cx="8553240" cy="2977920"/>
          </a:xfrm>
          <a:prstGeom prst="rect">
            <a:avLst/>
          </a:prstGeom>
          <a:noFill/>
          <a:ln w="0">
            <a:noFill/>
          </a:ln>
        </p:spPr>
        <p:txBody>
          <a:bodyPr lIns="91440" tIns="45720" rIns="91440" bIns="45720" anchor="t">
            <a:noAutofit/>
          </a:bodyPr>
          <a:lstStyle/>
          <a:p>
            <a:pPr indent="0">
              <a:buNone/>
            </a:pPr>
            <a:endParaRPr lang="tr-TR" sz="1800" b="0" u="none" strike="noStrike">
              <a:solidFill>
                <a:srgbClr val="000000"/>
              </a:solidFill>
              <a:effectLst/>
              <a:uFillTx/>
              <a:latin typeface="Arial"/>
            </a:endParaRPr>
          </a:p>
        </p:txBody>
      </p:sp>
      <p:sp>
        <p:nvSpPr>
          <p:cNvPr id="889" name="PlaceHolder 3"/>
          <p:cNvSpPr>
            <a:spLocks noGrp="1"/>
          </p:cNvSpPr>
          <p:nvPr>
            <p:ph type="sldNum" idx="244"/>
          </p:nvPr>
        </p:nvSpPr>
        <p:spPr>
          <a:xfrm>
            <a:off x="6058080" y="7183440"/>
            <a:ext cx="4632120" cy="3790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DB0694DD-E429-4809-A613-F9D4425DB506}" type="slidenum">
              <a:rPr lang="tr-TR" sz="1200" b="0" u="none" strike="noStrike">
                <a:solidFill>
                  <a:srgbClr val="000000"/>
                </a:solidFill>
                <a:effectLst/>
                <a:uFillTx/>
                <a:latin typeface="Times New Roman"/>
              </a:rPr>
              <a:t>55</a:t>
            </a:fld>
            <a:endParaRPr lang="tr-TR" sz="1200" b="0" u="none" strike="noStrike">
              <a:solidFill>
                <a:srgbClr val="000000"/>
              </a:solidFill>
              <a:effectLst/>
              <a:uFillTx/>
              <a:latin typeface="Times New Roman"/>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 name="PlaceHolder 1"/>
          <p:cNvSpPr>
            <a:spLocks noGrp="1" noRot="1" noChangeAspect="1"/>
          </p:cNvSpPr>
          <p:nvPr>
            <p:ph type="sldImg"/>
          </p:nvPr>
        </p:nvSpPr>
        <p:spPr>
          <a:xfrm>
            <a:off x="3543300" y="946150"/>
            <a:ext cx="3606800" cy="2551113"/>
          </a:xfrm>
          <a:prstGeom prst="rect">
            <a:avLst/>
          </a:prstGeom>
          <a:ln w="0">
            <a:noFill/>
          </a:ln>
        </p:spPr>
      </p:sp>
      <p:sp>
        <p:nvSpPr>
          <p:cNvPr id="891" name="PlaceHolder 2"/>
          <p:cNvSpPr>
            <a:spLocks noGrp="1"/>
          </p:cNvSpPr>
          <p:nvPr>
            <p:ph type="body"/>
          </p:nvPr>
        </p:nvSpPr>
        <p:spPr>
          <a:xfrm>
            <a:off x="1069920" y="3639960"/>
            <a:ext cx="8553240" cy="2977920"/>
          </a:xfrm>
          <a:prstGeom prst="rect">
            <a:avLst/>
          </a:prstGeom>
          <a:noFill/>
          <a:ln w="0">
            <a:noFill/>
          </a:ln>
        </p:spPr>
        <p:txBody>
          <a:bodyPr lIns="91440" tIns="45720" rIns="91440" bIns="45720" anchor="t">
            <a:noAutofit/>
          </a:bodyPr>
          <a:lstStyle/>
          <a:p>
            <a:pPr indent="0">
              <a:buNone/>
            </a:pPr>
            <a:endParaRPr lang="tr-TR" sz="1800" b="0" u="none" strike="noStrike">
              <a:solidFill>
                <a:srgbClr val="000000"/>
              </a:solidFill>
              <a:effectLst/>
              <a:uFillTx/>
              <a:latin typeface="Arial"/>
            </a:endParaRPr>
          </a:p>
        </p:txBody>
      </p:sp>
      <p:sp>
        <p:nvSpPr>
          <p:cNvPr id="892" name="PlaceHolder 3"/>
          <p:cNvSpPr>
            <a:spLocks noGrp="1"/>
          </p:cNvSpPr>
          <p:nvPr>
            <p:ph type="sldNum" idx="245"/>
          </p:nvPr>
        </p:nvSpPr>
        <p:spPr>
          <a:xfrm>
            <a:off x="6058080" y="7183440"/>
            <a:ext cx="4632120" cy="3790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E6624CFA-7DFF-4C80-83BB-BC3FB6C4D287}" type="slidenum">
              <a:rPr lang="tr-TR" sz="1200" b="0" u="none" strike="noStrike">
                <a:solidFill>
                  <a:srgbClr val="000000"/>
                </a:solidFill>
                <a:effectLst/>
                <a:uFillTx/>
                <a:latin typeface="Times New Roman"/>
              </a:rPr>
              <a:t>56</a:t>
            </a:fld>
            <a:endParaRPr lang="tr-TR" sz="1200" b="0" u="none" strike="noStrike">
              <a:solidFill>
                <a:srgbClr val="000000"/>
              </a:solidFill>
              <a:effectLst/>
              <a:uFillTx/>
              <a:latin typeface="Times New Roman"/>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3" name="PlaceHolder 1"/>
          <p:cNvSpPr>
            <a:spLocks noGrp="1" noRot="1" noChangeAspect="1"/>
          </p:cNvSpPr>
          <p:nvPr>
            <p:ph type="sldImg"/>
          </p:nvPr>
        </p:nvSpPr>
        <p:spPr>
          <a:xfrm>
            <a:off x="3543300" y="946150"/>
            <a:ext cx="3606800" cy="2551113"/>
          </a:xfrm>
          <a:prstGeom prst="rect">
            <a:avLst/>
          </a:prstGeom>
          <a:ln w="0">
            <a:noFill/>
          </a:ln>
        </p:spPr>
      </p:sp>
      <p:sp>
        <p:nvSpPr>
          <p:cNvPr id="894" name="PlaceHolder 2"/>
          <p:cNvSpPr>
            <a:spLocks noGrp="1"/>
          </p:cNvSpPr>
          <p:nvPr>
            <p:ph type="body"/>
          </p:nvPr>
        </p:nvSpPr>
        <p:spPr>
          <a:xfrm>
            <a:off x="1069920" y="3639960"/>
            <a:ext cx="8553240" cy="2977920"/>
          </a:xfrm>
          <a:prstGeom prst="rect">
            <a:avLst/>
          </a:prstGeom>
          <a:noFill/>
          <a:ln w="0">
            <a:noFill/>
          </a:ln>
        </p:spPr>
        <p:txBody>
          <a:bodyPr lIns="91440" tIns="45720" rIns="91440" bIns="45720" anchor="t">
            <a:noAutofit/>
          </a:bodyPr>
          <a:lstStyle/>
          <a:p>
            <a:pPr indent="0">
              <a:buNone/>
            </a:pPr>
            <a:endParaRPr lang="tr-TR" sz="1800" b="0" u="none" strike="noStrike">
              <a:solidFill>
                <a:srgbClr val="000000"/>
              </a:solidFill>
              <a:effectLst/>
              <a:uFillTx/>
              <a:latin typeface="Arial"/>
            </a:endParaRPr>
          </a:p>
        </p:txBody>
      </p:sp>
      <p:sp>
        <p:nvSpPr>
          <p:cNvPr id="895" name="PlaceHolder 3"/>
          <p:cNvSpPr>
            <a:spLocks noGrp="1"/>
          </p:cNvSpPr>
          <p:nvPr>
            <p:ph type="sldNum" idx="246"/>
          </p:nvPr>
        </p:nvSpPr>
        <p:spPr>
          <a:xfrm>
            <a:off x="6058080" y="7183440"/>
            <a:ext cx="4632120" cy="3790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057B8D48-D976-4293-AA7B-AF6B8D04C158}" type="slidenum">
              <a:rPr lang="tr-TR" sz="1200" b="0" u="none" strike="noStrike">
                <a:solidFill>
                  <a:srgbClr val="000000"/>
                </a:solidFill>
                <a:effectLst/>
                <a:uFillTx/>
                <a:latin typeface="Times New Roman"/>
              </a:rPr>
              <a:t>57</a:t>
            </a:fld>
            <a:endParaRPr lang="tr-TR" sz="1200" b="0" u="none" strike="noStrike">
              <a:solidFill>
                <a:srgbClr val="000000"/>
              </a:solidFill>
              <a:effectLst/>
              <a:uFillTx/>
              <a:latin typeface="Times New Roman"/>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6" name="PlaceHolder 1"/>
          <p:cNvSpPr>
            <a:spLocks noGrp="1" noRot="1" noChangeAspect="1"/>
          </p:cNvSpPr>
          <p:nvPr>
            <p:ph type="sldImg"/>
          </p:nvPr>
        </p:nvSpPr>
        <p:spPr>
          <a:xfrm>
            <a:off x="3543300" y="946150"/>
            <a:ext cx="3606800" cy="2551113"/>
          </a:xfrm>
          <a:prstGeom prst="rect">
            <a:avLst/>
          </a:prstGeom>
          <a:ln w="0">
            <a:noFill/>
          </a:ln>
        </p:spPr>
      </p:sp>
      <p:sp>
        <p:nvSpPr>
          <p:cNvPr id="897" name="PlaceHolder 2"/>
          <p:cNvSpPr>
            <a:spLocks noGrp="1"/>
          </p:cNvSpPr>
          <p:nvPr>
            <p:ph type="body"/>
          </p:nvPr>
        </p:nvSpPr>
        <p:spPr>
          <a:xfrm>
            <a:off x="1069920" y="3639960"/>
            <a:ext cx="8553240" cy="2977920"/>
          </a:xfrm>
          <a:prstGeom prst="rect">
            <a:avLst/>
          </a:prstGeom>
          <a:noFill/>
          <a:ln w="0">
            <a:noFill/>
          </a:ln>
        </p:spPr>
        <p:txBody>
          <a:bodyPr lIns="91440" tIns="45720" rIns="91440" bIns="45720" anchor="t">
            <a:noAutofit/>
          </a:bodyPr>
          <a:lstStyle/>
          <a:p>
            <a:pPr indent="0">
              <a:buNone/>
            </a:pPr>
            <a:endParaRPr lang="tr-TR" sz="1800" b="0" u="none" strike="noStrike">
              <a:solidFill>
                <a:srgbClr val="000000"/>
              </a:solidFill>
              <a:effectLst/>
              <a:uFillTx/>
              <a:latin typeface="Arial"/>
            </a:endParaRPr>
          </a:p>
        </p:txBody>
      </p:sp>
      <p:sp>
        <p:nvSpPr>
          <p:cNvPr id="898" name="PlaceHolder 3"/>
          <p:cNvSpPr>
            <a:spLocks noGrp="1"/>
          </p:cNvSpPr>
          <p:nvPr>
            <p:ph type="sldNum" idx="247"/>
          </p:nvPr>
        </p:nvSpPr>
        <p:spPr>
          <a:xfrm>
            <a:off x="6058080" y="7183440"/>
            <a:ext cx="4632120" cy="3790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B9D6D163-2021-442E-8122-760678E22F5D}" type="slidenum">
              <a:rPr lang="tr-TR" sz="1200" b="0" u="none" strike="noStrike">
                <a:solidFill>
                  <a:srgbClr val="000000"/>
                </a:solidFill>
                <a:effectLst/>
                <a:uFillTx/>
                <a:latin typeface="Times New Roman"/>
              </a:rPr>
              <a:t>58</a:t>
            </a:fld>
            <a:endParaRPr lang="tr-TR"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bg>
      <p:bgPr>
        <a:solidFill>
          <a:schemeClr val="lt1"/>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218880" y="1054080"/>
            <a:ext cx="601560" cy="12038760"/>
          </a:xfrm>
          <a:prstGeom prst="rect">
            <a:avLst/>
          </a:prstGeom>
          <a:noFill/>
          <a:ln w="0">
            <a:noFill/>
          </a:ln>
        </p:spPr>
        <p:txBody>
          <a:bodyPr lIns="0" tIns="0" rIns="0" bIns="0" anchor="t">
            <a:spAutoFit/>
          </a:bodyPr>
          <a:lstStyle/>
          <a:p>
            <a:pPr indent="0">
              <a:buNone/>
            </a:pPr>
            <a:r>
              <a:rPr lang="tr-TR" sz="3950" b="0" u="none" strike="noStrike">
                <a:solidFill>
                  <a:srgbClr val="000000"/>
                </a:solidFill>
                <a:effectLst/>
                <a:uFillTx/>
                <a:latin typeface="Calibri"/>
              </a:rPr>
              <a:t>Ana başlık metnini düzenlemek için tıklayın</a:t>
            </a:r>
          </a:p>
        </p:txBody>
      </p:sp>
      <p:sp>
        <p:nvSpPr>
          <p:cNvPr id="5" name="PlaceHolder 2"/>
          <p:cNvSpPr>
            <a:spLocks noGrp="1"/>
          </p:cNvSpPr>
          <p:nvPr>
            <p:ph type="ftr" idx="1"/>
          </p:nvPr>
        </p:nvSpPr>
        <p:spPr>
          <a:xfrm>
            <a:off x="4023000" y="6357600"/>
            <a:ext cx="2646720" cy="321120"/>
          </a:xfrm>
          <a:prstGeom prst="rect">
            <a:avLst/>
          </a:prstGeom>
          <a:noFill/>
          <a:ln w="0">
            <a:noFill/>
          </a:ln>
        </p:spPr>
        <p:txBody>
          <a:bodyPr lIns="0" tIns="0" rIns="0" bIns="0" anchor="t">
            <a:noAutofit/>
          </a:bodyPr>
          <a:lstStyle>
            <a:lvl1pPr marL="1440" indent="0" algn="ctr">
              <a:lnSpc>
                <a:spcPts val="1100"/>
              </a:lnSpc>
              <a:buNone/>
              <a:defRPr lang="tr-TR" sz="1050" b="0" u="none" strike="noStrike">
                <a:solidFill>
                  <a:srgbClr val="898989"/>
                </a:solidFill>
                <a:effectLst/>
                <a:uFillTx/>
                <a:latin typeface="Calibri"/>
              </a:defRPr>
            </a:lvl1pPr>
          </a:lstStyle>
          <a:p>
            <a:pPr marL="1440" indent="0" algn="ctr">
              <a:lnSpc>
                <a:spcPts val="1100"/>
              </a:lnSpc>
              <a:buNone/>
            </a:pPr>
            <a:r>
              <a:rPr lang="tr-TR" sz="1050" b="0" u="none" strike="noStrike">
                <a:solidFill>
                  <a:srgbClr val="898989"/>
                </a:solidFill>
                <a:effectLst/>
                <a:uFillTx/>
                <a:latin typeface="Calibri"/>
              </a:rPr>
              <a:t>&lt;footer&gt;</a:t>
            </a:r>
            <a:endParaRPr lang="tr-TR" sz="1050" b="0" u="none" strike="noStrike">
              <a:solidFill>
                <a:srgbClr val="000000"/>
              </a:solidFill>
              <a:effectLst/>
              <a:uFillTx/>
              <a:latin typeface="Times New Roman"/>
            </a:endParaRPr>
          </a:p>
        </p:txBody>
      </p:sp>
      <p:sp>
        <p:nvSpPr>
          <p:cNvPr id="2" name="PlaceHolder 3"/>
          <p:cNvSpPr>
            <a:spLocks noGrp="1"/>
          </p:cNvSpPr>
          <p:nvPr>
            <p:ph type="dt" idx="2"/>
          </p:nvPr>
        </p:nvSpPr>
        <p:spPr>
          <a:xfrm>
            <a:off x="802800" y="6438240"/>
            <a:ext cx="1320840" cy="161280"/>
          </a:xfrm>
          <a:prstGeom prst="rect">
            <a:avLst/>
          </a:prstGeom>
          <a:noFill/>
          <a:ln w="0">
            <a:noFill/>
          </a:ln>
        </p:spPr>
        <p:txBody>
          <a:bodyPr lIns="0" tIns="0" rIns="0" bIns="0" anchor="t">
            <a:noAutofit/>
          </a:bodyPr>
          <a:lstStyle>
            <a:lvl1pPr marL="14040" indent="0">
              <a:lnSpc>
                <a:spcPts val="1100"/>
              </a:lnSpc>
              <a:buNone/>
              <a:defRPr lang="tr-TR" sz="1050" b="0" u="none" strike="noStrike">
                <a:solidFill>
                  <a:srgbClr val="898989"/>
                </a:solidFill>
                <a:effectLst/>
                <a:uFillTx/>
                <a:latin typeface="Calibri"/>
              </a:defRPr>
            </a:lvl1pPr>
          </a:lstStyle>
          <a:p>
            <a:pPr marL="14040" indent="0">
              <a:lnSpc>
                <a:spcPts val="1100"/>
              </a:lnSpc>
              <a:buNone/>
            </a:pPr>
            <a:r>
              <a:rPr lang="tr-TR" sz="1050" b="0" u="none" strike="noStrike">
                <a:solidFill>
                  <a:srgbClr val="898989"/>
                </a:solidFill>
                <a:effectLst/>
                <a:uFillTx/>
                <a:latin typeface="Calibri"/>
              </a:rPr>
              <a:t>&lt;date/time&gt;</a:t>
            </a:r>
            <a:endParaRPr lang="tr-TR" sz="1050" b="0" u="none" strike="noStrike">
              <a:solidFill>
                <a:srgbClr val="000000"/>
              </a:solidFill>
              <a:effectLst/>
              <a:uFillTx/>
              <a:latin typeface="Times New Roman"/>
            </a:endParaRPr>
          </a:p>
        </p:txBody>
      </p:sp>
      <p:sp>
        <p:nvSpPr>
          <p:cNvPr id="3" name="PlaceHolder 4"/>
          <p:cNvSpPr>
            <a:spLocks noGrp="1"/>
          </p:cNvSpPr>
          <p:nvPr>
            <p:ph type="sldNum" idx="3"/>
          </p:nvPr>
        </p:nvSpPr>
        <p:spPr>
          <a:xfrm>
            <a:off x="9724320" y="6438240"/>
            <a:ext cx="201600" cy="160920"/>
          </a:xfrm>
          <a:prstGeom prst="rect">
            <a:avLst/>
          </a:prstGeom>
          <a:noFill/>
          <a:ln w="0">
            <a:noFill/>
          </a:ln>
        </p:spPr>
        <p:txBody>
          <a:bodyPr lIns="0" tIns="0" rIns="0" bIns="0" anchor="t">
            <a:noAutofit/>
          </a:bodyPr>
          <a:lstStyle>
            <a:lvl1pPr marL="82440" indent="0">
              <a:lnSpc>
                <a:spcPts val="1114"/>
              </a:lnSpc>
              <a:buNone/>
              <a:defRPr lang="tr-TR" sz="1050" b="0" u="none" strike="noStrike">
                <a:solidFill>
                  <a:srgbClr val="898989"/>
                </a:solidFill>
                <a:effectLst/>
                <a:uFillTx/>
                <a:latin typeface="Calibri"/>
              </a:defRPr>
            </a:lvl1pPr>
          </a:lstStyle>
          <a:p>
            <a:pPr marL="82440" indent="0">
              <a:lnSpc>
                <a:spcPts val="1114"/>
              </a:lnSpc>
              <a:buNone/>
            </a:pPr>
            <a:fld id="{1709B62C-F434-4499-ACAA-95CA912B2EC1}" type="slidenum">
              <a:rPr lang="tr-TR" sz="1050" b="0" u="none" strike="noStrike">
                <a:solidFill>
                  <a:srgbClr val="898989"/>
                </a:solidFill>
                <a:effectLst/>
                <a:uFillTx/>
                <a:latin typeface="Calibri"/>
              </a:rPr>
              <a:t>‹#›</a:t>
            </a:fld>
            <a:endParaRPr lang="tr-TR" sz="1050" b="0" u="none" strike="noStrike">
              <a:solidFill>
                <a:srgbClr val="000000"/>
              </a:solidFill>
              <a:effectLst/>
              <a:uFillTx/>
              <a:latin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lt1"/>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1482480" y="778320"/>
            <a:ext cx="7894440" cy="939600"/>
          </a:xfrm>
          <a:prstGeom prst="rect">
            <a:avLst/>
          </a:prstGeom>
          <a:noFill/>
          <a:ln w="0">
            <a:noFill/>
          </a:ln>
        </p:spPr>
        <p:txBody>
          <a:bodyPr lIns="0" tIns="0" rIns="0" bIns="0" anchor="t">
            <a:noAutofit/>
          </a:bodyPr>
          <a:lstStyle/>
          <a:p>
            <a:pPr indent="0">
              <a:buNone/>
            </a:pPr>
            <a:r>
              <a:rPr lang="tr-TR" sz="3950" b="0" u="none" strike="noStrike">
                <a:solidFill>
                  <a:srgbClr val="000000"/>
                </a:solidFill>
                <a:effectLst/>
                <a:uFillTx/>
                <a:latin typeface="Calibri"/>
              </a:rPr>
              <a:t>Ana başlık metnini düzenlemek için tıklayın</a:t>
            </a:r>
          </a:p>
        </p:txBody>
      </p:sp>
      <p:sp>
        <p:nvSpPr>
          <p:cNvPr id="5" name="PlaceHolder 2"/>
          <p:cNvSpPr>
            <a:spLocks noGrp="1"/>
          </p:cNvSpPr>
          <p:nvPr>
            <p:ph type="body"/>
          </p:nvPr>
        </p:nvSpPr>
        <p:spPr>
          <a:xfrm>
            <a:off x="1764000" y="1997280"/>
            <a:ext cx="7164360" cy="4129200"/>
          </a:xfrm>
          <a:prstGeom prst="rect">
            <a:avLst/>
          </a:prstGeom>
          <a:noFill/>
          <a:ln w="0">
            <a:noFill/>
          </a:ln>
        </p:spPr>
        <p:txBody>
          <a:bodyPr lIns="0" tIns="0" rIns="0" bIns="0" anchor="t">
            <a:noAutofit/>
          </a:bodyPr>
          <a:lstStyle/>
          <a:p>
            <a:pPr marL="432000" indent="-324000">
              <a:spcBef>
                <a:spcPts val="1417"/>
              </a:spcBef>
              <a:buClr>
                <a:srgbClr val="000000"/>
              </a:buClr>
              <a:buSzPct val="45000"/>
              <a:buFont typeface="Wingdings" charset="2"/>
              <a:buChar char=""/>
            </a:pPr>
            <a:r>
              <a:rPr lang="tr-TR" sz="1800" b="0" u="none" strike="noStrike">
                <a:solidFill>
                  <a:srgbClr val="000000"/>
                </a:solidFill>
                <a:effectLst/>
                <a:uFillTx/>
                <a:latin typeface="Calibri"/>
              </a:rPr>
              <a:t>Anahat metninin biçimini düzenlemek için tıklayın</a:t>
            </a:r>
          </a:p>
          <a:p>
            <a:pPr marL="864000" lvl="1" indent="-324000">
              <a:spcBef>
                <a:spcPts val="1134"/>
              </a:spcBef>
              <a:buClr>
                <a:srgbClr val="000000"/>
              </a:buClr>
              <a:buSzPct val="75000"/>
              <a:buFont typeface="Symbol" charset="2"/>
              <a:buChar char=""/>
            </a:pPr>
            <a:r>
              <a:rPr lang="tr-TR" sz="1800" b="0" u="none" strike="noStrike">
                <a:solidFill>
                  <a:srgbClr val="000000"/>
                </a:solidFill>
                <a:effectLst/>
                <a:uFillTx/>
                <a:latin typeface="Calibri"/>
              </a:rPr>
              <a:t>İkinci Anahat Düzeyi</a:t>
            </a:r>
          </a:p>
          <a:p>
            <a:pPr marL="1296000" lvl="2" indent="-288000">
              <a:spcBef>
                <a:spcPts val="850"/>
              </a:spcBef>
              <a:buClr>
                <a:srgbClr val="000000"/>
              </a:buClr>
              <a:buSzPct val="45000"/>
              <a:buFont typeface="Wingdings" charset="2"/>
              <a:buChar char=""/>
            </a:pPr>
            <a:r>
              <a:rPr lang="tr-TR" sz="1800" b="0" u="none" strike="noStrike">
                <a:solidFill>
                  <a:srgbClr val="000000"/>
                </a:solidFill>
                <a:effectLst/>
                <a:uFillTx/>
                <a:latin typeface="Calibri"/>
              </a:rPr>
              <a:t>Üçüncü Anahat Düzeyi</a:t>
            </a:r>
          </a:p>
          <a:p>
            <a:pPr marL="1728000" lvl="3" indent="-216000">
              <a:spcBef>
                <a:spcPts val="567"/>
              </a:spcBef>
              <a:buClr>
                <a:srgbClr val="000000"/>
              </a:buClr>
              <a:buSzPct val="75000"/>
              <a:buFont typeface="Symbol" charset="2"/>
              <a:buChar char=""/>
            </a:pPr>
            <a:r>
              <a:rPr lang="tr-TR" sz="1800" b="0" u="none" strike="noStrike">
                <a:solidFill>
                  <a:srgbClr val="000000"/>
                </a:solidFill>
                <a:effectLst/>
                <a:uFillTx/>
                <a:latin typeface="Calibri"/>
              </a:rPr>
              <a:t>Dördüncü Anahat Düzeyi</a:t>
            </a:r>
          </a:p>
          <a:p>
            <a:pPr marL="2160000" lvl="4" indent="-216000">
              <a:spcBef>
                <a:spcPts val="283"/>
              </a:spcBef>
              <a:buClr>
                <a:srgbClr val="000000"/>
              </a:buClr>
              <a:buSzPct val="45000"/>
              <a:buFont typeface="Wingdings" charset="2"/>
              <a:buChar char=""/>
            </a:pPr>
            <a:r>
              <a:rPr lang="tr-TR" sz="1800" b="0" u="none" strike="noStrike">
                <a:solidFill>
                  <a:srgbClr val="000000"/>
                </a:solidFill>
                <a:effectLst/>
                <a:uFillTx/>
                <a:latin typeface="Calibri"/>
              </a:rPr>
              <a:t>Beşinci Anahat Düzeyi</a:t>
            </a:r>
          </a:p>
          <a:p>
            <a:pPr marL="2592000" lvl="5" indent="-216000">
              <a:spcBef>
                <a:spcPts val="283"/>
              </a:spcBef>
              <a:buClr>
                <a:srgbClr val="000000"/>
              </a:buClr>
              <a:buSzPct val="45000"/>
              <a:buFont typeface="Wingdings" charset="2"/>
              <a:buChar char=""/>
            </a:pPr>
            <a:r>
              <a:rPr lang="tr-TR" sz="1800" b="0" u="none" strike="noStrike">
                <a:solidFill>
                  <a:srgbClr val="000000"/>
                </a:solidFill>
                <a:effectLst/>
                <a:uFillTx/>
                <a:latin typeface="Calibri"/>
              </a:rPr>
              <a:t>Altıncı Anahat Düzeyi</a:t>
            </a:r>
          </a:p>
          <a:p>
            <a:pPr marL="3024000" lvl="6" indent="-216000">
              <a:spcBef>
                <a:spcPts val="283"/>
              </a:spcBef>
              <a:buClr>
                <a:srgbClr val="000000"/>
              </a:buClr>
              <a:buSzPct val="45000"/>
              <a:buFont typeface="Wingdings" charset="2"/>
              <a:buChar char=""/>
            </a:pPr>
            <a:r>
              <a:rPr lang="tr-TR" sz="1800" b="0" u="none" strike="noStrike">
                <a:solidFill>
                  <a:srgbClr val="000000"/>
                </a:solidFill>
                <a:effectLst/>
                <a:uFillTx/>
                <a:latin typeface="Calibri"/>
              </a:rPr>
              <a:t>Yedinci Anahat Düzeyi</a:t>
            </a:r>
          </a:p>
        </p:txBody>
      </p:sp>
      <p:sp>
        <p:nvSpPr>
          <p:cNvPr id="6" name="PlaceHolder 3"/>
          <p:cNvSpPr>
            <a:spLocks noGrp="1"/>
          </p:cNvSpPr>
          <p:nvPr>
            <p:ph type="ftr" idx="4"/>
          </p:nvPr>
        </p:nvSpPr>
        <p:spPr>
          <a:xfrm>
            <a:off x="4023000" y="6357600"/>
            <a:ext cx="2646720" cy="321120"/>
          </a:xfrm>
          <a:prstGeom prst="rect">
            <a:avLst/>
          </a:prstGeom>
          <a:noFill/>
          <a:ln w="0">
            <a:noFill/>
          </a:ln>
        </p:spPr>
        <p:txBody>
          <a:bodyPr lIns="0" tIns="0" rIns="0" bIns="0" anchor="t">
            <a:noAutofit/>
          </a:bodyPr>
          <a:lstStyle>
            <a:lvl1pPr marL="1440" indent="0" algn="ctr">
              <a:lnSpc>
                <a:spcPts val="1100"/>
              </a:lnSpc>
              <a:buNone/>
              <a:defRPr lang="tr-TR" sz="1050" b="0" u="none" strike="noStrike">
                <a:solidFill>
                  <a:srgbClr val="898989"/>
                </a:solidFill>
                <a:effectLst/>
                <a:uFillTx/>
                <a:latin typeface="Calibri"/>
              </a:defRPr>
            </a:lvl1pPr>
          </a:lstStyle>
          <a:p>
            <a:pPr marL="1440" indent="0" algn="ctr">
              <a:lnSpc>
                <a:spcPts val="1100"/>
              </a:lnSpc>
              <a:buNone/>
            </a:pPr>
            <a:r>
              <a:rPr lang="tr-TR" sz="1050" b="0" u="none" strike="noStrike">
                <a:solidFill>
                  <a:srgbClr val="898989"/>
                </a:solidFill>
                <a:effectLst/>
                <a:uFillTx/>
                <a:latin typeface="Calibri"/>
              </a:rPr>
              <a:t>&lt;footer&gt;</a:t>
            </a:r>
            <a:endParaRPr lang="tr-TR" sz="1050" b="0" u="none" strike="noStrike">
              <a:solidFill>
                <a:srgbClr val="000000"/>
              </a:solidFill>
              <a:effectLst/>
              <a:uFillTx/>
              <a:latin typeface="Times New Roman"/>
            </a:endParaRPr>
          </a:p>
        </p:txBody>
      </p:sp>
      <p:sp>
        <p:nvSpPr>
          <p:cNvPr id="7" name="PlaceHolder 4"/>
          <p:cNvSpPr>
            <a:spLocks noGrp="1"/>
          </p:cNvSpPr>
          <p:nvPr>
            <p:ph type="dt" idx="5"/>
          </p:nvPr>
        </p:nvSpPr>
        <p:spPr>
          <a:xfrm>
            <a:off x="802800" y="6438240"/>
            <a:ext cx="1320840" cy="161280"/>
          </a:xfrm>
          <a:prstGeom prst="rect">
            <a:avLst/>
          </a:prstGeom>
          <a:noFill/>
          <a:ln w="0">
            <a:noFill/>
          </a:ln>
        </p:spPr>
        <p:txBody>
          <a:bodyPr lIns="0" tIns="0" rIns="0" bIns="0" anchor="t">
            <a:noAutofit/>
          </a:bodyPr>
          <a:lstStyle>
            <a:lvl1pPr marL="14040" indent="0">
              <a:lnSpc>
                <a:spcPts val="1100"/>
              </a:lnSpc>
              <a:buNone/>
              <a:defRPr lang="tr-TR" sz="1050" b="0" u="none" strike="noStrike">
                <a:solidFill>
                  <a:srgbClr val="898989"/>
                </a:solidFill>
                <a:effectLst/>
                <a:uFillTx/>
                <a:latin typeface="Calibri"/>
              </a:defRPr>
            </a:lvl1pPr>
          </a:lstStyle>
          <a:p>
            <a:pPr marL="14040" indent="0">
              <a:lnSpc>
                <a:spcPts val="1100"/>
              </a:lnSpc>
              <a:buNone/>
            </a:pPr>
            <a:r>
              <a:rPr lang="tr-TR" sz="1050" b="0" u="none" strike="noStrike">
                <a:solidFill>
                  <a:srgbClr val="898989"/>
                </a:solidFill>
                <a:effectLst/>
                <a:uFillTx/>
                <a:latin typeface="Calibri"/>
              </a:rPr>
              <a:t>&lt;date/time&gt;</a:t>
            </a:r>
            <a:endParaRPr lang="tr-TR" sz="1050" b="0" u="none" strike="noStrike">
              <a:solidFill>
                <a:srgbClr val="000000"/>
              </a:solidFill>
              <a:effectLst/>
              <a:uFillTx/>
              <a:latin typeface="Times New Roman"/>
            </a:endParaRPr>
          </a:p>
        </p:txBody>
      </p:sp>
      <p:sp>
        <p:nvSpPr>
          <p:cNvPr id="8" name="PlaceHolder 5"/>
          <p:cNvSpPr>
            <a:spLocks noGrp="1"/>
          </p:cNvSpPr>
          <p:nvPr>
            <p:ph type="sldNum" idx="6"/>
          </p:nvPr>
        </p:nvSpPr>
        <p:spPr>
          <a:xfrm>
            <a:off x="9724320" y="6438240"/>
            <a:ext cx="201600" cy="160920"/>
          </a:xfrm>
          <a:prstGeom prst="rect">
            <a:avLst/>
          </a:prstGeom>
          <a:noFill/>
          <a:ln w="0">
            <a:noFill/>
          </a:ln>
        </p:spPr>
        <p:txBody>
          <a:bodyPr lIns="0" tIns="0" rIns="0" bIns="0" anchor="t">
            <a:noAutofit/>
          </a:bodyPr>
          <a:lstStyle>
            <a:lvl1pPr marL="82440" indent="0">
              <a:lnSpc>
                <a:spcPts val="1114"/>
              </a:lnSpc>
              <a:buNone/>
              <a:defRPr lang="tr-TR" sz="1050" b="0" u="none" strike="noStrike">
                <a:solidFill>
                  <a:srgbClr val="898989"/>
                </a:solidFill>
                <a:effectLst/>
                <a:uFillTx/>
                <a:latin typeface="Calibri"/>
              </a:defRPr>
            </a:lvl1pPr>
          </a:lstStyle>
          <a:p>
            <a:pPr marL="82440" indent="0">
              <a:lnSpc>
                <a:spcPts val="1114"/>
              </a:lnSpc>
              <a:buNone/>
            </a:pPr>
            <a:fld id="{019AABD4-FF49-4F3C-9349-7E15B1FD02B9}" type="slidenum">
              <a:rPr lang="tr-TR" sz="1050" b="0" u="none" strike="noStrike">
                <a:solidFill>
                  <a:srgbClr val="898989"/>
                </a:solidFill>
                <a:effectLst/>
                <a:uFillTx/>
                <a:latin typeface="Calibri"/>
              </a:rPr>
              <a:t>‹#›</a:t>
            </a:fld>
            <a:endParaRPr lang="tr-TR" sz="105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bg>
      <p:bgPr>
        <a:solidFill>
          <a:schemeClr val="lt1"/>
        </a:solidFill>
        <a:effectLst/>
      </p:bgPr>
    </p:bg>
    <p:spTree>
      <p:nvGrpSpPr>
        <p:cNvPr id="1" name=""/>
        <p:cNvGrpSpPr/>
        <p:nvPr/>
      </p:nvGrpSpPr>
      <p:grpSpPr>
        <a:xfrm>
          <a:off x="0" y="0"/>
          <a:ext cx="0" cy="0"/>
          <a:chOff x="0" y="0"/>
          <a:chExt cx="0" cy="0"/>
        </a:xfrm>
      </p:grpSpPr>
      <p:sp>
        <p:nvSpPr>
          <p:cNvPr id="9" name="PlaceHolder 1"/>
          <p:cNvSpPr>
            <a:spLocks noGrp="1"/>
          </p:cNvSpPr>
          <p:nvPr>
            <p:ph type="title"/>
          </p:nvPr>
        </p:nvSpPr>
        <p:spPr>
          <a:xfrm>
            <a:off x="1482480" y="778320"/>
            <a:ext cx="7894440" cy="939600"/>
          </a:xfrm>
          <a:prstGeom prst="rect">
            <a:avLst/>
          </a:prstGeom>
          <a:noFill/>
          <a:ln w="0">
            <a:noFill/>
          </a:ln>
        </p:spPr>
        <p:txBody>
          <a:bodyPr lIns="0" tIns="0" rIns="0" bIns="0" anchor="t">
            <a:noAutofit/>
          </a:bodyPr>
          <a:lstStyle/>
          <a:p>
            <a:pPr indent="0">
              <a:buNone/>
            </a:pPr>
            <a:r>
              <a:rPr lang="tr-TR" sz="3950" b="0" u="none" strike="noStrike">
                <a:solidFill>
                  <a:srgbClr val="000000"/>
                </a:solidFill>
                <a:effectLst/>
                <a:uFillTx/>
                <a:latin typeface="Calibri"/>
              </a:rPr>
              <a:t>Ana başlık metnini düzenlemek için tıklayın</a:t>
            </a:r>
          </a:p>
        </p:txBody>
      </p:sp>
      <p:sp>
        <p:nvSpPr>
          <p:cNvPr id="10" name="PlaceHolder 2"/>
          <p:cNvSpPr>
            <a:spLocks noGrp="1"/>
          </p:cNvSpPr>
          <p:nvPr>
            <p:ph type="body"/>
          </p:nvPr>
        </p:nvSpPr>
        <p:spPr>
          <a:xfrm>
            <a:off x="534600" y="1739520"/>
            <a:ext cx="4651200" cy="2901240"/>
          </a:xfrm>
          <a:prstGeom prst="rect">
            <a:avLst/>
          </a:prstGeom>
          <a:noFill/>
          <a:ln w="0">
            <a:noFill/>
          </a:ln>
        </p:spPr>
        <p:txBody>
          <a:bodyPr lIns="0" tIns="0" rIns="0" bIns="0" anchor="t">
            <a:spAutoFit/>
          </a:bodyPr>
          <a:lstStyle/>
          <a:p>
            <a:pPr marL="432000" indent="-324000">
              <a:spcBef>
                <a:spcPts val="1417"/>
              </a:spcBef>
              <a:buClr>
                <a:srgbClr val="000000"/>
              </a:buClr>
              <a:buSzPct val="45000"/>
              <a:buFont typeface="Wingdings" charset="2"/>
              <a:buChar char=""/>
            </a:pPr>
            <a:r>
              <a:rPr lang="tr-TR" sz="1800" b="0" u="none" strike="noStrike">
                <a:solidFill>
                  <a:srgbClr val="000000"/>
                </a:solidFill>
                <a:effectLst/>
                <a:uFillTx/>
                <a:latin typeface="Calibri"/>
              </a:rPr>
              <a:t>Anahat metninin biçimini düzenlemek için tıklayın</a:t>
            </a:r>
          </a:p>
          <a:p>
            <a:pPr marL="864000" lvl="1" indent="-324000">
              <a:spcBef>
                <a:spcPts val="1134"/>
              </a:spcBef>
              <a:buClr>
                <a:srgbClr val="000000"/>
              </a:buClr>
              <a:buSzPct val="75000"/>
              <a:buFont typeface="Symbol" charset="2"/>
              <a:buChar char=""/>
            </a:pPr>
            <a:r>
              <a:rPr lang="tr-TR" sz="1800" b="0" u="none" strike="noStrike">
                <a:solidFill>
                  <a:srgbClr val="000000"/>
                </a:solidFill>
                <a:effectLst/>
                <a:uFillTx/>
                <a:latin typeface="Calibri"/>
              </a:rPr>
              <a:t>İkinci Anahat Düzeyi</a:t>
            </a:r>
          </a:p>
          <a:p>
            <a:pPr marL="1296000" lvl="2" indent="-288000">
              <a:spcBef>
                <a:spcPts val="850"/>
              </a:spcBef>
              <a:buClr>
                <a:srgbClr val="000000"/>
              </a:buClr>
              <a:buSzPct val="45000"/>
              <a:buFont typeface="Wingdings" charset="2"/>
              <a:buChar char=""/>
            </a:pPr>
            <a:r>
              <a:rPr lang="tr-TR" sz="1800" b="0" u="none" strike="noStrike">
                <a:solidFill>
                  <a:srgbClr val="000000"/>
                </a:solidFill>
                <a:effectLst/>
                <a:uFillTx/>
                <a:latin typeface="Calibri"/>
              </a:rPr>
              <a:t>Üçüncü Anahat Düzeyi</a:t>
            </a:r>
          </a:p>
          <a:p>
            <a:pPr marL="1728000" lvl="3" indent="-216000">
              <a:spcBef>
                <a:spcPts val="567"/>
              </a:spcBef>
              <a:buClr>
                <a:srgbClr val="000000"/>
              </a:buClr>
              <a:buSzPct val="75000"/>
              <a:buFont typeface="Symbol" charset="2"/>
              <a:buChar char=""/>
            </a:pPr>
            <a:r>
              <a:rPr lang="tr-TR" sz="1800" b="0" u="none" strike="noStrike">
                <a:solidFill>
                  <a:srgbClr val="000000"/>
                </a:solidFill>
                <a:effectLst/>
                <a:uFillTx/>
                <a:latin typeface="Calibri"/>
              </a:rPr>
              <a:t>Dördüncü Anahat Düzeyi</a:t>
            </a:r>
          </a:p>
          <a:p>
            <a:pPr marL="2160000" lvl="4" indent="-216000">
              <a:spcBef>
                <a:spcPts val="283"/>
              </a:spcBef>
              <a:buClr>
                <a:srgbClr val="000000"/>
              </a:buClr>
              <a:buSzPct val="45000"/>
              <a:buFont typeface="Wingdings" charset="2"/>
              <a:buChar char=""/>
            </a:pPr>
            <a:r>
              <a:rPr lang="tr-TR" sz="1800" b="0" u="none" strike="noStrike">
                <a:solidFill>
                  <a:srgbClr val="000000"/>
                </a:solidFill>
                <a:effectLst/>
                <a:uFillTx/>
                <a:latin typeface="Calibri"/>
              </a:rPr>
              <a:t>Beşinci Anahat Düzeyi</a:t>
            </a:r>
          </a:p>
          <a:p>
            <a:pPr marL="2592000" lvl="5" indent="-216000">
              <a:spcBef>
                <a:spcPts val="283"/>
              </a:spcBef>
              <a:buClr>
                <a:srgbClr val="000000"/>
              </a:buClr>
              <a:buSzPct val="45000"/>
              <a:buFont typeface="Wingdings" charset="2"/>
              <a:buChar char=""/>
            </a:pPr>
            <a:r>
              <a:rPr lang="tr-TR" sz="1800" b="0" u="none" strike="noStrike">
                <a:solidFill>
                  <a:srgbClr val="000000"/>
                </a:solidFill>
                <a:effectLst/>
                <a:uFillTx/>
                <a:latin typeface="Calibri"/>
              </a:rPr>
              <a:t>Altıncı Anahat Düzeyi</a:t>
            </a:r>
          </a:p>
          <a:p>
            <a:pPr marL="3024000" lvl="6" indent="-216000">
              <a:spcBef>
                <a:spcPts val="283"/>
              </a:spcBef>
              <a:buClr>
                <a:srgbClr val="000000"/>
              </a:buClr>
              <a:buSzPct val="45000"/>
              <a:buFont typeface="Wingdings" charset="2"/>
              <a:buChar char=""/>
            </a:pPr>
            <a:r>
              <a:rPr lang="tr-TR" sz="1800" b="0" u="none" strike="noStrike">
                <a:solidFill>
                  <a:srgbClr val="000000"/>
                </a:solidFill>
                <a:effectLst/>
                <a:uFillTx/>
                <a:latin typeface="Calibri"/>
              </a:rPr>
              <a:t>Yedinci Anahat Düzeyi</a:t>
            </a:r>
          </a:p>
        </p:txBody>
      </p:sp>
      <p:sp>
        <p:nvSpPr>
          <p:cNvPr id="11" name="PlaceHolder 3"/>
          <p:cNvSpPr>
            <a:spLocks noGrp="1"/>
          </p:cNvSpPr>
          <p:nvPr>
            <p:ph type="body"/>
          </p:nvPr>
        </p:nvSpPr>
        <p:spPr>
          <a:xfrm>
            <a:off x="5507280" y="1739520"/>
            <a:ext cx="4651200" cy="2901240"/>
          </a:xfrm>
          <a:prstGeom prst="rect">
            <a:avLst/>
          </a:prstGeom>
          <a:noFill/>
          <a:ln w="0">
            <a:noFill/>
          </a:ln>
        </p:spPr>
        <p:txBody>
          <a:bodyPr lIns="0" tIns="0" rIns="0" bIns="0" anchor="t">
            <a:spAutoFit/>
          </a:bodyPr>
          <a:lstStyle/>
          <a:p>
            <a:pPr marL="432000" indent="-324000">
              <a:spcBef>
                <a:spcPts val="1417"/>
              </a:spcBef>
              <a:buClr>
                <a:srgbClr val="000000"/>
              </a:buClr>
              <a:buSzPct val="45000"/>
              <a:buFont typeface="Wingdings" charset="2"/>
              <a:buChar char=""/>
            </a:pPr>
            <a:r>
              <a:rPr lang="tr-TR" sz="1800" b="0" u="none" strike="noStrike">
                <a:solidFill>
                  <a:srgbClr val="000000"/>
                </a:solidFill>
                <a:effectLst/>
                <a:uFillTx/>
                <a:latin typeface="Calibri"/>
              </a:rPr>
              <a:t>Anahat metninin biçimini düzenlemek için tıklayın</a:t>
            </a:r>
          </a:p>
          <a:p>
            <a:pPr marL="864000" lvl="1" indent="-324000">
              <a:spcBef>
                <a:spcPts val="1134"/>
              </a:spcBef>
              <a:buClr>
                <a:srgbClr val="000000"/>
              </a:buClr>
              <a:buSzPct val="75000"/>
              <a:buFont typeface="Symbol" charset="2"/>
              <a:buChar char=""/>
            </a:pPr>
            <a:r>
              <a:rPr lang="tr-TR" sz="1800" b="0" u="none" strike="noStrike">
                <a:solidFill>
                  <a:srgbClr val="000000"/>
                </a:solidFill>
                <a:effectLst/>
                <a:uFillTx/>
                <a:latin typeface="Calibri"/>
              </a:rPr>
              <a:t>İkinci Anahat Düzeyi</a:t>
            </a:r>
          </a:p>
          <a:p>
            <a:pPr marL="1296000" lvl="2" indent="-288000">
              <a:spcBef>
                <a:spcPts val="850"/>
              </a:spcBef>
              <a:buClr>
                <a:srgbClr val="000000"/>
              </a:buClr>
              <a:buSzPct val="45000"/>
              <a:buFont typeface="Wingdings" charset="2"/>
              <a:buChar char=""/>
            </a:pPr>
            <a:r>
              <a:rPr lang="tr-TR" sz="1800" b="0" u="none" strike="noStrike">
                <a:solidFill>
                  <a:srgbClr val="000000"/>
                </a:solidFill>
                <a:effectLst/>
                <a:uFillTx/>
                <a:latin typeface="Calibri"/>
              </a:rPr>
              <a:t>Üçüncü Anahat Düzeyi</a:t>
            </a:r>
          </a:p>
          <a:p>
            <a:pPr marL="1728000" lvl="3" indent="-216000">
              <a:spcBef>
                <a:spcPts val="567"/>
              </a:spcBef>
              <a:buClr>
                <a:srgbClr val="000000"/>
              </a:buClr>
              <a:buSzPct val="75000"/>
              <a:buFont typeface="Symbol" charset="2"/>
              <a:buChar char=""/>
            </a:pPr>
            <a:r>
              <a:rPr lang="tr-TR" sz="1800" b="0" u="none" strike="noStrike">
                <a:solidFill>
                  <a:srgbClr val="000000"/>
                </a:solidFill>
                <a:effectLst/>
                <a:uFillTx/>
                <a:latin typeface="Calibri"/>
              </a:rPr>
              <a:t>Dördüncü Anahat Düzeyi</a:t>
            </a:r>
          </a:p>
          <a:p>
            <a:pPr marL="2160000" lvl="4" indent="-216000">
              <a:spcBef>
                <a:spcPts val="283"/>
              </a:spcBef>
              <a:buClr>
                <a:srgbClr val="000000"/>
              </a:buClr>
              <a:buSzPct val="45000"/>
              <a:buFont typeface="Wingdings" charset="2"/>
              <a:buChar char=""/>
            </a:pPr>
            <a:r>
              <a:rPr lang="tr-TR" sz="1800" b="0" u="none" strike="noStrike">
                <a:solidFill>
                  <a:srgbClr val="000000"/>
                </a:solidFill>
                <a:effectLst/>
                <a:uFillTx/>
                <a:latin typeface="Calibri"/>
              </a:rPr>
              <a:t>Beşinci Anahat Düzeyi</a:t>
            </a:r>
          </a:p>
          <a:p>
            <a:pPr marL="2592000" lvl="5" indent="-216000">
              <a:spcBef>
                <a:spcPts val="283"/>
              </a:spcBef>
              <a:buClr>
                <a:srgbClr val="000000"/>
              </a:buClr>
              <a:buSzPct val="45000"/>
              <a:buFont typeface="Wingdings" charset="2"/>
              <a:buChar char=""/>
            </a:pPr>
            <a:r>
              <a:rPr lang="tr-TR" sz="1800" b="0" u="none" strike="noStrike">
                <a:solidFill>
                  <a:srgbClr val="000000"/>
                </a:solidFill>
                <a:effectLst/>
                <a:uFillTx/>
                <a:latin typeface="Calibri"/>
              </a:rPr>
              <a:t>Altıncı Anahat Düzeyi</a:t>
            </a:r>
          </a:p>
          <a:p>
            <a:pPr marL="3024000" lvl="6" indent="-216000">
              <a:spcBef>
                <a:spcPts val="283"/>
              </a:spcBef>
              <a:buClr>
                <a:srgbClr val="000000"/>
              </a:buClr>
              <a:buSzPct val="45000"/>
              <a:buFont typeface="Wingdings" charset="2"/>
              <a:buChar char=""/>
            </a:pPr>
            <a:r>
              <a:rPr lang="tr-TR" sz="1800" b="0" u="none" strike="noStrike">
                <a:solidFill>
                  <a:srgbClr val="000000"/>
                </a:solidFill>
                <a:effectLst/>
                <a:uFillTx/>
                <a:latin typeface="Calibri"/>
              </a:rPr>
              <a:t>Yedinci Anahat Düzeyi</a:t>
            </a:r>
          </a:p>
        </p:txBody>
      </p:sp>
      <p:sp>
        <p:nvSpPr>
          <p:cNvPr id="12" name="PlaceHolder 4"/>
          <p:cNvSpPr>
            <a:spLocks noGrp="1"/>
          </p:cNvSpPr>
          <p:nvPr>
            <p:ph type="ftr" idx="7"/>
          </p:nvPr>
        </p:nvSpPr>
        <p:spPr>
          <a:xfrm>
            <a:off x="4023000" y="6357600"/>
            <a:ext cx="2646720" cy="321120"/>
          </a:xfrm>
          <a:prstGeom prst="rect">
            <a:avLst/>
          </a:prstGeom>
          <a:noFill/>
          <a:ln w="0">
            <a:noFill/>
          </a:ln>
        </p:spPr>
        <p:txBody>
          <a:bodyPr lIns="0" tIns="0" rIns="0" bIns="0" anchor="t">
            <a:noAutofit/>
          </a:bodyPr>
          <a:lstStyle>
            <a:lvl1pPr marL="1440" indent="0" algn="ctr">
              <a:lnSpc>
                <a:spcPts val="1100"/>
              </a:lnSpc>
              <a:buNone/>
              <a:defRPr lang="tr-TR" sz="1050" b="0" u="none" strike="noStrike">
                <a:solidFill>
                  <a:srgbClr val="898989"/>
                </a:solidFill>
                <a:effectLst/>
                <a:uFillTx/>
                <a:latin typeface="Calibri"/>
              </a:defRPr>
            </a:lvl1pPr>
          </a:lstStyle>
          <a:p>
            <a:pPr marL="1440" indent="0" algn="ctr">
              <a:lnSpc>
                <a:spcPts val="1100"/>
              </a:lnSpc>
              <a:buNone/>
            </a:pPr>
            <a:r>
              <a:rPr lang="tr-TR" sz="1050" b="0" u="none" strike="noStrike">
                <a:solidFill>
                  <a:srgbClr val="898989"/>
                </a:solidFill>
                <a:effectLst/>
                <a:uFillTx/>
                <a:latin typeface="Calibri"/>
              </a:rPr>
              <a:t>&lt;footer&gt;</a:t>
            </a:r>
            <a:endParaRPr lang="tr-TR" sz="1050" b="0" u="none" strike="noStrike">
              <a:solidFill>
                <a:srgbClr val="000000"/>
              </a:solidFill>
              <a:effectLst/>
              <a:uFillTx/>
              <a:latin typeface="Times New Roman"/>
            </a:endParaRPr>
          </a:p>
        </p:txBody>
      </p:sp>
      <p:sp>
        <p:nvSpPr>
          <p:cNvPr id="13" name="PlaceHolder 5"/>
          <p:cNvSpPr>
            <a:spLocks noGrp="1"/>
          </p:cNvSpPr>
          <p:nvPr>
            <p:ph type="dt" idx="8"/>
          </p:nvPr>
        </p:nvSpPr>
        <p:spPr>
          <a:xfrm>
            <a:off x="802800" y="6438240"/>
            <a:ext cx="1320840" cy="161280"/>
          </a:xfrm>
          <a:prstGeom prst="rect">
            <a:avLst/>
          </a:prstGeom>
          <a:noFill/>
          <a:ln w="0">
            <a:noFill/>
          </a:ln>
        </p:spPr>
        <p:txBody>
          <a:bodyPr lIns="0" tIns="0" rIns="0" bIns="0" anchor="t">
            <a:noAutofit/>
          </a:bodyPr>
          <a:lstStyle>
            <a:lvl1pPr marL="14040" indent="0">
              <a:lnSpc>
                <a:spcPts val="1100"/>
              </a:lnSpc>
              <a:buNone/>
              <a:defRPr lang="tr-TR" sz="1050" b="0" u="none" strike="noStrike">
                <a:solidFill>
                  <a:srgbClr val="898989"/>
                </a:solidFill>
                <a:effectLst/>
                <a:uFillTx/>
                <a:latin typeface="Calibri"/>
              </a:defRPr>
            </a:lvl1pPr>
          </a:lstStyle>
          <a:p>
            <a:pPr marL="14040" indent="0">
              <a:lnSpc>
                <a:spcPts val="1100"/>
              </a:lnSpc>
              <a:buNone/>
            </a:pPr>
            <a:r>
              <a:rPr lang="tr-TR" sz="1050" b="0" u="none" strike="noStrike">
                <a:solidFill>
                  <a:srgbClr val="898989"/>
                </a:solidFill>
                <a:effectLst/>
                <a:uFillTx/>
                <a:latin typeface="Calibri"/>
              </a:rPr>
              <a:t>&lt;date/time&gt;</a:t>
            </a:r>
            <a:endParaRPr lang="tr-TR" sz="1050" b="0" u="none" strike="noStrike">
              <a:solidFill>
                <a:srgbClr val="000000"/>
              </a:solidFill>
              <a:effectLst/>
              <a:uFillTx/>
              <a:latin typeface="Times New Roman"/>
            </a:endParaRPr>
          </a:p>
        </p:txBody>
      </p:sp>
      <p:sp>
        <p:nvSpPr>
          <p:cNvPr id="14" name="PlaceHolder 6"/>
          <p:cNvSpPr>
            <a:spLocks noGrp="1"/>
          </p:cNvSpPr>
          <p:nvPr>
            <p:ph type="sldNum" idx="9"/>
          </p:nvPr>
        </p:nvSpPr>
        <p:spPr>
          <a:xfrm>
            <a:off x="9724320" y="6438240"/>
            <a:ext cx="201600" cy="160920"/>
          </a:xfrm>
          <a:prstGeom prst="rect">
            <a:avLst/>
          </a:prstGeom>
          <a:noFill/>
          <a:ln w="0">
            <a:noFill/>
          </a:ln>
        </p:spPr>
        <p:txBody>
          <a:bodyPr lIns="0" tIns="0" rIns="0" bIns="0" anchor="t">
            <a:noAutofit/>
          </a:bodyPr>
          <a:lstStyle>
            <a:lvl1pPr marL="82440" indent="0">
              <a:lnSpc>
                <a:spcPts val="1114"/>
              </a:lnSpc>
              <a:buNone/>
              <a:defRPr lang="tr-TR" sz="1050" b="0" u="none" strike="noStrike">
                <a:solidFill>
                  <a:srgbClr val="898989"/>
                </a:solidFill>
                <a:effectLst/>
                <a:uFillTx/>
                <a:latin typeface="Calibri"/>
              </a:defRPr>
            </a:lvl1pPr>
          </a:lstStyle>
          <a:p>
            <a:pPr marL="82440" indent="0">
              <a:lnSpc>
                <a:spcPts val="1114"/>
              </a:lnSpc>
              <a:buNone/>
            </a:pPr>
            <a:fld id="{55A3A86E-F6A6-482A-8EDD-92CA3B5442EB}" type="slidenum">
              <a:rPr lang="tr-TR" sz="1050" b="0" u="none" strike="noStrike">
                <a:solidFill>
                  <a:srgbClr val="898989"/>
                </a:solidFill>
                <a:effectLst/>
                <a:uFillTx/>
                <a:latin typeface="Calibri"/>
              </a:rPr>
              <a:t>‹#›</a:t>
            </a:fld>
            <a:endParaRPr lang="tr-TR" sz="105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bg>
      <p:bgPr>
        <a:solidFill>
          <a:schemeClr val="lt1"/>
        </a:solidFill>
        <a:effectLst/>
      </p:bgPr>
    </p:bg>
    <p:spTree>
      <p:nvGrpSpPr>
        <p:cNvPr id="1" name=""/>
        <p:cNvGrpSpPr/>
        <p:nvPr/>
      </p:nvGrpSpPr>
      <p:grpSpPr>
        <a:xfrm>
          <a:off x="0" y="0"/>
          <a:ext cx="0" cy="0"/>
          <a:chOff x="0" y="0"/>
          <a:chExt cx="0" cy="0"/>
        </a:xfrm>
      </p:grpSpPr>
      <p:sp>
        <p:nvSpPr>
          <p:cNvPr id="15" name="PlaceHolder 1"/>
          <p:cNvSpPr>
            <a:spLocks noGrp="1"/>
          </p:cNvSpPr>
          <p:nvPr>
            <p:ph type="title"/>
          </p:nvPr>
        </p:nvSpPr>
        <p:spPr>
          <a:xfrm>
            <a:off x="1482480" y="778320"/>
            <a:ext cx="7894440" cy="939600"/>
          </a:xfrm>
          <a:prstGeom prst="rect">
            <a:avLst/>
          </a:prstGeom>
          <a:noFill/>
          <a:ln w="0">
            <a:noFill/>
          </a:ln>
        </p:spPr>
        <p:txBody>
          <a:bodyPr lIns="0" tIns="0" rIns="0" bIns="0" anchor="t">
            <a:noAutofit/>
          </a:bodyPr>
          <a:lstStyle/>
          <a:p>
            <a:pPr indent="0">
              <a:buNone/>
            </a:pPr>
            <a:r>
              <a:rPr lang="tr-TR" sz="3950" b="0" u="none" strike="noStrike">
                <a:solidFill>
                  <a:srgbClr val="000000"/>
                </a:solidFill>
                <a:effectLst/>
                <a:uFillTx/>
                <a:latin typeface="Calibri"/>
              </a:rPr>
              <a:t>Ana başlık metnini düzenlemek için tıklayın</a:t>
            </a:r>
          </a:p>
        </p:txBody>
      </p:sp>
      <p:sp>
        <p:nvSpPr>
          <p:cNvPr id="16" name="PlaceHolder 2"/>
          <p:cNvSpPr>
            <a:spLocks noGrp="1"/>
          </p:cNvSpPr>
          <p:nvPr>
            <p:ph type="ftr" idx="10"/>
          </p:nvPr>
        </p:nvSpPr>
        <p:spPr>
          <a:xfrm>
            <a:off x="4023000" y="6357600"/>
            <a:ext cx="2646720" cy="321120"/>
          </a:xfrm>
          <a:prstGeom prst="rect">
            <a:avLst/>
          </a:prstGeom>
          <a:noFill/>
          <a:ln w="0">
            <a:noFill/>
          </a:ln>
        </p:spPr>
        <p:txBody>
          <a:bodyPr lIns="0" tIns="0" rIns="0" bIns="0" anchor="t">
            <a:noAutofit/>
          </a:bodyPr>
          <a:lstStyle>
            <a:lvl1pPr marL="1440" indent="0" algn="ctr">
              <a:lnSpc>
                <a:spcPts val="1100"/>
              </a:lnSpc>
              <a:buNone/>
              <a:defRPr lang="tr-TR" sz="1050" b="0" u="none" strike="noStrike">
                <a:solidFill>
                  <a:srgbClr val="898989"/>
                </a:solidFill>
                <a:effectLst/>
                <a:uFillTx/>
                <a:latin typeface="Calibri"/>
              </a:defRPr>
            </a:lvl1pPr>
          </a:lstStyle>
          <a:p>
            <a:pPr marL="1440" indent="0" algn="ctr">
              <a:lnSpc>
                <a:spcPts val="1100"/>
              </a:lnSpc>
              <a:buNone/>
            </a:pPr>
            <a:r>
              <a:rPr lang="tr-TR" sz="1050" b="0" u="none" strike="noStrike">
                <a:solidFill>
                  <a:srgbClr val="898989"/>
                </a:solidFill>
                <a:effectLst/>
                <a:uFillTx/>
                <a:latin typeface="Calibri"/>
              </a:rPr>
              <a:t>&lt;footer&gt;</a:t>
            </a:r>
            <a:endParaRPr lang="tr-TR" sz="1050" b="0" u="none" strike="noStrike">
              <a:solidFill>
                <a:srgbClr val="000000"/>
              </a:solidFill>
              <a:effectLst/>
              <a:uFillTx/>
              <a:latin typeface="Times New Roman"/>
            </a:endParaRPr>
          </a:p>
        </p:txBody>
      </p:sp>
      <p:sp>
        <p:nvSpPr>
          <p:cNvPr id="17" name="PlaceHolder 3"/>
          <p:cNvSpPr>
            <a:spLocks noGrp="1"/>
          </p:cNvSpPr>
          <p:nvPr>
            <p:ph type="dt" idx="11"/>
          </p:nvPr>
        </p:nvSpPr>
        <p:spPr>
          <a:xfrm>
            <a:off x="802800" y="6438240"/>
            <a:ext cx="1320840" cy="161280"/>
          </a:xfrm>
          <a:prstGeom prst="rect">
            <a:avLst/>
          </a:prstGeom>
          <a:noFill/>
          <a:ln w="0">
            <a:noFill/>
          </a:ln>
        </p:spPr>
        <p:txBody>
          <a:bodyPr lIns="0" tIns="0" rIns="0" bIns="0" anchor="t">
            <a:noAutofit/>
          </a:bodyPr>
          <a:lstStyle>
            <a:lvl1pPr marL="14040" indent="0">
              <a:lnSpc>
                <a:spcPts val="1100"/>
              </a:lnSpc>
              <a:buNone/>
              <a:defRPr lang="tr-TR" sz="1050" b="0" u="none" strike="noStrike">
                <a:solidFill>
                  <a:srgbClr val="898989"/>
                </a:solidFill>
                <a:effectLst/>
                <a:uFillTx/>
                <a:latin typeface="Calibri"/>
              </a:defRPr>
            </a:lvl1pPr>
          </a:lstStyle>
          <a:p>
            <a:pPr marL="14040" indent="0">
              <a:lnSpc>
                <a:spcPts val="1100"/>
              </a:lnSpc>
              <a:buNone/>
            </a:pPr>
            <a:r>
              <a:rPr lang="tr-TR" sz="1050" b="0" u="none" strike="noStrike">
                <a:solidFill>
                  <a:srgbClr val="898989"/>
                </a:solidFill>
                <a:effectLst/>
                <a:uFillTx/>
                <a:latin typeface="Calibri"/>
              </a:rPr>
              <a:t>&lt;date/time&gt;</a:t>
            </a:r>
            <a:endParaRPr lang="tr-TR" sz="1050" b="0" u="none" strike="noStrike">
              <a:solidFill>
                <a:srgbClr val="000000"/>
              </a:solidFill>
              <a:effectLst/>
              <a:uFillTx/>
              <a:latin typeface="Times New Roman"/>
            </a:endParaRPr>
          </a:p>
        </p:txBody>
      </p:sp>
      <p:sp>
        <p:nvSpPr>
          <p:cNvPr id="18" name="PlaceHolder 4"/>
          <p:cNvSpPr>
            <a:spLocks noGrp="1"/>
          </p:cNvSpPr>
          <p:nvPr>
            <p:ph type="sldNum" idx="12"/>
          </p:nvPr>
        </p:nvSpPr>
        <p:spPr>
          <a:xfrm>
            <a:off x="9724320" y="6438240"/>
            <a:ext cx="201600" cy="160920"/>
          </a:xfrm>
          <a:prstGeom prst="rect">
            <a:avLst/>
          </a:prstGeom>
          <a:noFill/>
          <a:ln w="0">
            <a:noFill/>
          </a:ln>
        </p:spPr>
        <p:txBody>
          <a:bodyPr lIns="0" tIns="0" rIns="0" bIns="0" anchor="t">
            <a:noAutofit/>
          </a:bodyPr>
          <a:lstStyle>
            <a:lvl1pPr marL="82440" indent="0">
              <a:lnSpc>
                <a:spcPts val="1114"/>
              </a:lnSpc>
              <a:buNone/>
              <a:defRPr lang="tr-TR" sz="1050" b="0" u="none" strike="noStrike">
                <a:solidFill>
                  <a:srgbClr val="898989"/>
                </a:solidFill>
                <a:effectLst/>
                <a:uFillTx/>
                <a:latin typeface="Calibri"/>
              </a:defRPr>
            </a:lvl1pPr>
          </a:lstStyle>
          <a:p>
            <a:pPr marL="82440" indent="0">
              <a:lnSpc>
                <a:spcPts val="1114"/>
              </a:lnSpc>
              <a:buNone/>
            </a:pPr>
            <a:fld id="{ABFC475C-D57D-47D4-9286-3FE87DFDEE38}" type="slidenum">
              <a:rPr lang="tr-TR" sz="1050" b="0" u="none" strike="noStrike">
                <a:solidFill>
                  <a:srgbClr val="898989"/>
                </a:solidFill>
                <a:effectLst/>
                <a:uFillTx/>
                <a:latin typeface="Calibri"/>
              </a:rPr>
              <a:t>‹#›</a:t>
            </a:fld>
            <a:endParaRPr lang="tr-TR" sz="105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bg>
      <p:bgPr>
        <a:solidFill>
          <a:schemeClr val="lt1"/>
        </a:solidFill>
        <a:effectLst/>
      </p:bgPr>
    </p:bg>
    <p:spTree>
      <p:nvGrpSpPr>
        <p:cNvPr id="1" name=""/>
        <p:cNvGrpSpPr/>
        <p:nvPr/>
      </p:nvGrpSpPr>
      <p:grpSpPr>
        <a:xfrm>
          <a:off x="0" y="0"/>
          <a:ext cx="0" cy="0"/>
          <a:chOff x="0" y="0"/>
          <a:chExt cx="0" cy="0"/>
        </a:xfrm>
      </p:grpSpPr>
      <p:sp>
        <p:nvSpPr>
          <p:cNvPr id="19" name="PlaceHolder 1"/>
          <p:cNvSpPr>
            <a:spLocks noGrp="1"/>
          </p:cNvSpPr>
          <p:nvPr>
            <p:ph type="ftr" idx="13"/>
          </p:nvPr>
        </p:nvSpPr>
        <p:spPr>
          <a:xfrm>
            <a:off x="4023000" y="6357600"/>
            <a:ext cx="2646720" cy="321120"/>
          </a:xfrm>
          <a:prstGeom prst="rect">
            <a:avLst/>
          </a:prstGeom>
          <a:noFill/>
          <a:ln w="0">
            <a:noFill/>
          </a:ln>
        </p:spPr>
        <p:txBody>
          <a:bodyPr lIns="0" tIns="0" rIns="0" bIns="0" anchor="t">
            <a:noAutofit/>
          </a:bodyPr>
          <a:lstStyle>
            <a:lvl1pPr marL="1440" indent="0" algn="ctr">
              <a:lnSpc>
                <a:spcPts val="1100"/>
              </a:lnSpc>
              <a:buNone/>
              <a:defRPr lang="tr-TR" sz="1050" b="0" u="none" strike="noStrike">
                <a:solidFill>
                  <a:srgbClr val="898989"/>
                </a:solidFill>
                <a:effectLst/>
                <a:uFillTx/>
                <a:latin typeface="Calibri"/>
              </a:defRPr>
            </a:lvl1pPr>
          </a:lstStyle>
          <a:p>
            <a:pPr marL="1440" indent="0" algn="ctr">
              <a:lnSpc>
                <a:spcPts val="1100"/>
              </a:lnSpc>
              <a:buNone/>
            </a:pPr>
            <a:r>
              <a:rPr lang="tr-TR" sz="1050" b="0" u="none" strike="noStrike">
                <a:solidFill>
                  <a:srgbClr val="898989"/>
                </a:solidFill>
                <a:effectLst/>
                <a:uFillTx/>
                <a:latin typeface="Calibri"/>
              </a:rPr>
              <a:t>&lt;footer&gt;</a:t>
            </a:r>
            <a:endParaRPr lang="tr-TR" sz="1050" b="0" u="none" strike="noStrike">
              <a:solidFill>
                <a:srgbClr val="000000"/>
              </a:solidFill>
              <a:effectLst/>
              <a:uFillTx/>
              <a:latin typeface="Times New Roman"/>
            </a:endParaRPr>
          </a:p>
        </p:txBody>
      </p:sp>
      <p:sp>
        <p:nvSpPr>
          <p:cNvPr id="20" name="PlaceHolder 2"/>
          <p:cNvSpPr>
            <a:spLocks noGrp="1"/>
          </p:cNvSpPr>
          <p:nvPr>
            <p:ph type="dt" idx="14"/>
          </p:nvPr>
        </p:nvSpPr>
        <p:spPr>
          <a:xfrm>
            <a:off x="802800" y="6438240"/>
            <a:ext cx="1320840" cy="161280"/>
          </a:xfrm>
          <a:prstGeom prst="rect">
            <a:avLst/>
          </a:prstGeom>
          <a:noFill/>
          <a:ln w="0">
            <a:noFill/>
          </a:ln>
        </p:spPr>
        <p:txBody>
          <a:bodyPr lIns="0" tIns="0" rIns="0" bIns="0" anchor="t">
            <a:noAutofit/>
          </a:bodyPr>
          <a:lstStyle>
            <a:lvl1pPr marL="14040" indent="0">
              <a:lnSpc>
                <a:spcPts val="1100"/>
              </a:lnSpc>
              <a:buNone/>
              <a:defRPr lang="tr-TR" sz="1050" b="0" u="none" strike="noStrike">
                <a:solidFill>
                  <a:srgbClr val="898989"/>
                </a:solidFill>
                <a:effectLst/>
                <a:uFillTx/>
                <a:latin typeface="Calibri"/>
              </a:defRPr>
            </a:lvl1pPr>
          </a:lstStyle>
          <a:p>
            <a:pPr marL="14040" indent="0">
              <a:lnSpc>
                <a:spcPts val="1100"/>
              </a:lnSpc>
              <a:buNone/>
            </a:pPr>
            <a:r>
              <a:rPr lang="tr-TR" sz="1050" b="0" u="none" strike="noStrike">
                <a:solidFill>
                  <a:srgbClr val="898989"/>
                </a:solidFill>
                <a:effectLst/>
                <a:uFillTx/>
                <a:latin typeface="Calibri"/>
              </a:rPr>
              <a:t>&lt;date/time&gt;</a:t>
            </a:r>
            <a:endParaRPr lang="tr-TR" sz="1050" b="0" u="none" strike="noStrike">
              <a:solidFill>
                <a:srgbClr val="000000"/>
              </a:solidFill>
              <a:effectLst/>
              <a:uFillTx/>
              <a:latin typeface="Times New Roman"/>
            </a:endParaRPr>
          </a:p>
        </p:txBody>
      </p:sp>
      <p:sp>
        <p:nvSpPr>
          <p:cNvPr id="21" name="PlaceHolder 3"/>
          <p:cNvSpPr>
            <a:spLocks noGrp="1"/>
          </p:cNvSpPr>
          <p:nvPr>
            <p:ph type="sldNum" idx="15"/>
          </p:nvPr>
        </p:nvSpPr>
        <p:spPr>
          <a:xfrm>
            <a:off x="9724320" y="6438240"/>
            <a:ext cx="201600" cy="160920"/>
          </a:xfrm>
          <a:prstGeom prst="rect">
            <a:avLst/>
          </a:prstGeom>
          <a:noFill/>
          <a:ln w="0">
            <a:noFill/>
          </a:ln>
        </p:spPr>
        <p:txBody>
          <a:bodyPr lIns="0" tIns="0" rIns="0" bIns="0" anchor="t">
            <a:noAutofit/>
          </a:bodyPr>
          <a:lstStyle>
            <a:lvl1pPr marL="82440" indent="0">
              <a:lnSpc>
                <a:spcPts val="1114"/>
              </a:lnSpc>
              <a:buNone/>
              <a:defRPr lang="tr-TR" sz="1050" b="0" u="none" strike="noStrike">
                <a:solidFill>
                  <a:srgbClr val="898989"/>
                </a:solidFill>
                <a:effectLst/>
                <a:uFillTx/>
                <a:latin typeface="Calibri"/>
              </a:defRPr>
            </a:lvl1pPr>
          </a:lstStyle>
          <a:p>
            <a:pPr marL="82440" indent="0">
              <a:lnSpc>
                <a:spcPts val="1114"/>
              </a:lnSpc>
              <a:buNone/>
            </a:pPr>
            <a:fld id="{D8D9EC41-7F82-4711-8D9F-9490700221FE}" type="slidenum">
              <a:rPr lang="tr-TR" sz="1050" b="0" u="none" strike="noStrike">
                <a:solidFill>
                  <a:srgbClr val="898989"/>
                </a:solidFill>
                <a:effectLst/>
                <a:uFillTx/>
                <a:latin typeface="Calibri"/>
              </a:rPr>
              <a:t>‹#›</a:t>
            </a:fld>
            <a:endParaRPr lang="tr-TR" sz="105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lt1"/>
        </a:solidFill>
        <a:effectLst/>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1336680" y="2251080"/>
            <a:ext cx="8019720" cy="1619280"/>
          </a:xfrm>
          <a:prstGeom prst="rect">
            <a:avLst/>
          </a:prstGeom>
          <a:noFill/>
          <a:ln w="0">
            <a:noFill/>
          </a:ln>
        </p:spPr>
        <p:txBody>
          <a:bodyPr lIns="0" tIns="0" rIns="0" bIns="0" anchor="b">
            <a:noAutofit/>
          </a:bodyPr>
          <a:lstStyle/>
          <a:p>
            <a:pPr indent="0" algn="ctr">
              <a:lnSpc>
                <a:spcPct val="100000"/>
              </a:lnSpc>
              <a:buNone/>
            </a:pPr>
            <a:r>
              <a:rPr lang="en-US" sz="5260" b="1" u="none" strike="noStrike">
                <a:solidFill>
                  <a:srgbClr val="0070BF"/>
                </a:solidFill>
                <a:effectLst/>
                <a:uFillTx/>
                <a:latin typeface="Calibri"/>
              </a:rPr>
              <a:t>Click to edit Master title style</a:t>
            </a:r>
            <a:endParaRPr lang="tr-TR" sz="5260" b="0" u="none" strike="noStrike">
              <a:solidFill>
                <a:srgbClr val="000000"/>
              </a:solidFill>
              <a:effectLst/>
              <a:uFillTx/>
              <a:latin typeface="Calibri"/>
            </a:endParaRPr>
          </a:p>
        </p:txBody>
      </p:sp>
      <p:sp>
        <p:nvSpPr>
          <p:cNvPr id="23" name="PlaceHolder 2"/>
          <p:cNvSpPr>
            <a:spLocks noGrp="1"/>
          </p:cNvSpPr>
          <p:nvPr>
            <p:ph type="dt" idx="16"/>
          </p:nvPr>
        </p:nvSpPr>
        <p:spPr>
          <a:xfrm>
            <a:off x="802800" y="6438240"/>
            <a:ext cx="1320840" cy="16128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r>
              <a:rPr lang="tr-TR" sz="1050" b="0" u="none" strike="noStrike">
                <a:solidFill>
                  <a:srgbClr val="898989"/>
                </a:solidFill>
                <a:effectLst/>
                <a:uFillTx/>
                <a:latin typeface="Calibri"/>
              </a:rPr>
              <a:t>&lt;date/time&gt;</a:t>
            </a:r>
            <a:endParaRPr lang="tr-TR" sz="1050" b="0" u="none" strike="noStrike">
              <a:solidFill>
                <a:srgbClr val="000000"/>
              </a:solidFill>
              <a:effectLst/>
              <a:uFillTx/>
              <a:latin typeface="Times New Roman"/>
            </a:endParaRPr>
          </a:p>
        </p:txBody>
      </p:sp>
      <p:sp>
        <p:nvSpPr>
          <p:cNvPr id="24" name="PlaceHolder 3"/>
          <p:cNvSpPr>
            <a:spLocks noGrp="1"/>
          </p:cNvSpPr>
          <p:nvPr>
            <p:ph type="ftr" idx="17"/>
          </p:nvPr>
        </p:nvSpPr>
        <p:spPr>
          <a:xfrm>
            <a:off x="4023000" y="6357600"/>
            <a:ext cx="2646720" cy="32112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r>
              <a:rPr lang="tr-TR" sz="1050" b="0" u="none" strike="noStrike">
                <a:solidFill>
                  <a:srgbClr val="898989"/>
                </a:solidFill>
                <a:effectLst/>
                <a:uFillTx/>
                <a:latin typeface="Calibri"/>
              </a:rPr>
              <a:t>&lt;footer&gt;</a:t>
            </a:r>
            <a:endParaRPr lang="tr-TR" sz="1050" b="0" u="none" strike="noStrike">
              <a:solidFill>
                <a:srgbClr val="000000"/>
              </a:solidFill>
              <a:effectLst/>
              <a:uFillTx/>
              <a:latin typeface="Times New Roman"/>
            </a:endParaRPr>
          </a:p>
        </p:txBody>
      </p:sp>
      <p:sp>
        <p:nvSpPr>
          <p:cNvPr id="25" name="PlaceHolder 4"/>
          <p:cNvSpPr>
            <a:spLocks noGrp="1"/>
          </p:cNvSpPr>
          <p:nvPr>
            <p:ph type="sldNum" idx="18"/>
          </p:nvPr>
        </p:nvSpPr>
        <p:spPr>
          <a:xfrm>
            <a:off x="9724320" y="6438240"/>
            <a:ext cx="201600" cy="16092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8D4E6B61-3EF8-4F07-9387-4ECFCECE32A3}" type="slidenum">
              <a:rPr lang="tr-TR" sz="1050" b="0" u="none" strike="noStrike">
                <a:solidFill>
                  <a:srgbClr val="898989"/>
                </a:solidFill>
                <a:effectLst/>
                <a:uFillTx/>
                <a:latin typeface="Calibri"/>
              </a:rPr>
              <a:t>‹#›</a:t>
            </a:fld>
            <a:endParaRPr lang="tr-TR" sz="1050" b="0" u="none" strike="noStrike">
              <a:solidFill>
                <a:srgbClr val="000000"/>
              </a:solidFill>
              <a:effectLst/>
              <a:uFillTx/>
              <a:latin typeface="Times New Roman"/>
            </a:endParaRPr>
          </a:p>
        </p:txBody>
      </p:sp>
      <p:sp>
        <p:nvSpPr>
          <p:cNvPr id="26" name="PlaceHolder 5"/>
          <p:cNvSpPr>
            <a:spLocks noGrp="1"/>
          </p:cNvSpPr>
          <p:nvPr>
            <p:ph type="body"/>
          </p:nvPr>
        </p:nvSpPr>
        <p:spPr>
          <a:xfrm>
            <a:off x="534600" y="1769400"/>
            <a:ext cx="9623520" cy="43858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tr-TR" sz="1800" b="0" u="none" strike="noStrike">
                <a:solidFill>
                  <a:srgbClr val="000000"/>
                </a:solidFill>
                <a:effectLst/>
                <a:uFillTx/>
                <a:latin typeface="Calibri"/>
              </a:rPr>
              <a:t>Anahat metninin biçimini düzenlemek için tıklayın</a:t>
            </a:r>
          </a:p>
          <a:p>
            <a:pPr marL="864000" lvl="1" indent="-324000">
              <a:spcBef>
                <a:spcPts val="1134"/>
              </a:spcBef>
              <a:buClr>
                <a:srgbClr val="000000"/>
              </a:buClr>
              <a:buSzPct val="75000"/>
              <a:buFont typeface="Symbol" charset="2"/>
              <a:buChar char=""/>
            </a:pPr>
            <a:r>
              <a:rPr lang="tr-TR" sz="1800" b="0" u="none" strike="noStrike">
                <a:solidFill>
                  <a:srgbClr val="000000"/>
                </a:solidFill>
                <a:effectLst/>
                <a:uFillTx/>
                <a:latin typeface="Calibri"/>
              </a:rPr>
              <a:t>İkinci Anahat Düzeyi</a:t>
            </a:r>
          </a:p>
          <a:p>
            <a:pPr marL="1296000" lvl="2" indent="-288000">
              <a:spcBef>
                <a:spcPts val="850"/>
              </a:spcBef>
              <a:buClr>
                <a:srgbClr val="000000"/>
              </a:buClr>
              <a:buSzPct val="45000"/>
              <a:buFont typeface="Wingdings" charset="2"/>
              <a:buChar char=""/>
            </a:pPr>
            <a:r>
              <a:rPr lang="tr-TR" sz="1800" b="0" u="none" strike="noStrike">
                <a:solidFill>
                  <a:srgbClr val="000000"/>
                </a:solidFill>
                <a:effectLst/>
                <a:uFillTx/>
                <a:latin typeface="Calibri"/>
              </a:rPr>
              <a:t>Üçüncü Anahat Düzeyi</a:t>
            </a:r>
          </a:p>
          <a:p>
            <a:pPr marL="1728000" lvl="3" indent="-216000">
              <a:spcBef>
                <a:spcPts val="567"/>
              </a:spcBef>
              <a:buClr>
                <a:srgbClr val="000000"/>
              </a:buClr>
              <a:buSzPct val="75000"/>
              <a:buFont typeface="Symbol" charset="2"/>
              <a:buChar char=""/>
            </a:pPr>
            <a:r>
              <a:rPr lang="tr-TR" sz="1800" b="0" u="none" strike="noStrike">
                <a:solidFill>
                  <a:srgbClr val="000000"/>
                </a:solidFill>
                <a:effectLst/>
                <a:uFillTx/>
                <a:latin typeface="Calibri"/>
              </a:rPr>
              <a:t>Dördüncü Anahat Düzeyi</a:t>
            </a:r>
          </a:p>
          <a:p>
            <a:pPr marL="2160000" lvl="4" indent="-216000">
              <a:spcBef>
                <a:spcPts val="283"/>
              </a:spcBef>
              <a:buClr>
                <a:srgbClr val="000000"/>
              </a:buClr>
              <a:buSzPct val="45000"/>
              <a:buFont typeface="Wingdings" charset="2"/>
              <a:buChar char=""/>
            </a:pPr>
            <a:r>
              <a:rPr lang="tr-TR" sz="2000" b="0" u="none" strike="noStrike">
                <a:solidFill>
                  <a:srgbClr val="000000"/>
                </a:solidFill>
                <a:effectLst/>
                <a:uFillTx/>
                <a:latin typeface="Calibri"/>
              </a:rPr>
              <a:t>Beşinci Anahat Düzeyi</a:t>
            </a:r>
          </a:p>
          <a:p>
            <a:pPr marL="2592000" lvl="5" indent="-216000">
              <a:spcBef>
                <a:spcPts val="283"/>
              </a:spcBef>
              <a:buClr>
                <a:srgbClr val="000000"/>
              </a:buClr>
              <a:buSzPct val="45000"/>
              <a:buFont typeface="Wingdings" charset="2"/>
              <a:buChar char=""/>
            </a:pPr>
            <a:r>
              <a:rPr lang="tr-TR" sz="2000" b="0" u="none" strike="noStrike">
                <a:solidFill>
                  <a:srgbClr val="000000"/>
                </a:solidFill>
                <a:effectLst/>
                <a:uFillTx/>
                <a:latin typeface="Calibri"/>
              </a:rPr>
              <a:t>Altıncı Anahat Düzeyi</a:t>
            </a:r>
          </a:p>
          <a:p>
            <a:pPr marL="3024000" lvl="6" indent="-216000">
              <a:spcBef>
                <a:spcPts val="283"/>
              </a:spcBef>
              <a:buClr>
                <a:srgbClr val="000000"/>
              </a:buClr>
              <a:buSzPct val="45000"/>
              <a:buFont typeface="Wingdings" charset="2"/>
              <a:buChar char=""/>
            </a:pPr>
            <a:r>
              <a:rPr lang="tr-TR" sz="2000" b="0" u="none" strike="noStrike">
                <a:solidFill>
                  <a:srgbClr val="000000"/>
                </a:solidFill>
                <a:effectLst/>
                <a:uFillTx/>
                <a:latin typeface="Calibri"/>
              </a:rPr>
              <a:t>Yedinci Anahat Düzeyi</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36675" y="1237717"/>
            <a:ext cx="8020050" cy="2632992"/>
          </a:xfrm>
        </p:spPr>
        <p:txBody>
          <a:bodyPr anchor="b"/>
          <a:lstStyle>
            <a:lvl1pPr algn="ctr">
              <a:defRPr sz="5263"/>
            </a:lvl1pPr>
          </a:lstStyle>
          <a:p>
            <a:r>
              <a:rPr lang="en-US"/>
              <a:t>Click to edit Master title style</a:t>
            </a:r>
            <a:endParaRPr lang="tr-TR"/>
          </a:p>
        </p:txBody>
      </p:sp>
      <p:sp>
        <p:nvSpPr>
          <p:cNvPr id="3" name="Subtitle 2"/>
          <p:cNvSpPr>
            <a:spLocks noGrp="1"/>
          </p:cNvSpPr>
          <p:nvPr>
            <p:ph type="subTitle" idx="1"/>
          </p:nvPr>
        </p:nvSpPr>
        <p:spPr>
          <a:xfrm>
            <a:off x="1336675" y="3972247"/>
            <a:ext cx="8020050" cy="1825938"/>
          </a:xfrm>
        </p:spPr>
        <p:txBody>
          <a:bodyPr/>
          <a:lstStyle>
            <a:lvl1pPr marL="0" indent="0" algn="ctr">
              <a:buNone/>
              <a:defRPr sz="2105"/>
            </a:lvl1pPr>
            <a:lvl2pPr marL="401010" indent="0" algn="ctr">
              <a:buNone/>
              <a:defRPr sz="1754"/>
            </a:lvl2pPr>
            <a:lvl3pPr marL="802020" indent="0" algn="ctr">
              <a:buNone/>
              <a:defRPr sz="1579"/>
            </a:lvl3pPr>
            <a:lvl4pPr marL="1203030" indent="0" algn="ctr">
              <a:buNone/>
              <a:defRPr sz="1403"/>
            </a:lvl4pPr>
            <a:lvl5pPr marL="1604040" indent="0" algn="ctr">
              <a:buNone/>
              <a:defRPr sz="1403"/>
            </a:lvl5pPr>
            <a:lvl6pPr marL="2005051" indent="0" algn="ctr">
              <a:buNone/>
              <a:defRPr sz="1403"/>
            </a:lvl6pPr>
            <a:lvl7pPr marL="2406061" indent="0" algn="ctr">
              <a:buNone/>
              <a:defRPr sz="1403"/>
            </a:lvl7pPr>
            <a:lvl8pPr marL="2807071" indent="0" algn="ctr">
              <a:buNone/>
              <a:defRPr sz="1403"/>
            </a:lvl8pPr>
            <a:lvl9pPr marL="3208081" indent="0" algn="ctr">
              <a:buNone/>
              <a:defRPr sz="1403"/>
            </a:lvl9pPr>
          </a:lstStyle>
          <a:p>
            <a:r>
              <a:rPr lang="en-US"/>
              <a:t>Click to edit Master subtitle style</a:t>
            </a:r>
            <a:endParaRPr lang="tr-TR"/>
          </a:p>
        </p:txBody>
      </p:sp>
      <p:sp>
        <p:nvSpPr>
          <p:cNvPr id="4" name="Date Placeholder 3"/>
          <p:cNvSpPr>
            <a:spLocks noGrp="1"/>
          </p:cNvSpPr>
          <p:nvPr>
            <p:ph type="dt" sz="half" idx="10"/>
          </p:nvPr>
        </p:nvSpPr>
        <p:spPr/>
        <p:txBody>
          <a:bodyPr/>
          <a:lstStyle/>
          <a:p>
            <a:fld id="{7FAE8CB2-9691-490D-9BE8-156B3BD3EDDA}" type="datetime2">
              <a:rPr lang="tr-TR" smtClean="0"/>
              <a:t>21 Nisan 2026 Salı</a:t>
            </a:fld>
            <a:endParaRPr lang="tr-TR"/>
          </a:p>
        </p:txBody>
      </p:sp>
      <p:sp>
        <p:nvSpPr>
          <p:cNvPr id="5" name="Footer Placeholder 4"/>
          <p:cNvSpPr>
            <a:spLocks noGrp="1"/>
          </p:cNvSpPr>
          <p:nvPr>
            <p:ph type="ftr" sz="quarter" idx="11"/>
          </p:nvPr>
        </p:nvSpPr>
        <p:spPr/>
        <p:txBody>
          <a:bodyPr/>
          <a:lstStyle/>
          <a:p>
            <a:r>
              <a:rPr lang="tr-TR" dirty="0"/>
              <a:t>2022 TEKNOFEST DİKEY İNİŞLİ ROKET YARIŞMASI ÖN TASARIM RAPORU (ÖTR)</a:t>
            </a:r>
          </a:p>
        </p:txBody>
      </p:sp>
      <p:sp>
        <p:nvSpPr>
          <p:cNvPr id="6" name="Slide Number Placeholder 5"/>
          <p:cNvSpPr>
            <a:spLocks noGrp="1"/>
          </p:cNvSpPr>
          <p:nvPr>
            <p:ph type="sldNum" sz="quarter" idx="12"/>
          </p:nvPr>
        </p:nvSpPr>
        <p:spPr/>
        <p:txBody>
          <a:bodyPr/>
          <a:lstStyle/>
          <a:p>
            <a:fld id="{87BEDC82-49FF-42E3-B7EA-26FF728940D5}" type="slidenum">
              <a:rPr lang="tr-TR" smtClean="0"/>
              <a:t>‹#›</a:t>
            </a:fld>
            <a:endParaRPr lang="tr-TR"/>
          </a:p>
        </p:txBody>
      </p:sp>
    </p:spTree>
    <p:extLst>
      <p:ext uri="{BB962C8B-B14F-4D97-AF65-F5344CB8AC3E}">
        <p14:creationId xmlns:p14="http://schemas.microsoft.com/office/powerpoint/2010/main" val="28777891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p:cNvSpPr>
            <a:spLocks noGrp="1"/>
          </p:cNvSpPr>
          <p:nvPr>
            <p:ph type="dt" sz="half" idx="10"/>
          </p:nvPr>
        </p:nvSpPr>
        <p:spPr/>
        <p:txBody>
          <a:bodyPr/>
          <a:lstStyle/>
          <a:p>
            <a:fld id="{06142BE6-88A1-4636-8CD1-5CDE0647BA87}" type="datetime2">
              <a:rPr lang="tr-TR" smtClean="0"/>
              <a:t>21 Nisan 2026 Salı</a:t>
            </a:fld>
            <a:endParaRPr lang="tr-TR"/>
          </a:p>
        </p:txBody>
      </p:sp>
      <p:sp>
        <p:nvSpPr>
          <p:cNvPr id="5" name="Footer Placeholder 4"/>
          <p:cNvSpPr>
            <a:spLocks noGrp="1"/>
          </p:cNvSpPr>
          <p:nvPr>
            <p:ph type="ftr" sz="quarter" idx="11"/>
          </p:nvPr>
        </p:nvSpPr>
        <p:spPr/>
        <p:txBody>
          <a:bodyPr/>
          <a:lstStyle>
            <a:lvl1pPr>
              <a:defRPr/>
            </a:lvl1pPr>
          </a:lstStyle>
          <a:p>
            <a:r>
              <a:rPr lang="tr-TR" dirty="0"/>
              <a:t>2022 TEKNOFEST DİKEY İNİŞLİ ROKET YARIŞMASI ÖN TASARIM RAPORU (ÖTR)</a:t>
            </a:r>
          </a:p>
        </p:txBody>
      </p:sp>
      <p:sp>
        <p:nvSpPr>
          <p:cNvPr id="6" name="Slide Number Placeholder 5"/>
          <p:cNvSpPr>
            <a:spLocks noGrp="1"/>
          </p:cNvSpPr>
          <p:nvPr>
            <p:ph type="sldNum" sz="quarter" idx="12"/>
          </p:nvPr>
        </p:nvSpPr>
        <p:spPr/>
        <p:txBody>
          <a:bodyPr/>
          <a:lstStyle/>
          <a:p>
            <a:fld id="{87BEDC82-49FF-42E3-B7EA-26FF728940D5}" type="slidenum">
              <a:rPr lang="tr-TR" smtClean="0"/>
              <a:t>‹#›</a:t>
            </a:fld>
            <a:endParaRPr lang="tr-TR"/>
          </a:p>
        </p:txBody>
      </p:sp>
    </p:spTree>
    <p:extLst>
      <p:ext uri="{BB962C8B-B14F-4D97-AF65-F5344CB8AC3E}">
        <p14:creationId xmlns:p14="http://schemas.microsoft.com/office/powerpoint/2010/main" val="35941960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9602" y="1885462"/>
            <a:ext cx="9223058" cy="3145935"/>
          </a:xfrm>
        </p:spPr>
        <p:txBody>
          <a:bodyPr anchor="b"/>
          <a:lstStyle>
            <a:lvl1pPr>
              <a:defRPr sz="5263"/>
            </a:lvl1pPr>
          </a:lstStyle>
          <a:p>
            <a:r>
              <a:rPr lang="en-US"/>
              <a:t>Click to edit Master title style</a:t>
            </a:r>
            <a:endParaRPr lang="tr-TR"/>
          </a:p>
        </p:txBody>
      </p:sp>
      <p:sp>
        <p:nvSpPr>
          <p:cNvPr id="3" name="Text Placeholder 2"/>
          <p:cNvSpPr>
            <a:spLocks noGrp="1"/>
          </p:cNvSpPr>
          <p:nvPr>
            <p:ph type="body" idx="1"/>
          </p:nvPr>
        </p:nvSpPr>
        <p:spPr>
          <a:xfrm>
            <a:off x="729602" y="5061158"/>
            <a:ext cx="9223058" cy="1654373"/>
          </a:xfrm>
        </p:spPr>
        <p:txBody>
          <a:bodyPr/>
          <a:lstStyle>
            <a:lvl1pPr marL="0" indent="0">
              <a:buNone/>
              <a:defRPr sz="2105">
                <a:solidFill>
                  <a:schemeClr val="tx1">
                    <a:tint val="75000"/>
                  </a:schemeClr>
                </a:solidFill>
              </a:defRPr>
            </a:lvl1pPr>
            <a:lvl2pPr marL="401010" indent="0">
              <a:buNone/>
              <a:defRPr sz="1754">
                <a:solidFill>
                  <a:schemeClr val="tx1">
                    <a:tint val="75000"/>
                  </a:schemeClr>
                </a:solidFill>
              </a:defRPr>
            </a:lvl2pPr>
            <a:lvl3pPr marL="802020" indent="0">
              <a:buNone/>
              <a:defRPr sz="1579">
                <a:solidFill>
                  <a:schemeClr val="tx1">
                    <a:tint val="75000"/>
                  </a:schemeClr>
                </a:solidFill>
              </a:defRPr>
            </a:lvl3pPr>
            <a:lvl4pPr marL="1203030" indent="0">
              <a:buNone/>
              <a:defRPr sz="1403">
                <a:solidFill>
                  <a:schemeClr val="tx1">
                    <a:tint val="75000"/>
                  </a:schemeClr>
                </a:solidFill>
              </a:defRPr>
            </a:lvl4pPr>
            <a:lvl5pPr marL="1604040" indent="0">
              <a:buNone/>
              <a:defRPr sz="1403">
                <a:solidFill>
                  <a:schemeClr val="tx1">
                    <a:tint val="75000"/>
                  </a:schemeClr>
                </a:solidFill>
              </a:defRPr>
            </a:lvl5pPr>
            <a:lvl6pPr marL="2005051" indent="0">
              <a:buNone/>
              <a:defRPr sz="1403">
                <a:solidFill>
                  <a:schemeClr val="tx1">
                    <a:tint val="75000"/>
                  </a:schemeClr>
                </a:solidFill>
              </a:defRPr>
            </a:lvl6pPr>
            <a:lvl7pPr marL="2406061" indent="0">
              <a:buNone/>
              <a:defRPr sz="1403">
                <a:solidFill>
                  <a:schemeClr val="tx1">
                    <a:tint val="75000"/>
                  </a:schemeClr>
                </a:solidFill>
              </a:defRPr>
            </a:lvl7pPr>
            <a:lvl8pPr marL="2807071" indent="0">
              <a:buNone/>
              <a:defRPr sz="1403">
                <a:solidFill>
                  <a:schemeClr val="tx1">
                    <a:tint val="75000"/>
                  </a:schemeClr>
                </a:solidFill>
              </a:defRPr>
            </a:lvl8pPr>
            <a:lvl9pPr marL="3208081" indent="0">
              <a:buNone/>
              <a:defRPr sz="140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63EF135-1B39-46F9-B480-EDB3F7E0C68A}" type="datetime2">
              <a:rPr lang="tr-TR" smtClean="0"/>
              <a:t>21 Nisan 2026 Salı</a:t>
            </a:fld>
            <a:endParaRPr lang="tr-TR"/>
          </a:p>
        </p:txBody>
      </p:sp>
      <p:sp>
        <p:nvSpPr>
          <p:cNvPr id="5" name="Footer Placeholder 4"/>
          <p:cNvSpPr>
            <a:spLocks noGrp="1"/>
          </p:cNvSpPr>
          <p:nvPr>
            <p:ph type="ftr" sz="quarter" idx="11"/>
          </p:nvPr>
        </p:nvSpPr>
        <p:spPr/>
        <p:txBody>
          <a:bodyPr/>
          <a:lstStyle>
            <a:lvl1pPr>
              <a:defRPr/>
            </a:lvl1pPr>
          </a:lstStyle>
          <a:p>
            <a:r>
              <a:rPr lang="tr-TR" dirty="0"/>
              <a:t>2022 TEKNOFEST DİKEY İNİŞLİ ROKET YARIŞMASI ÖN TASARIM RAPORU (ÖTR)</a:t>
            </a:r>
          </a:p>
        </p:txBody>
      </p:sp>
      <p:sp>
        <p:nvSpPr>
          <p:cNvPr id="6" name="Slide Number Placeholder 5"/>
          <p:cNvSpPr>
            <a:spLocks noGrp="1"/>
          </p:cNvSpPr>
          <p:nvPr>
            <p:ph type="sldNum" sz="quarter" idx="12"/>
          </p:nvPr>
        </p:nvSpPr>
        <p:spPr/>
        <p:txBody>
          <a:bodyPr/>
          <a:lstStyle/>
          <a:p>
            <a:fld id="{87BEDC82-49FF-42E3-B7EA-26FF728940D5}" type="slidenum">
              <a:rPr lang="tr-TR" smtClean="0"/>
              <a:t>‹#›</a:t>
            </a:fld>
            <a:endParaRPr lang="tr-TR"/>
          </a:p>
        </p:txBody>
      </p:sp>
    </p:spTree>
    <p:extLst>
      <p:ext uri="{BB962C8B-B14F-4D97-AF65-F5344CB8AC3E}">
        <p14:creationId xmlns:p14="http://schemas.microsoft.com/office/powerpoint/2010/main" val="29658784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Content Placeholder 2"/>
          <p:cNvSpPr>
            <a:spLocks noGrp="1"/>
          </p:cNvSpPr>
          <p:nvPr>
            <p:ph sz="half" idx="1"/>
          </p:nvPr>
        </p:nvSpPr>
        <p:spPr>
          <a:xfrm>
            <a:off x="735171" y="2013259"/>
            <a:ext cx="4544695" cy="47985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Content Placeholder 3"/>
          <p:cNvSpPr>
            <a:spLocks noGrp="1"/>
          </p:cNvSpPr>
          <p:nvPr>
            <p:ph sz="half" idx="2"/>
          </p:nvPr>
        </p:nvSpPr>
        <p:spPr>
          <a:xfrm>
            <a:off x="5413534" y="2013259"/>
            <a:ext cx="4544695" cy="47985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5" name="Date Placeholder 4"/>
          <p:cNvSpPr>
            <a:spLocks noGrp="1"/>
          </p:cNvSpPr>
          <p:nvPr>
            <p:ph type="dt" sz="half" idx="10"/>
          </p:nvPr>
        </p:nvSpPr>
        <p:spPr/>
        <p:txBody>
          <a:bodyPr/>
          <a:lstStyle/>
          <a:p>
            <a:fld id="{763D39CA-2D14-4B38-AF06-14C43CD290E5}" type="datetime2">
              <a:rPr lang="tr-TR" smtClean="0"/>
              <a:t>21 Nisan 2026 Salı</a:t>
            </a:fld>
            <a:endParaRPr lang="tr-TR"/>
          </a:p>
        </p:txBody>
      </p:sp>
      <p:sp>
        <p:nvSpPr>
          <p:cNvPr id="6" name="Footer Placeholder 5"/>
          <p:cNvSpPr>
            <a:spLocks noGrp="1"/>
          </p:cNvSpPr>
          <p:nvPr>
            <p:ph type="ftr" sz="quarter" idx="11"/>
          </p:nvPr>
        </p:nvSpPr>
        <p:spPr/>
        <p:txBody>
          <a:bodyPr/>
          <a:lstStyle>
            <a:lvl1pPr>
              <a:defRPr/>
            </a:lvl1pPr>
          </a:lstStyle>
          <a:p>
            <a:r>
              <a:rPr lang="tr-TR" dirty="0"/>
              <a:t>2022 TEKNOFEST DİKEY İNİŞLİ ROKET YARIŞMASI ÖN TASARIM RAPORU (ÖTR)</a:t>
            </a:r>
          </a:p>
        </p:txBody>
      </p:sp>
      <p:sp>
        <p:nvSpPr>
          <p:cNvPr id="7" name="Slide Number Placeholder 6"/>
          <p:cNvSpPr>
            <a:spLocks noGrp="1"/>
          </p:cNvSpPr>
          <p:nvPr>
            <p:ph type="sldNum" sz="quarter" idx="12"/>
          </p:nvPr>
        </p:nvSpPr>
        <p:spPr/>
        <p:txBody>
          <a:bodyPr/>
          <a:lstStyle/>
          <a:p>
            <a:fld id="{87BEDC82-49FF-42E3-B7EA-26FF728940D5}" type="slidenum">
              <a:rPr lang="tr-TR" smtClean="0"/>
              <a:t>‹#›</a:t>
            </a:fld>
            <a:endParaRPr lang="tr-TR"/>
          </a:p>
        </p:txBody>
      </p:sp>
    </p:spTree>
    <p:extLst>
      <p:ext uri="{BB962C8B-B14F-4D97-AF65-F5344CB8AC3E}">
        <p14:creationId xmlns:p14="http://schemas.microsoft.com/office/powerpoint/2010/main" val="9904273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36564" y="402652"/>
            <a:ext cx="9223058" cy="1461801"/>
          </a:xfrm>
        </p:spPr>
        <p:txBody>
          <a:bodyPr/>
          <a:lstStyle/>
          <a:p>
            <a:r>
              <a:rPr lang="en-US"/>
              <a:t>Click to edit Master title style</a:t>
            </a:r>
            <a:endParaRPr lang="tr-TR"/>
          </a:p>
        </p:txBody>
      </p:sp>
      <p:sp>
        <p:nvSpPr>
          <p:cNvPr id="3" name="Text Placeholder 2"/>
          <p:cNvSpPr>
            <a:spLocks noGrp="1"/>
          </p:cNvSpPr>
          <p:nvPr>
            <p:ph type="body" idx="1"/>
          </p:nvPr>
        </p:nvSpPr>
        <p:spPr>
          <a:xfrm>
            <a:off x="736565" y="1853949"/>
            <a:ext cx="4523809" cy="908592"/>
          </a:xfrm>
        </p:spPr>
        <p:txBody>
          <a:bodyPr anchor="b"/>
          <a:lstStyle>
            <a:lvl1pPr marL="0" indent="0">
              <a:buNone/>
              <a:defRPr sz="2105" b="1"/>
            </a:lvl1pPr>
            <a:lvl2pPr marL="401010" indent="0">
              <a:buNone/>
              <a:defRPr sz="1754" b="1"/>
            </a:lvl2pPr>
            <a:lvl3pPr marL="802020" indent="0">
              <a:buNone/>
              <a:defRPr sz="1579" b="1"/>
            </a:lvl3pPr>
            <a:lvl4pPr marL="1203030" indent="0">
              <a:buNone/>
              <a:defRPr sz="1403" b="1"/>
            </a:lvl4pPr>
            <a:lvl5pPr marL="1604040" indent="0">
              <a:buNone/>
              <a:defRPr sz="1403" b="1"/>
            </a:lvl5pPr>
            <a:lvl6pPr marL="2005051" indent="0">
              <a:buNone/>
              <a:defRPr sz="1403" b="1"/>
            </a:lvl6pPr>
            <a:lvl7pPr marL="2406061" indent="0">
              <a:buNone/>
              <a:defRPr sz="1403" b="1"/>
            </a:lvl7pPr>
            <a:lvl8pPr marL="2807071" indent="0">
              <a:buNone/>
              <a:defRPr sz="1403" b="1"/>
            </a:lvl8pPr>
            <a:lvl9pPr marL="3208081" indent="0">
              <a:buNone/>
              <a:defRPr sz="1403" b="1"/>
            </a:lvl9pPr>
          </a:lstStyle>
          <a:p>
            <a:pPr lvl="0"/>
            <a:r>
              <a:rPr lang="en-US"/>
              <a:t>Click to edit Master text styles</a:t>
            </a:r>
          </a:p>
        </p:txBody>
      </p:sp>
      <p:sp>
        <p:nvSpPr>
          <p:cNvPr id="4" name="Content Placeholder 3"/>
          <p:cNvSpPr>
            <a:spLocks noGrp="1"/>
          </p:cNvSpPr>
          <p:nvPr>
            <p:ph sz="half" idx="2"/>
          </p:nvPr>
        </p:nvSpPr>
        <p:spPr>
          <a:xfrm>
            <a:off x="736565" y="2762541"/>
            <a:ext cx="4523809" cy="40632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5" name="Text Placeholder 4"/>
          <p:cNvSpPr>
            <a:spLocks noGrp="1"/>
          </p:cNvSpPr>
          <p:nvPr>
            <p:ph type="body" sz="quarter" idx="3"/>
          </p:nvPr>
        </p:nvSpPr>
        <p:spPr>
          <a:xfrm>
            <a:off x="5413534" y="1853949"/>
            <a:ext cx="4546088" cy="908592"/>
          </a:xfrm>
        </p:spPr>
        <p:txBody>
          <a:bodyPr anchor="b"/>
          <a:lstStyle>
            <a:lvl1pPr marL="0" indent="0">
              <a:buNone/>
              <a:defRPr sz="2105" b="1"/>
            </a:lvl1pPr>
            <a:lvl2pPr marL="401010" indent="0">
              <a:buNone/>
              <a:defRPr sz="1754" b="1"/>
            </a:lvl2pPr>
            <a:lvl3pPr marL="802020" indent="0">
              <a:buNone/>
              <a:defRPr sz="1579" b="1"/>
            </a:lvl3pPr>
            <a:lvl4pPr marL="1203030" indent="0">
              <a:buNone/>
              <a:defRPr sz="1403" b="1"/>
            </a:lvl4pPr>
            <a:lvl5pPr marL="1604040" indent="0">
              <a:buNone/>
              <a:defRPr sz="1403" b="1"/>
            </a:lvl5pPr>
            <a:lvl6pPr marL="2005051" indent="0">
              <a:buNone/>
              <a:defRPr sz="1403" b="1"/>
            </a:lvl6pPr>
            <a:lvl7pPr marL="2406061" indent="0">
              <a:buNone/>
              <a:defRPr sz="1403" b="1"/>
            </a:lvl7pPr>
            <a:lvl8pPr marL="2807071" indent="0">
              <a:buNone/>
              <a:defRPr sz="1403" b="1"/>
            </a:lvl8pPr>
            <a:lvl9pPr marL="3208081" indent="0">
              <a:buNone/>
              <a:defRPr sz="1403" b="1"/>
            </a:lvl9pPr>
          </a:lstStyle>
          <a:p>
            <a:pPr lvl="0"/>
            <a:r>
              <a:rPr lang="en-US"/>
              <a:t>Click to edit Master text styles</a:t>
            </a:r>
          </a:p>
        </p:txBody>
      </p:sp>
      <p:sp>
        <p:nvSpPr>
          <p:cNvPr id="6" name="Content Placeholder 5"/>
          <p:cNvSpPr>
            <a:spLocks noGrp="1"/>
          </p:cNvSpPr>
          <p:nvPr>
            <p:ph sz="quarter" idx="4"/>
          </p:nvPr>
        </p:nvSpPr>
        <p:spPr>
          <a:xfrm>
            <a:off x="5413534" y="2762541"/>
            <a:ext cx="4546088" cy="40632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7" name="Date Placeholder 6"/>
          <p:cNvSpPr>
            <a:spLocks noGrp="1"/>
          </p:cNvSpPr>
          <p:nvPr>
            <p:ph type="dt" sz="half" idx="10"/>
          </p:nvPr>
        </p:nvSpPr>
        <p:spPr/>
        <p:txBody>
          <a:bodyPr/>
          <a:lstStyle/>
          <a:p>
            <a:fld id="{B5586FD2-488F-40DF-B568-34DEA0B57C64}" type="datetime2">
              <a:rPr lang="tr-TR" smtClean="0"/>
              <a:t>21 Nisan 2026 Salı</a:t>
            </a:fld>
            <a:endParaRPr lang="tr-TR"/>
          </a:p>
        </p:txBody>
      </p:sp>
      <p:sp>
        <p:nvSpPr>
          <p:cNvPr id="8" name="Footer Placeholder 7"/>
          <p:cNvSpPr>
            <a:spLocks noGrp="1"/>
          </p:cNvSpPr>
          <p:nvPr>
            <p:ph type="ftr" sz="quarter" idx="11"/>
          </p:nvPr>
        </p:nvSpPr>
        <p:spPr/>
        <p:txBody>
          <a:bodyPr/>
          <a:lstStyle>
            <a:lvl1pPr>
              <a:defRPr/>
            </a:lvl1pPr>
          </a:lstStyle>
          <a:p>
            <a:r>
              <a:rPr lang="tr-TR" dirty="0"/>
              <a:t>2022 TEKNOFEST DİKEY İNİŞLİ ROKET YARIŞMASI ÖN TASARIM RAPORU (ÖTR)</a:t>
            </a:r>
          </a:p>
        </p:txBody>
      </p:sp>
      <p:sp>
        <p:nvSpPr>
          <p:cNvPr id="9" name="Slide Number Placeholder 8"/>
          <p:cNvSpPr>
            <a:spLocks noGrp="1"/>
          </p:cNvSpPr>
          <p:nvPr>
            <p:ph type="sldNum" sz="quarter" idx="12"/>
          </p:nvPr>
        </p:nvSpPr>
        <p:spPr/>
        <p:txBody>
          <a:bodyPr/>
          <a:lstStyle/>
          <a:p>
            <a:fld id="{87BEDC82-49FF-42E3-B7EA-26FF728940D5}" type="slidenum">
              <a:rPr lang="tr-TR" smtClean="0"/>
              <a:t>‹#›</a:t>
            </a:fld>
            <a:endParaRPr lang="tr-TR"/>
          </a:p>
        </p:txBody>
      </p:sp>
    </p:spTree>
    <p:extLst>
      <p:ext uri="{BB962C8B-B14F-4D97-AF65-F5344CB8AC3E}">
        <p14:creationId xmlns:p14="http://schemas.microsoft.com/office/powerpoint/2010/main" val="35031379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Date Placeholder 2"/>
          <p:cNvSpPr>
            <a:spLocks noGrp="1"/>
          </p:cNvSpPr>
          <p:nvPr>
            <p:ph type="dt" sz="half" idx="10"/>
          </p:nvPr>
        </p:nvSpPr>
        <p:spPr/>
        <p:txBody>
          <a:bodyPr/>
          <a:lstStyle/>
          <a:p>
            <a:fld id="{8C086831-B416-4B9A-A450-170C5C34286D}" type="datetime2">
              <a:rPr lang="tr-TR" smtClean="0"/>
              <a:t>21 Nisan 2026 Salı</a:t>
            </a:fld>
            <a:endParaRPr lang="tr-TR"/>
          </a:p>
        </p:txBody>
      </p:sp>
      <p:sp>
        <p:nvSpPr>
          <p:cNvPr id="4" name="Footer Placeholder 3"/>
          <p:cNvSpPr>
            <a:spLocks noGrp="1"/>
          </p:cNvSpPr>
          <p:nvPr>
            <p:ph type="ftr" sz="quarter" idx="11"/>
          </p:nvPr>
        </p:nvSpPr>
        <p:spPr/>
        <p:txBody>
          <a:bodyPr/>
          <a:lstStyle>
            <a:lvl1pPr>
              <a:defRPr/>
            </a:lvl1pPr>
          </a:lstStyle>
          <a:p>
            <a:r>
              <a:rPr lang="tr-TR" dirty="0"/>
              <a:t>2022 TEKNOFEST DİKEY İNİŞLİ ROKET YARIŞMASI ÖN TASARIM RAPORU (ÖTR)</a:t>
            </a:r>
          </a:p>
        </p:txBody>
      </p:sp>
      <p:sp>
        <p:nvSpPr>
          <p:cNvPr id="5" name="Slide Number Placeholder 4"/>
          <p:cNvSpPr>
            <a:spLocks noGrp="1"/>
          </p:cNvSpPr>
          <p:nvPr>
            <p:ph type="sldNum" sz="quarter" idx="12"/>
          </p:nvPr>
        </p:nvSpPr>
        <p:spPr/>
        <p:txBody>
          <a:bodyPr/>
          <a:lstStyle/>
          <a:p>
            <a:fld id="{87BEDC82-49FF-42E3-B7EA-26FF728940D5}" type="slidenum">
              <a:rPr lang="tr-TR" smtClean="0"/>
              <a:t>‹#›</a:t>
            </a:fld>
            <a:endParaRPr lang="tr-TR"/>
          </a:p>
        </p:txBody>
      </p:sp>
    </p:spTree>
    <p:extLst>
      <p:ext uri="{BB962C8B-B14F-4D97-AF65-F5344CB8AC3E}">
        <p14:creationId xmlns:p14="http://schemas.microsoft.com/office/powerpoint/2010/main" val="18156074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749507-AD42-41CA-AEC4-E30B5C930225}" type="datetime2">
              <a:rPr lang="tr-TR" smtClean="0"/>
              <a:t>21 Nisan 2026 Salı</a:t>
            </a:fld>
            <a:endParaRPr lang="tr-TR"/>
          </a:p>
        </p:txBody>
      </p:sp>
      <p:sp>
        <p:nvSpPr>
          <p:cNvPr id="3" name="Footer Placeholder 2"/>
          <p:cNvSpPr>
            <a:spLocks noGrp="1"/>
          </p:cNvSpPr>
          <p:nvPr>
            <p:ph type="ftr" sz="quarter" idx="11"/>
          </p:nvPr>
        </p:nvSpPr>
        <p:spPr/>
        <p:txBody>
          <a:bodyPr/>
          <a:lstStyle>
            <a:lvl1pPr>
              <a:defRPr/>
            </a:lvl1pPr>
          </a:lstStyle>
          <a:p>
            <a:r>
              <a:rPr lang="tr-TR" dirty="0"/>
              <a:t>2022 TEKNOFEST DİKEY İNİŞLİ ROKET YARIŞMASI ÖN TASARIM RAPORU (ÖTR)</a:t>
            </a:r>
          </a:p>
        </p:txBody>
      </p:sp>
      <p:sp>
        <p:nvSpPr>
          <p:cNvPr id="4" name="Slide Number Placeholder 3"/>
          <p:cNvSpPr>
            <a:spLocks noGrp="1"/>
          </p:cNvSpPr>
          <p:nvPr>
            <p:ph type="sldNum" sz="quarter" idx="12"/>
          </p:nvPr>
        </p:nvSpPr>
        <p:spPr/>
        <p:txBody>
          <a:bodyPr/>
          <a:lstStyle/>
          <a:p>
            <a:fld id="{87BEDC82-49FF-42E3-B7EA-26FF728940D5}" type="slidenum">
              <a:rPr lang="tr-TR" smtClean="0"/>
              <a:t>‹#›</a:t>
            </a:fld>
            <a:endParaRPr lang="tr-TR"/>
          </a:p>
        </p:txBody>
      </p:sp>
    </p:spTree>
    <p:extLst>
      <p:ext uri="{BB962C8B-B14F-4D97-AF65-F5344CB8AC3E}">
        <p14:creationId xmlns:p14="http://schemas.microsoft.com/office/powerpoint/2010/main" val="1210786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36564" y="504190"/>
            <a:ext cx="3448900" cy="1764665"/>
          </a:xfrm>
        </p:spPr>
        <p:txBody>
          <a:bodyPr anchor="b"/>
          <a:lstStyle>
            <a:lvl1pPr>
              <a:defRPr sz="2807"/>
            </a:lvl1pPr>
          </a:lstStyle>
          <a:p>
            <a:r>
              <a:rPr lang="en-US"/>
              <a:t>Click to edit Master title style</a:t>
            </a:r>
            <a:endParaRPr lang="tr-TR"/>
          </a:p>
        </p:txBody>
      </p:sp>
      <p:sp>
        <p:nvSpPr>
          <p:cNvPr id="3" name="Content Placeholder 2"/>
          <p:cNvSpPr>
            <a:spLocks noGrp="1"/>
          </p:cNvSpPr>
          <p:nvPr>
            <p:ph idx="1"/>
          </p:nvPr>
        </p:nvSpPr>
        <p:spPr>
          <a:xfrm>
            <a:off x="4546088" y="1088911"/>
            <a:ext cx="5413534" cy="5374525"/>
          </a:xfrm>
        </p:spPr>
        <p:txBody>
          <a:bodyPr/>
          <a:lstStyle>
            <a:lvl1pPr>
              <a:defRPr sz="2807"/>
            </a:lvl1pPr>
            <a:lvl2pPr>
              <a:defRPr sz="2456"/>
            </a:lvl2pPr>
            <a:lvl3pPr>
              <a:defRPr sz="2105"/>
            </a:lvl3pPr>
            <a:lvl4pPr>
              <a:defRPr sz="1754"/>
            </a:lvl4pPr>
            <a:lvl5pPr>
              <a:defRPr sz="1754"/>
            </a:lvl5pPr>
            <a:lvl6pPr>
              <a:defRPr sz="1754"/>
            </a:lvl6pPr>
            <a:lvl7pPr>
              <a:defRPr sz="1754"/>
            </a:lvl7pPr>
            <a:lvl8pPr>
              <a:defRPr sz="1754"/>
            </a:lvl8pPr>
            <a:lvl9pPr>
              <a:defRPr sz="175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Text Placeholder 3"/>
          <p:cNvSpPr>
            <a:spLocks noGrp="1"/>
          </p:cNvSpPr>
          <p:nvPr>
            <p:ph type="body" sz="half" idx="2"/>
          </p:nvPr>
        </p:nvSpPr>
        <p:spPr>
          <a:xfrm>
            <a:off x="736564" y="2268855"/>
            <a:ext cx="3448900" cy="4203335"/>
          </a:xfrm>
        </p:spPr>
        <p:txBody>
          <a:bodyPr/>
          <a:lstStyle>
            <a:lvl1pPr marL="0" indent="0">
              <a:buNone/>
              <a:defRPr sz="1403"/>
            </a:lvl1pPr>
            <a:lvl2pPr marL="401010" indent="0">
              <a:buNone/>
              <a:defRPr sz="1228"/>
            </a:lvl2pPr>
            <a:lvl3pPr marL="802020" indent="0">
              <a:buNone/>
              <a:defRPr sz="1053"/>
            </a:lvl3pPr>
            <a:lvl4pPr marL="1203030" indent="0">
              <a:buNone/>
              <a:defRPr sz="877"/>
            </a:lvl4pPr>
            <a:lvl5pPr marL="1604040" indent="0">
              <a:buNone/>
              <a:defRPr sz="877"/>
            </a:lvl5pPr>
            <a:lvl6pPr marL="2005051" indent="0">
              <a:buNone/>
              <a:defRPr sz="877"/>
            </a:lvl6pPr>
            <a:lvl7pPr marL="2406061" indent="0">
              <a:buNone/>
              <a:defRPr sz="877"/>
            </a:lvl7pPr>
            <a:lvl8pPr marL="2807071" indent="0">
              <a:buNone/>
              <a:defRPr sz="877"/>
            </a:lvl8pPr>
            <a:lvl9pPr marL="3208081" indent="0">
              <a:buNone/>
              <a:defRPr sz="877"/>
            </a:lvl9pPr>
          </a:lstStyle>
          <a:p>
            <a:pPr lvl="0"/>
            <a:r>
              <a:rPr lang="en-US"/>
              <a:t>Click to edit Master text styles</a:t>
            </a:r>
          </a:p>
        </p:txBody>
      </p:sp>
      <p:sp>
        <p:nvSpPr>
          <p:cNvPr id="5" name="Date Placeholder 4"/>
          <p:cNvSpPr>
            <a:spLocks noGrp="1"/>
          </p:cNvSpPr>
          <p:nvPr>
            <p:ph type="dt" sz="half" idx="10"/>
          </p:nvPr>
        </p:nvSpPr>
        <p:spPr/>
        <p:txBody>
          <a:bodyPr/>
          <a:lstStyle/>
          <a:p>
            <a:fld id="{524BBE04-BFAD-4AC9-A91E-102D65BDF41E}" type="datetime2">
              <a:rPr lang="tr-TR" smtClean="0"/>
              <a:t>21 Nisan 2026 Salı</a:t>
            </a:fld>
            <a:endParaRPr lang="tr-TR"/>
          </a:p>
        </p:txBody>
      </p:sp>
      <p:sp>
        <p:nvSpPr>
          <p:cNvPr id="6" name="Footer Placeholder 5"/>
          <p:cNvSpPr>
            <a:spLocks noGrp="1"/>
          </p:cNvSpPr>
          <p:nvPr>
            <p:ph type="ftr" sz="quarter" idx="11"/>
          </p:nvPr>
        </p:nvSpPr>
        <p:spPr/>
        <p:txBody>
          <a:bodyPr/>
          <a:lstStyle>
            <a:lvl1pPr>
              <a:defRPr/>
            </a:lvl1pPr>
          </a:lstStyle>
          <a:p>
            <a:r>
              <a:rPr lang="tr-TR" dirty="0"/>
              <a:t>2022 TEKNOFEST DİKEY İNİŞLİ ROKET YARIŞMASI ÖN TASARIM RAPORU (ÖTR)</a:t>
            </a:r>
          </a:p>
        </p:txBody>
      </p:sp>
      <p:sp>
        <p:nvSpPr>
          <p:cNvPr id="7" name="Slide Number Placeholder 6"/>
          <p:cNvSpPr>
            <a:spLocks noGrp="1"/>
          </p:cNvSpPr>
          <p:nvPr>
            <p:ph type="sldNum" sz="quarter" idx="12"/>
          </p:nvPr>
        </p:nvSpPr>
        <p:spPr/>
        <p:txBody>
          <a:bodyPr/>
          <a:lstStyle/>
          <a:p>
            <a:fld id="{87BEDC82-49FF-42E3-B7EA-26FF728940D5}" type="slidenum">
              <a:rPr lang="tr-TR" smtClean="0"/>
              <a:t>‹#›</a:t>
            </a:fld>
            <a:endParaRPr lang="tr-TR"/>
          </a:p>
        </p:txBody>
      </p:sp>
    </p:spTree>
    <p:extLst>
      <p:ext uri="{BB962C8B-B14F-4D97-AF65-F5344CB8AC3E}">
        <p14:creationId xmlns:p14="http://schemas.microsoft.com/office/powerpoint/2010/main" val="6909511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36564" y="504190"/>
            <a:ext cx="3448900" cy="1764665"/>
          </a:xfrm>
        </p:spPr>
        <p:txBody>
          <a:bodyPr anchor="b"/>
          <a:lstStyle>
            <a:lvl1pPr>
              <a:defRPr sz="2807"/>
            </a:lvl1pPr>
          </a:lstStyle>
          <a:p>
            <a:r>
              <a:rPr lang="en-US"/>
              <a:t>Click to edit Master title style</a:t>
            </a:r>
            <a:endParaRPr lang="tr-TR"/>
          </a:p>
        </p:txBody>
      </p:sp>
      <p:sp>
        <p:nvSpPr>
          <p:cNvPr id="3" name="Picture Placeholder 2"/>
          <p:cNvSpPr>
            <a:spLocks noGrp="1"/>
          </p:cNvSpPr>
          <p:nvPr>
            <p:ph type="pic" idx="1"/>
          </p:nvPr>
        </p:nvSpPr>
        <p:spPr>
          <a:xfrm>
            <a:off x="4546088" y="1088911"/>
            <a:ext cx="5413534" cy="5374525"/>
          </a:xfrm>
        </p:spPr>
        <p:txBody>
          <a:bodyPr/>
          <a:lstStyle>
            <a:lvl1pPr marL="0" indent="0">
              <a:buNone/>
              <a:defRPr sz="2807"/>
            </a:lvl1pPr>
            <a:lvl2pPr marL="401010" indent="0">
              <a:buNone/>
              <a:defRPr sz="2456"/>
            </a:lvl2pPr>
            <a:lvl3pPr marL="802020" indent="0">
              <a:buNone/>
              <a:defRPr sz="2105"/>
            </a:lvl3pPr>
            <a:lvl4pPr marL="1203030" indent="0">
              <a:buNone/>
              <a:defRPr sz="1754"/>
            </a:lvl4pPr>
            <a:lvl5pPr marL="1604040" indent="0">
              <a:buNone/>
              <a:defRPr sz="1754"/>
            </a:lvl5pPr>
            <a:lvl6pPr marL="2005051" indent="0">
              <a:buNone/>
              <a:defRPr sz="1754"/>
            </a:lvl6pPr>
            <a:lvl7pPr marL="2406061" indent="0">
              <a:buNone/>
              <a:defRPr sz="1754"/>
            </a:lvl7pPr>
            <a:lvl8pPr marL="2807071" indent="0">
              <a:buNone/>
              <a:defRPr sz="1754"/>
            </a:lvl8pPr>
            <a:lvl9pPr marL="3208081" indent="0">
              <a:buNone/>
              <a:defRPr sz="1754"/>
            </a:lvl9pPr>
          </a:lstStyle>
          <a:p>
            <a:endParaRPr lang="tr-TR"/>
          </a:p>
        </p:txBody>
      </p:sp>
      <p:sp>
        <p:nvSpPr>
          <p:cNvPr id="4" name="Text Placeholder 3"/>
          <p:cNvSpPr>
            <a:spLocks noGrp="1"/>
          </p:cNvSpPr>
          <p:nvPr>
            <p:ph type="body" sz="half" idx="2"/>
          </p:nvPr>
        </p:nvSpPr>
        <p:spPr>
          <a:xfrm>
            <a:off x="736564" y="2268855"/>
            <a:ext cx="3448900" cy="4203335"/>
          </a:xfrm>
        </p:spPr>
        <p:txBody>
          <a:bodyPr/>
          <a:lstStyle>
            <a:lvl1pPr marL="0" indent="0">
              <a:buNone/>
              <a:defRPr sz="1403"/>
            </a:lvl1pPr>
            <a:lvl2pPr marL="401010" indent="0">
              <a:buNone/>
              <a:defRPr sz="1228"/>
            </a:lvl2pPr>
            <a:lvl3pPr marL="802020" indent="0">
              <a:buNone/>
              <a:defRPr sz="1053"/>
            </a:lvl3pPr>
            <a:lvl4pPr marL="1203030" indent="0">
              <a:buNone/>
              <a:defRPr sz="877"/>
            </a:lvl4pPr>
            <a:lvl5pPr marL="1604040" indent="0">
              <a:buNone/>
              <a:defRPr sz="877"/>
            </a:lvl5pPr>
            <a:lvl6pPr marL="2005051" indent="0">
              <a:buNone/>
              <a:defRPr sz="877"/>
            </a:lvl6pPr>
            <a:lvl7pPr marL="2406061" indent="0">
              <a:buNone/>
              <a:defRPr sz="877"/>
            </a:lvl7pPr>
            <a:lvl8pPr marL="2807071" indent="0">
              <a:buNone/>
              <a:defRPr sz="877"/>
            </a:lvl8pPr>
            <a:lvl9pPr marL="3208081" indent="0">
              <a:buNone/>
              <a:defRPr sz="877"/>
            </a:lvl9pPr>
          </a:lstStyle>
          <a:p>
            <a:pPr lvl="0"/>
            <a:r>
              <a:rPr lang="en-US"/>
              <a:t>Click to edit Master text styles</a:t>
            </a:r>
          </a:p>
        </p:txBody>
      </p:sp>
      <p:sp>
        <p:nvSpPr>
          <p:cNvPr id="5" name="Date Placeholder 4"/>
          <p:cNvSpPr>
            <a:spLocks noGrp="1"/>
          </p:cNvSpPr>
          <p:nvPr>
            <p:ph type="dt" sz="half" idx="10"/>
          </p:nvPr>
        </p:nvSpPr>
        <p:spPr/>
        <p:txBody>
          <a:bodyPr/>
          <a:lstStyle/>
          <a:p>
            <a:fld id="{CA48B8DF-9B11-4B50-A31B-88D0FACB57D4}" type="datetime2">
              <a:rPr lang="tr-TR" smtClean="0"/>
              <a:t>21 Nisan 2026 Salı</a:t>
            </a:fld>
            <a:endParaRPr lang="tr-TR"/>
          </a:p>
        </p:txBody>
      </p:sp>
      <p:sp>
        <p:nvSpPr>
          <p:cNvPr id="6" name="Footer Placeholder 5"/>
          <p:cNvSpPr>
            <a:spLocks noGrp="1"/>
          </p:cNvSpPr>
          <p:nvPr>
            <p:ph type="ftr" sz="quarter" idx="11"/>
          </p:nvPr>
        </p:nvSpPr>
        <p:spPr/>
        <p:txBody>
          <a:bodyPr/>
          <a:lstStyle>
            <a:lvl1pPr>
              <a:defRPr/>
            </a:lvl1pPr>
          </a:lstStyle>
          <a:p>
            <a:r>
              <a:rPr lang="tr-TR" dirty="0"/>
              <a:t>2022 TEKNOFEST DİKEY İNİŞLİ ROKET YARIŞMASI ÖN TASARIM RAPORU (ÖTR)</a:t>
            </a:r>
          </a:p>
        </p:txBody>
      </p:sp>
      <p:sp>
        <p:nvSpPr>
          <p:cNvPr id="7" name="Slide Number Placeholder 6"/>
          <p:cNvSpPr>
            <a:spLocks noGrp="1"/>
          </p:cNvSpPr>
          <p:nvPr>
            <p:ph type="sldNum" sz="quarter" idx="12"/>
          </p:nvPr>
        </p:nvSpPr>
        <p:spPr/>
        <p:txBody>
          <a:bodyPr/>
          <a:lstStyle/>
          <a:p>
            <a:fld id="{87BEDC82-49FF-42E3-B7EA-26FF728940D5}" type="slidenum">
              <a:rPr lang="tr-TR" smtClean="0"/>
              <a:t>‹#›</a:t>
            </a:fld>
            <a:endParaRPr lang="tr-TR"/>
          </a:p>
        </p:txBody>
      </p:sp>
    </p:spTree>
    <p:extLst>
      <p:ext uri="{BB962C8B-B14F-4D97-AF65-F5344CB8AC3E}">
        <p14:creationId xmlns:p14="http://schemas.microsoft.com/office/powerpoint/2010/main" val="11668064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p:cNvSpPr>
            <a:spLocks noGrp="1"/>
          </p:cNvSpPr>
          <p:nvPr>
            <p:ph type="dt" sz="half" idx="10"/>
          </p:nvPr>
        </p:nvSpPr>
        <p:spPr/>
        <p:txBody>
          <a:bodyPr/>
          <a:lstStyle/>
          <a:p>
            <a:fld id="{036B13AA-6CA4-4018-AB6A-83696F88837D}" type="datetime2">
              <a:rPr lang="tr-TR" smtClean="0"/>
              <a:t>21 Nisan 2026 Salı</a:t>
            </a:fld>
            <a:endParaRPr lang="tr-TR"/>
          </a:p>
        </p:txBody>
      </p:sp>
      <p:sp>
        <p:nvSpPr>
          <p:cNvPr id="5" name="Footer Placeholder 4"/>
          <p:cNvSpPr>
            <a:spLocks noGrp="1"/>
          </p:cNvSpPr>
          <p:nvPr>
            <p:ph type="ftr" sz="quarter" idx="11"/>
          </p:nvPr>
        </p:nvSpPr>
        <p:spPr/>
        <p:txBody>
          <a:bodyPr/>
          <a:lstStyle>
            <a:lvl1pPr>
              <a:defRPr/>
            </a:lvl1pPr>
          </a:lstStyle>
          <a:p>
            <a:r>
              <a:rPr lang="tr-TR" dirty="0"/>
              <a:t>2022 TEKNOFEST DİKEY İNİŞLİ ROKET YARIŞMASI ÖN TASARIM RAPORU (ÖTR)</a:t>
            </a:r>
          </a:p>
        </p:txBody>
      </p:sp>
      <p:sp>
        <p:nvSpPr>
          <p:cNvPr id="6" name="Slide Number Placeholder 5"/>
          <p:cNvSpPr>
            <a:spLocks noGrp="1"/>
          </p:cNvSpPr>
          <p:nvPr>
            <p:ph type="sldNum" sz="quarter" idx="12"/>
          </p:nvPr>
        </p:nvSpPr>
        <p:spPr/>
        <p:txBody>
          <a:bodyPr/>
          <a:lstStyle/>
          <a:p>
            <a:fld id="{87BEDC82-49FF-42E3-B7EA-26FF728940D5}" type="slidenum">
              <a:rPr lang="tr-TR" smtClean="0"/>
              <a:t>‹#›</a:t>
            </a:fld>
            <a:endParaRPr lang="tr-TR"/>
          </a:p>
        </p:txBody>
      </p:sp>
    </p:spTree>
    <p:extLst>
      <p:ext uri="{BB962C8B-B14F-4D97-AF65-F5344CB8AC3E}">
        <p14:creationId xmlns:p14="http://schemas.microsoft.com/office/powerpoint/2010/main" val="1011098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652465" y="402652"/>
            <a:ext cx="2305764" cy="6409166"/>
          </a:xfrm>
        </p:spPr>
        <p:txBody>
          <a:bodyPr vert="eaVert"/>
          <a:lstStyle/>
          <a:p>
            <a:r>
              <a:rPr lang="en-US"/>
              <a:t>Click to edit Master title style</a:t>
            </a:r>
            <a:endParaRPr lang="tr-TR"/>
          </a:p>
        </p:txBody>
      </p:sp>
      <p:sp>
        <p:nvSpPr>
          <p:cNvPr id="3" name="Vertical Text Placeholder 2"/>
          <p:cNvSpPr>
            <a:spLocks noGrp="1"/>
          </p:cNvSpPr>
          <p:nvPr>
            <p:ph type="body" orient="vert" idx="1"/>
          </p:nvPr>
        </p:nvSpPr>
        <p:spPr>
          <a:xfrm>
            <a:off x="735171" y="402652"/>
            <a:ext cx="6783626" cy="640916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p:cNvSpPr>
            <a:spLocks noGrp="1"/>
          </p:cNvSpPr>
          <p:nvPr>
            <p:ph type="dt" sz="half" idx="10"/>
          </p:nvPr>
        </p:nvSpPr>
        <p:spPr/>
        <p:txBody>
          <a:bodyPr/>
          <a:lstStyle/>
          <a:p>
            <a:fld id="{614A6D07-2EAE-4316-B7DB-B0FB13467948}" type="datetime2">
              <a:rPr lang="tr-TR" smtClean="0"/>
              <a:t>21 Nisan 2026 Salı</a:t>
            </a:fld>
            <a:endParaRPr lang="tr-TR"/>
          </a:p>
        </p:txBody>
      </p:sp>
      <p:sp>
        <p:nvSpPr>
          <p:cNvPr id="5" name="Footer Placeholder 4"/>
          <p:cNvSpPr>
            <a:spLocks noGrp="1"/>
          </p:cNvSpPr>
          <p:nvPr>
            <p:ph type="ftr" sz="quarter" idx="11"/>
          </p:nvPr>
        </p:nvSpPr>
        <p:spPr/>
        <p:txBody>
          <a:bodyPr/>
          <a:lstStyle>
            <a:lvl1pPr>
              <a:defRPr/>
            </a:lvl1pPr>
          </a:lstStyle>
          <a:p>
            <a:r>
              <a:rPr lang="tr-TR" dirty="0"/>
              <a:t>2022 TEKNOFEST DİKEY İNİŞLİ ROKET YARIŞMASI ÖN TASARIM RAPORU (ÖTR)</a:t>
            </a:r>
          </a:p>
        </p:txBody>
      </p:sp>
      <p:sp>
        <p:nvSpPr>
          <p:cNvPr id="6" name="Slide Number Placeholder 5"/>
          <p:cNvSpPr>
            <a:spLocks noGrp="1"/>
          </p:cNvSpPr>
          <p:nvPr>
            <p:ph type="sldNum" sz="quarter" idx="12"/>
          </p:nvPr>
        </p:nvSpPr>
        <p:spPr/>
        <p:txBody>
          <a:bodyPr/>
          <a:lstStyle/>
          <a:p>
            <a:fld id="{87BEDC82-49FF-42E3-B7EA-26FF728940D5}" type="slidenum">
              <a:rPr lang="tr-TR" smtClean="0"/>
              <a:t>‹#›</a:t>
            </a:fld>
            <a:endParaRPr lang="tr-TR"/>
          </a:p>
        </p:txBody>
      </p:sp>
    </p:spTree>
    <p:extLst>
      <p:ext uri="{BB962C8B-B14F-4D97-AF65-F5344CB8AC3E}">
        <p14:creationId xmlns:p14="http://schemas.microsoft.com/office/powerpoint/2010/main" val="298784859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35171" y="402652"/>
            <a:ext cx="9223058" cy="1461801"/>
          </a:xfrm>
          <a:prstGeom prst="rect">
            <a:avLst/>
          </a:prstGeom>
        </p:spPr>
        <p:txBody>
          <a:bodyPr vert="horz" lIns="91440" tIns="45720" rIns="91440" bIns="45720" rtlCol="0" anchor="ctr">
            <a:normAutofit/>
          </a:bodyPr>
          <a:lstStyle/>
          <a:p>
            <a:r>
              <a:rPr lang="en-US"/>
              <a:t>Click to edit Master title style</a:t>
            </a:r>
            <a:endParaRPr lang="tr-TR"/>
          </a:p>
        </p:txBody>
      </p:sp>
      <p:sp>
        <p:nvSpPr>
          <p:cNvPr id="3" name="Text Placeholder 2"/>
          <p:cNvSpPr>
            <a:spLocks noGrp="1"/>
          </p:cNvSpPr>
          <p:nvPr>
            <p:ph type="body" idx="1"/>
          </p:nvPr>
        </p:nvSpPr>
        <p:spPr>
          <a:xfrm>
            <a:off x="735171" y="2013259"/>
            <a:ext cx="9223058" cy="479855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p:cNvSpPr>
            <a:spLocks noGrp="1"/>
          </p:cNvSpPr>
          <p:nvPr>
            <p:ph type="dt" sz="half" idx="2"/>
          </p:nvPr>
        </p:nvSpPr>
        <p:spPr>
          <a:xfrm>
            <a:off x="735171" y="7009642"/>
            <a:ext cx="2406015" cy="402652"/>
          </a:xfrm>
          <a:prstGeom prst="rect">
            <a:avLst/>
          </a:prstGeom>
        </p:spPr>
        <p:txBody>
          <a:bodyPr vert="horz" lIns="91440" tIns="45720" rIns="91440" bIns="45720" rtlCol="0" anchor="ctr"/>
          <a:lstStyle>
            <a:lvl1pPr algn="l">
              <a:defRPr sz="1053">
                <a:solidFill>
                  <a:schemeClr val="tx1">
                    <a:tint val="75000"/>
                  </a:schemeClr>
                </a:solidFill>
              </a:defRPr>
            </a:lvl1pPr>
          </a:lstStyle>
          <a:p>
            <a:fld id="{48193D5B-6D19-4DFF-AD2B-3546E2B8FE94}" type="datetime2">
              <a:rPr lang="tr-TR" smtClean="0"/>
              <a:t>21 Nisan 2026 Salı</a:t>
            </a:fld>
            <a:endParaRPr lang="tr-TR"/>
          </a:p>
        </p:txBody>
      </p:sp>
      <p:sp>
        <p:nvSpPr>
          <p:cNvPr id="5" name="Footer Placeholder 4"/>
          <p:cNvSpPr>
            <a:spLocks noGrp="1"/>
          </p:cNvSpPr>
          <p:nvPr>
            <p:ph type="ftr" sz="quarter" idx="3"/>
          </p:nvPr>
        </p:nvSpPr>
        <p:spPr>
          <a:xfrm>
            <a:off x="3542189" y="7009642"/>
            <a:ext cx="3609023" cy="402652"/>
          </a:xfrm>
          <a:prstGeom prst="rect">
            <a:avLst/>
          </a:prstGeom>
        </p:spPr>
        <p:txBody>
          <a:bodyPr vert="horz" lIns="91440" tIns="45720" rIns="91440" bIns="45720" rtlCol="0" anchor="ctr"/>
          <a:lstStyle>
            <a:lvl1pPr algn="ctr">
              <a:defRPr sz="1053">
                <a:solidFill>
                  <a:schemeClr val="tx1">
                    <a:tint val="75000"/>
                  </a:schemeClr>
                </a:solidFill>
              </a:defRPr>
            </a:lvl1pPr>
          </a:lstStyle>
          <a:p>
            <a:r>
              <a:rPr lang="tr-TR"/>
              <a:t>2018 TEKNOFEST ROKET YARIŞMASI ÖNCÜL TASARIM RAPORU (ÖTR)</a:t>
            </a:r>
          </a:p>
        </p:txBody>
      </p:sp>
      <p:sp>
        <p:nvSpPr>
          <p:cNvPr id="6" name="Slide Number Placeholder 5"/>
          <p:cNvSpPr>
            <a:spLocks noGrp="1"/>
          </p:cNvSpPr>
          <p:nvPr>
            <p:ph type="sldNum" sz="quarter" idx="4"/>
          </p:nvPr>
        </p:nvSpPr>
        <p:spPr>
          <a:xfrm>
            <a:off x="7552214" y="7009642"/>
            <a:ext cx="2406015" cy="402652"/>
          </a:xfrm>
          <a:prstGeom prst="rect">
            <a:avLst/>
          </a:prstGeom>
        </p:spPr>
        <p:txBody>
          <a:bodyPr vert="horz" lIns="91440" tIns="45720" rIns="91440" bIns="45720" rtlCol="0" anchor="ctr"/>
          <a:lstStyle>
            <a:lvl1pPr algn="r">
              <a:defRPr sz="1053">
                <a:solidFill>
                  <a:schemeClr val="tx1">
                    <a:tint val="75000"/>
                  </a:schemeClr>
                </a:solidFill>
              </a:defRPr>
            </a:lvl1pPr>
          </a:lstStyle>
          <a:p>
            <a:fld id="{87BEDC82-49FF-42E3-B7EA-26FF728940D5}" type="slidenum">
              <a:rPr lang="tr-TR" smtClean="0"/>
              <a:t>‹#›</a:t>
            </a:fld>
            <a:endParaRPr lang="tr-TR"/>
          </a:p>
        </p:txBody>
      </p:sp>
      <p:sp>
        <p:nvSpPr>
          <p:cNvPr id="7" name="fr"/>
          <p:cNvSpPr txBox="1"/>
          <p:nvPr userDrawn="1"/>
        </p:nvSpPr>
        <p:spPr>
          <a:xfrm>
            <a:off x="0" y="7209917"/>
            <a:ext cx="10693400" cy="207108"/>
          </a:xfrm>
          <a:prstGeom prst="rect">
            <a:avLst/>
          </a:prstGeom>
          <a:noFill/>
        </p:spPr>
        <p:txBody>
          <a:bodyPr vert="horz" rtlCol="0">
            <a:spAutoFit/>
          </a:bodyPr>
          <a:lstStyle/>
          <a:p>
            <a:pPr algn="r"/>
            <a:endParaRPr lang="tr-TR" sz="746" b="0" i="0" u="none" baseline="0">
              <a:solidFill>
                <a:srgbClr val="FF0000"/>
              </a:solidFill>
              <a:latin typeface="Microsoft Sans Serif" panose="020B0604020202020204" pitchFamily="34" charset="0"/>
            </a:endParaRPr>
          </a:p>
        </p:txBody>
      </p:sp>
      <p:sp>
        <p:nvSpPr>
          <p:cNvPr id="8" name="hr" descr="Herkese Açık | Public"/>
          <p:cNvSpPr txBox="1"/>
          <p:nvPr userDrawn="1"/>
        </p:nvSpPr>
        <p:spPr>
          <a:xfrm>
            <a:off x="0" y="0"/>
            <a:ext cx="10693400" cy="207108"/>
          </a:xfrm>
          <a:prstGeom prst="rect">
            <a:avLst/>
          </a:prstGeom>
          <a:noFill/>
        </p:spPr>
        <p:txBody>
          <a:bodyPr vert="horz" rtlCol="0">
            <a:spAutoFit/>
          </a:bodyPr>
          <a:lstStyle/>
          <a:p>
            <a:pPr algn="r"/>
            <a:r>
              <a:rPr lang="tr-TR" sz="746" b="0" i="0" u="none" baseline="0">
                <a:solidFill>
                  <a:srgbClr val="FF0000"/>
                </a:solidFill>
                <a:latin typeface="Microsoft Sans Serif" panose="020B0604020202020204" pitchFamily="34" charset="0"/>
              </a:rPr>
              <a:t>Herkese Açık | Public</a:t>
            </a:r>
          </a:p>
        </p:txBody>
      </p:sp>
    </p:spTree>
    <p:extLst>
      <p:ext uri="{BB962C8B-B14F-4D97-AF65-F5344CB8AC3E}">
        <p14:creationId xmlns:p14="http://schemas.microsoft.com/office/powerpoint/2010/main" val="3817938395"/>
      </p:ext>
    </p:extLst>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Lst>
  <p:hf hdr="0"/>
  <p:txStyles>
    <p:titleStyle>
      <a:lvl1pPr algn="l" defTabSz="802020" rtl="0" eaLnBrk="1" latinLnBrk="0" hangingPunct="1">
        <a:lnSpc>
          <a:spcPct val="90000"/>
        </a:lnSpc>
        <a:spcBef>
          <a:spcPct val="0"/>
        </a:spcBef>
        <a:buNone/>
        <a:defRPr sz="3859" kern="1200">
          <a:solidFill>
            <a:schemeClr val="tx1"/>
          </a:solidFill>
          <a:latin typeface="+mj-lt"/>
          <a:ea typeface="+mj-ea"/>
          <a:cs typeface="+mj-cs"/>
        </a:defRPr>
      </a:lvl1pPr>
    </p:titleStyle>
    <p:bodyStyle>
      <a:lvl1pPr marL="200505" indent="-200505" algn="l" defTabSz="802020" rtl="0" eaLnBrk="1" latinLnBrk="0" hangingPunct="1">
        <a:lnSpc>
          <a:spcPct val="90000"/>
        </a:lnSpc>
        <a:spcBef>
          <a:spcPts val="877"/>
        </a:spcBef>
        <a:buFont typeface="Arial" panose="020B0604020202020204" pitchFamily="34" charset="0"/>
        <a:buChar char="•"/>
        <a:defRPr sz="2456" kern="1200">
          <a:solidFill>
            <a:schemeClr val="tx1"/>
          </a:solidFill>
          <a:latin typeface="+mn-lt"/>
          <a:ea typeface="+mn-ea"/>
          <a:cs typeface="+mn-cs"/>
        </a:defRPr>
      </a:lvl1pPr>
      <a:lvl2pPr marL="601515" indent="-200505" algn="l" defTabSz="802020" rtl="0" eaLnBrk="1" latinLnBrk="0" hangingPunct="1">
        <a:lnSpc>
          <a:spcPct val="90000"/>
        </a:lnSpc>
        <a:spcBef>
          <a:spcPts val="439"/>
        </a:spcBef>
        <a:buFont typeface="Arial" panose="020B0604020202020204" pitchFamily="34" charset="0"/>
        <a:buChar char="•"/>
        <a:defRPr sz="2105" kern="1200">
          <a:solidFill>
            <a:schemeClr val="tx1"/>
          </a:solidFill>
          <a:latin typeface="+mn-lt"/>
          <a:ea typeface="+mn-ea"/>
          <a:cs typeface="+mn-cs"/>
        </a:defRPr>
      </a:lvl2pPr>
      <a:lvl3pPr marL="1002525" indent="-200505" algn="l" defTabSz="802020" rtl="0" eaLnBrk="1" latinLnBrk="0" hangingPunct="1">
        <a:lnSpc>
          <a:spcPct val="90000"/>
        </a:lnSpc>
        <a:spcBef>
          <a:spcPts val="439"/>
        </a:spcBef>
        <a:buFont typeface="Arial" panose="020B0604020202020204" pitchFamily="34" charset="0"/>
        <a:buChar char="•"/>
        <a:defRPr sz="1754" kern="1200">
          <a:solidFill>
            <a:schemeClr val="tx1"/>
          </a:solidFill>
          <a:latin typeface="+mn-lt"/>
          <a:ea typeface="+mn-ea"/>
          <a:cs typeface="+mn-cs"/>
        </a:defRPr>
      </a:lvl3pPr>
      <a:lvl4pPr marL="1403535" indent="-200505" algn="l" defTabSz="802020" rtl="0" eaLnBrk="1" latinLnBrk="0" hangingPunct="1">
        <a:lnSpc>
          <a:spcPct val="90000"/>
        </a:lnSpc>
        <a:spcBef>
          <a:spcPts val="439"/>
        </a:spcBef>
        <a:buFont typeface="Arial" panose="020B0604020202020204" pitchFamily="34" charset="0"/>
        <a:buChar char="•"/>
        <a:defRPr sz="1579" kern="1200">
          <a:solidFill>
            <a:schemeClr val="tx1"/>
          </a:solidFill>
          <a:latin typeface="+mn-lt"/>
          <a:ea typeface="+mn-ea"/>
          <a:cs typeface="+mn-cs"/>
        </a:defRPr>
      </a:lvl4pPr>
      <a:lvl5pPr marL="1804546" indent="-200505" algn="l" defTabSz="802020" rtl="0" eaLnBrk="1" latinLnBrk="0" hangingPunct="1">
        <a:lnSpc>
          <a:spcPct val="90000"/>
        </a:lnSpc>
        <a:spcBef>
          <a:spcPts val="439"/>
        </a:spcBef>
        <a:buFont typeface="Arial" panose="020B0604020202020204" pitchFamily="34" charset="0"/>
        <a:buChar char="•"/>
        <a:defRPr sz="1579" kern="1200">
          <a:solidFill>
            <a:schemeClr val="tx1"/>
          </a:solidFill>
          <a:latin typeface="+mn-lt"/>
          <a:ea typeface="+mn-ea"/>
          <a:cs typeface="+mn-cs"/>
        </a:defRPr>
      </a:lvl5pPr>
      <a:lvl6pPr marL="2205556" indent="-200505" algn="l" defTabSz="802020" rtl="0" eaLnBrk="1" latinLnBrk="0" hangingPunct="1">
        <a:lnSpc>
          <a:spcPct val="90000"/>
        </a:lnSpc>
        <a:spcBef>
          <a:spcPts val="439"/>
        </a:spcBef>
        <a:buFont typeface="Arial" panose="020B0604020202020204" pitchFamily="34" charset="0"/>
        <a:buChar char="•"/>
        <a:defRPr sz="1579" kern="1200">
          <a:solidFill>
            <a:schemeClr val="tx1"/>
          </a:solidFill>
          <a:latin typeface="+mn-lt"/>
          <a:ea typeface="+mn-ea"/>
          <a:cs typeface="+mn-cs"/>
        </a:defRPr>
      </a:lvl6pPr>
      <a:lvl7pPr marL="2606566" indent="-200505" algn="l" defTabSz="802020" rtl="0" eaLnBrk="1" latinLnBrk="0" hangingPunct="1">
        <a:lnSpc>
          <a:spcPct val="90000"/>
        </a:lnSpc>
        <a:spcBef>
          <a:spcPts val="439"/>
        </a:spcBef>
        <a:buFont typeface="Arial" panose="020B0604020202020204" pitchFamily="34" charset="0"/>
        <a:buChar char="•"/>
        <a:defRPr sz="1579" kern="1200">
          <a:solidFill>
            <a:schemeClr val="tx1"/>
          </a:solidFill>
          <a:latin typeface="+mn-lt"/>
          <a:ea typeface="+mn-ea"/>
          <a:cs typeface="+mn-cs"/>
        </a:defRPr>
      </a:lvl7pPr>
      <a:lvl8pPr marL="3007576" indent="-200505" algn="l" defTabSz="802020" rtl="0" eaLnBrk="1" latinLnBrk="0" hangingPunct="1">
        <a:lnSpc>
          <a:spcPct val="90000"/>
        </a:lnSpc>
        <a:spcBef>
          <a:spcPts val="439"/>
        </a:spcBef>
        <a:buFont typeface="Arial" panose="020B0604020202020204" pitchFamily="34" charset="0"/>
        <a:buChar char="•"/>
        <a:defRPr sz="1579" kern="1200">
          <a:solidFill>
            <a:schemeClr val="tx1"/>
          </a:solidFill>
          <a:latin typeface="+mn-lt"/>
          <a:ea typeface="+mn-ea"/>
          <a:cs typeface="+mn-cs"/>
        </a:defRPr>
      </a:lvl8pPr>
      <a:lvl9pPr marL="3408586" indent="-200505" algn="l" defTabSz="802020" rtl="0" eaLnBrk="1" latinLnBrk="0" hangingPunct="1">
        <a:lnSpc>
          <a:spcPct val="90000"/>
        </a:lnSpc>
        <a:spcBef>
          <a:spcPts val="439"/>
        </a:spcBef>
        <a:buFont typeface="Arial" panose="020B0604020202020204" pitchFamily="34" charset="0"/>
        <a:buChar char="•"/>
        <a:defRPr sz="1579" kern="1200">
          <a:solidFill>
            <a:schemeClr val="tx1"/>
          </a:solidFill>
          <a:latin typeface="+mn-lt"/>
          <a:ea typeface="+mn-ea"/>
          <a:cs typeface="+mn-cs"/>
        </a:defRPr>
      </a:lvl9pPr>
    </p:bodyStyle>
    <p:otherStyle>
      <a:defPPr>
        <a:defRPr lang="tr-TR"/>
      </a:defPPr>
      <a:lvl1pPr marL="0" algn="l" defTabSz="802020" rtl="0" eaLnBrk="1" latinLnBrk="0" hangingPunct="1">
        <a:defRPr sz="1579" kern="1200">
          <a:solidFill>
            <a:schemeClr val="tx1"/>
          </a:solidFill>
          <a:latin typeface="+mn-lt"/>
          <a:ea typeface="+mn-ea"/>
          <a:cs typeface="+mn-cs"/>
        </a:defRPr>
      </a:lvl1pPr>
      <a:lvl2pPr marL="401010" algn="l" defTabSz="802020" rtl="0" eaLnBrk="1" latinLnBrk="0" hangingPunct="1">
        <a:defRPr sz="1579" kern="1200">
          <a:solidFill>
            <a:schemeClr val="tx1"/>
          </a:solidFill>
          <a:latin typeface="+mn-lt"/>
          <a:ea typeface="+mn-ea"/>
          <a:cs typeface="+mn-cs"/>
        </a:defRPr>
      </a:lvl2pPr>
      <a:lvl3pPr marL="802020" algn="l" defTabSz="802020" rtl="0" eaLnBrk="1" latinLnBrk="0" hangingPunct="1">
        <a:defRPr sz="1579" kern="1200">
          <a:solidFill>
            <a:schemeClr val="tx1"/>
          </a:solidFill>
          <a:latin typeface="+mn-lt"/>
          <a:ea typeface="+mn-ea"/>
          <a:cs typeface="+mn-cs"/>
        </a:defRPr>
      </a:lvl3pPr>
      <a:lvl4pPr marL="1203030" algn="l" defTabSz="802020" rtl="0" eaLnBrk="1" latinLnBrk="0" hangingPunct="1">
        <a:defRPr sz="1579" kern="1200">
          <a:solidFill>
            <a:schemeClr val="tx1"/>
          </a:solidFill>
          <a:latin typeface="+mn-lt"/>
          <a:ea typeface="+mn-ea"/>
          <a:cs typeface="+mn-cs"/>
        </a:defRPr>
      </a:lvl4pPr>
      <a:lvl5pPr marL="1604040" algn="l" defTabSz="802020" rtl="0" eaLnBrk="1" latinLnBrk="0" hangingPunct="1">
        <a:defRPr sz="1579" kern="1200">
          <a:solidFill>
            <a:schemeClr val="tx1"/>
          </a:solidFill>
          <a:latin typeface="+mn-lt"/>
          <a:ea typeface="+mn-ea"/>
          <a:cs typeface="+mn-cs"/>
        </a:defRPr>
      </a:lvl5pPr>
      <a:lvl6pPr marL="2005051" algn="l" defTabSz="802020" rtl="0" eaLnBrk="1" latinLnBrk="0" hangingPunct="1">
        <a:defRPr sz="1579" kern="1200">
          <a:solidFill>
            <a:schemeClr val="tx1"/>
          </a:solidFill>
          <a:latin typeface="+mn-lt"/>
          <a:ea typeface="+mn-ea"/>
          <a:cs typeface="+mn-cs"/>
        </a:defRPr>
      </a:lvl6pPr>
      <a:lvl7pPr marL="2406061" algn="l" defTabSz="802020" rtl="0" eaLnBrk="1" latinLnBrk="0" hangingPunct="1">
        <a:defRPr sz="1579" kern="1200">
          <a:solidFill>
            <a:schemeClr val="tx1"/>
          </a:solidFill>
          <a:latin typeface="+mn-lt"/>
          <a:ea typeface="+mn-ea"/>
          <a:cs typeface="+mn-cs"/>
        </a:defRPr>
      </a:lvl7pPr>
      <a:lvl8pPr marL="2807071" algn="l" defTabSz="802020" rtl="0" eaLnBrk="1" latinLnBrk="0" hangingPunct="1">
        <a:defRPr sz="1579" kern="1200">
          <a:solidFill>
            <a:schemeClr val="tx1"/>
          </a:solidFill>
          <a:latin typeface="+mn-lt"/>
          <a:ea typeface="+mn-ea"/>
          <a:cs typeface="+mn-cs"/>
        </a:defRPr>
      </a:lvl8pPr>
      <a:lvl9pPr marL="3208081" algn="l" defTabSz="802020" rtl="0" eaLnBrk="1" latinLnBrk="0" hangingPunct="1">
        <a:defRPr sz="157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image" Target="../media/image8.pn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6.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7.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PlaceHolder 1"/>
          <p:cNvSpPr>
            <a:spLocks noGrp="1"/>
          </p:cNvSpPr>
          <p:nvPr>
            <p:ph type="title"/>
          </p:nvPr>
        </p:nvSpPr>
        <p:spPr>
          <a:xfrm>
            <a:off x="1235160" y="494640"/>
            <a:ext cx="8019720" cy="658440"/>
          </a:xfrm>
          <a:prstGeom prst="rect">
            <a:avLst/>
          </a:prstGeom>
          <a:noFill/>
          <a:ln w="0">
            <a:noFill/>
          </a:ln>
        </p:spPr>
        <p:txBody>
          <a:bodyPr lIns="0" tIns="0" rIns="0" bIns="0" anchor="b">
            <a:normAutofit fontScale="90000"/>
          </a:bodyPr>
          <a:lstStyle/>
          <a:p>
            <a:pPr indent="0" algn="ctr">
              <a:lnSpc>
                <a:spcPct val="100000"/>
              </a:lnSpc>
              <a:buNone/>
            </a:pPr>
            <a:r>
              <a:rPr lang="tr-TR" sz="5260" b="1" u="none" strike="noStrike">
                <a:solidFill>
                  <a:srgbClr val="FF0000"/>
                </a:solidFill>
                <a:effectLst/>
                <a:uFillTx/>
                <a:latin typeface="Times New Roman"/>
              </a:rPr>
              <a:t>UYARI </a:t>
            </a:r>
            <a:endParaRPr lang="tr-TR" sz="5260" b="0" u="none" strike="noStrike">
              <a:solidFill>
                <a:srgbClr val="000000"/>
              </a:solidFill>
              <a:effectLst/>
              <a:uFillTx/>
              <a:latin typeface="Calibri"/>
            </a:endParaRPr>
          </a:p>
        </p:txBody>
      </p:sp>
      <p:cxnSp>
        <p:nvCxnSpPr>
          <p:cNvPr id="34" name="Straight Connector 4"/>
          <p:cNvCxnSpPr/>
          <p:nvPr/>
        </p:nvCxnSpPr>
        <p:spPr>
          <a:xfrm flipV="1">
            <a:off x="0" y="1352520"/>
            <a:ext cx="10693440" cy="23040"/>
          </a:xfrm>
          <a:prstGeom prst="straightConnector1">
            <a:avLst/>
          </a:prstGeom>
          <a:ln w="38100">
            <a:solidFill>
              <a:srgbClr val="4A7EBB"/>
            </a:solidFill>
            <a:round/>
          </a:ln>
        </p:spPr>
      </p:cxnSp>
      <p:cxnSp>
        <p:nvCxnSpPr>
          <p:cNvPr id="35" name="Straight Connector 5"/>
          <p:cNvCxnSpPr/>
          <p:nvPr/>
        </p:nvCxnSpPr>
        <p:spPr>
          <a:xfrm flipV="1">
            <a:off x="0" y="6714360"/>
            <a:ext cx="10693440" cy="23040"/>
          </a:xfrm>
          <a:prstGeom prst="straightConnector1">
            <a:avLst/>
          </a:prstGeom>
          <a:ln w="38100">
            <a:solidFill>
              <a:srgbClr val="4A7EBB"/>
            </a:solidFill>
            <a:round/>
          </a:ln>
        </p:spPr>
      </p:cxnSp>
      <p:sp>
        <p:nvSpPr>
          <p:cNvPr id="36" name="PlaceHolder 2"/>
          <p:cNvSpPr>
            <a:spLocks noGrp="1"/>
          </p:cNvSpPr>
          <p:nvPr>
            <p:ph type="sldNum" idx="22"/>
          </p:nvPr>
        </p:nvSpPr>
        <p:spPr>
          <a:xfrm>
            <a:off x="9724320" y="6905520"/>
            <a:ext cx="201600" cy="16092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8AD9F3B9-357B-466C-BD38-E7173F7F0D03}" type="slidenum">
              <a:rPr lang="tr-TR" sz="1050" b="0" u="none" strike="noStrike">
                <a:solidFill>
                  <a:srgbClr val="898989"/>
                </a:solidFill>
                <a:effectLst/>
                <a:uFillTx/>
                <a:latin typeface="Calibri"/>
              </a:rPr>
              <a:t>1</a:t>
            </a:fld>
            <a:endParaRPr lang="tr-TR" sz="1050" b="0" u="none" strike="noStrike">
              <a:solidFill>
                <a:srgbClr val="000000"/>
              </a:solidFill>
              <a:effectLst/>
              <a:uFillTx/>
              <a:latin typeface="Times New Roman"/>
            </a:endParaRPr>
          </a:p>
        </p:txBody>
      </p:sp>
      <p:sp>
        <p:nvSpPr>
          <p:cNvPr id="37" name="TextBox 9"/>
          <p:cNvSpPr/>
          <p:nvPr/>
        </p:nvSpPr>
        <p:spPr>
          <a:xfrm>
            <a:off x="181440" y="2022120"/>
            <a:ext cx="10346760" cy="3947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50560" indent="-250560" algn="just">
              <a:lnSpc>
                <a:spcPct val="100000"/>
              </a:lnSpc>
              <a:buClr>
                <a:srgbClr val="000000"/>
              </a:buClr>
              <a:buFont typeface="Arial"/>
              <a:buChar char="•"/>
            </a:pPr>
            <a:r>
              <a:rPr lang="tr-TR" sz="1550" b="0" u="none" strike="noStrike" dirty="0">
                <a:solidFill>
                  <a:srgbClr val="000000"/>
                </a:solidFill>
                <a:effectLst/>
                <a:uFillTx/>
                <a:latin typeface="Calibri"/>
              </a:rPr>
              <a:t>Rapor Şartnamenin 3.1.</a:t>
            </a:r>
            <a:r>
              <a:rPr lang="en-US" sz="1550" b="0" u="none" strike="noStrike" dirty="0" err="1">
                <a:solidFill>
                  <a:srgbClr val="000000"/>
                </a:solidFill>
                <a:effectLst/>
                <a:uFillTx/>
                <a:latin typeface="Calibri"/>
              </a:rPr>
              <a:t>i</a:t>
            </a:r>
            <a:r>
              <a:rPr lang="tr-TR" sz="1550" b="0" u="none" strike="noStrike" dirty="0">
                <a:solidFill>
                  <a:srgbClr val="000000"/>
                </a:solidFill>
                <a:effectLst/>
                <a:uFillTx/>
                <a:latin typeface="Calibri"/>
              </a:rPr>
              <a:t> maddesinde belirtildiği üzere yarışma takviminde belirtilen son teslim tarihinden önce teslim edilmelidir. Daha sonrasında teslim edilen raporlar dikkate alınmayacaktır.</a:t>
            </a:r>
            <a:endParaRPr lang="tr-TR" sz="1550" b="0" u="none" strike="noStrike" dirty="0">
              <a:solidFill>
                <a:srgbClr val="000000"/>
              </a:solidFill>
              <a:effectLst/>
              <a:uFillTx/>
              <a:latin typeface="Arial"/>
            </a:endParaRPr>
          </a:p>
          <a:p>
            <a:pPr marL="250560" indent="-250560" algn="just">
              <a:lnSpc>
                <a:spcPct val="100000"/>
              </a:lnSpc>
              <a:buClr>
                <a:srgbClr val="000000"/>
              </a:buClr>
              <a:buFont typeface="Arial"/>
              <a:buChar char="•"/>
            </a:pPr>
            <a:r>
              <a:rPr lang="tr-TR" sz="1550" b="0" u="none" strike="noStrike" dirty="0">
                <a:solidFill>
                  <a:srgbClr val="000000"/>
                </a:solidFill>
                <a:effectLst/>
                <a:uFillTx/>
                <a:latin typeface="Calibri"/>
              </a:rPr>
              <a:t>Raporun hazırlanması aşamasından önce güncel şartnamenin baştan itibaren okunması tavsiye edilir. Rapor boyunca şartname maddelerine aykırı uygulamaların tespiti halinde yarışmacı gruplar diskalifiye edilebilecektir.</a:t>
            </a:r>
            <a:endParaRPr lang="tr-TR" sz="1550" b="0" u="none" strike="noStrike" dirty="0">
              <a:solidFill>
                <a:srgbClr val="000000"/>
              </a:solidFill>
              <a:effectLst/>
              <a:uFillTx/>
              <a:latin typeface="Arial"/>
            </a:endParaRPr>
          </a:p>
          <a:p>
            <a:pPr marL="250560" indent="-250560" algn="just">
              <a:lnSpc>
                <a:spcPct val="100000"/>
              </a:lnSpc>
              <a:buClr>
                <a:srgbClr val="000000"/>
              </a:buClr>
              <a:buFont typeface="Arial"/>
              <a:buChar char="•"/>
            </a:pPr>
            <a:r>
              <a:rPr lang="tr-TR" sz="1550" b="0" u="none" strike="noStrike" dirty="0">
                <a:solidFill>
                  <a:srgbClr val="000000"/>
                </a:solidFill>
                <a:effectLst/>
                <a:uFillTx/>
                <a:latin typeface="Calibri"/>
              </a:rPr>
              <a:t>Bu rapor boyunca istisnasız tüm yazıların minimum yazı tipi boyutu 18 ve yazı tipi </a:t>
            </a:r>
            <a:r>
              <a:rPr lang="tr-TR" sz="1550" b="0" u="none" strike="noStrike" dirty="0" err="1">
                <a:solidFill>
                  <a:srgbClr val="000000"/>
                </a:solidFill>
                <a:effectLst/>
                <a:uFillTx/>
                <a:latin typeface="Calibri"/>
              </a:rPr>
              <a:t>Calibri</a:t>
            </a:r>
            <a:r>
              <a:rPr lang="tr-TR" sz="1550" b="0" u="none" strike="noStrike" dirty="0">
                <a:solidFill>
                  <a:srgbClr val="000000"/>
                </a:solidFill>
                <a:effectLst/>
                <a:uFillTx/>
                <a:latin typeface="Calibri"/>
              </a:rPr>
              <a:t> olmalıdır. Sadece tablolarda yazı tipi boyutu en az 14 kullanılabilir.</a:t>
            </a:r>
            <a:endParaRPr lang="tr-TR" sz="1550" b="0" u="none" strike="noStrike" dirty="0">
              <a:solidFill>
                <a:srgbClr val="000000"/>
              </a:solidFill>
              <a:effectLst/>
              <a:uFillTx/>
              <a:latin typeface="Arial"/>
            </a:endParaRPr>
          </a:p>
          <a:p>
            <a:pPr marL="250560" indent="-250560" algn="just">
              <a:lnSpc>
                <a:spcPct val="100000"/>
              </a:lnSpc>
              <a:buClr>
                <a:srgbClr val="000000"/>
              </a:buClr>
              <a:buFont typeface="Arial"/>
              <a:buChar char="•"/>
            </a:pPr>
            <a:r>
              <a:rPr lang="tr-TR" sz="1550" b="0" u="none" strike="noStrike" dirty="0">
                <a:solidFill>
                  <a:srgbClr val="000000"/>
                </a:solidFill>
                <a:effectLst/>
                <a:uFillTx/>
                <a:latin typeface="Calibri"/>
              </a:rPr>
              <a:t>Paragraflar </a:t>
            </a:r>
            <a:r>
              <a:rPr lang="tr-TR" sz="1550" b="1" u="none" strike="noStrike" dirty="0">
                <a:solidFill>
                  <a:srgbClr val="000000"/>
                </a:solidFill>
                <a:effectLst/>
                <a:uFillTx/>
                <a:latin typeface="Calibri"/>
              </a:rPr>
              <a:t>kalın (</a:t>
            </a:r>
            <a:r>
              <a:rPr lang="tr-TR" sz="1550" b="1" u="none" strike="noStrike" dirty="0" err="1">
                <a:solidFill>
                  <a:srgbClr val="000000"/>
                </a:solidFill>
                <a:effectLst/>
                <a:uFillTx/>
                <a:latin typeface="Calibri"/>
              </a:rPr>
              <a:t>bold</a:t>
            </a:r>
            <a:r>
              <a:rPr lang="tr-TR" sz="1550" b="1" u="none" strike="noStrike" dirty="0">
                <a:solidFill>
                  <a:srgbClr val="000000"/>
                </a:solidFill>
                <a:effectLst/>
                <a:uFillTx/>
                <a:latin typeface="Calibri"/>
              </a:rPr>
              <a:t>) </a:t>
            </a:r>
            <a:r>
              <a:rPr lang="tr-TR" sz="1550" b="0" u="none" strike="noStrike" dirty="0">
                <a:solidFill>
                  <a:srgbClr val="000000"/>
                </a:solidFill>
                <a:effectLst/>
                <a:uFillTx/>
                <a:latin typeface="Calibri"/>
              </a:rPr>
              <a:t>ve </a:t>
            </a:r>
            <a:r>
              <a:rPr lang="tr-TR" sz="1550" b="0" u="none" strike="noStrike" dirty="0">
                <a:solidFill>
                  <a:srgbClr val="000000"/>
                </a:solidFill>
                <a:effectLst/>
                <a:highlight>
                  <a:srgbClr val="FFFF00"/>
                </a:highlight>
                <a:uFillTx/>
                <a:latin typeface="Calibri"/>
              </a:rPr>
              <a:t>vurgulu (</a:t>
            </a:r>
            <a:r>
              <a:rPr lang="tr-TR" sz="1550" b="0" u="none" strike="noStrike" dirty="0" err="1">
                <a:solidFill>
                  <a:srgbClr val="000000"/>
                </a:solidFill>
                <a:effectLst/>
                <a:highlight>
                  <a:srgbClr val="FFFF00"/>
                </a:highlight>
                <a:uFillTx/>
                <a:latin typeface="Calibri"/>
              </a:rPr>
              <a:t>highlighted</a:t>
            </a:r>
            <a:r>
              <a:rPr lang="tr-TR" sz="1550" b="0" u="none" strike="noStrike" dirty="0">
                <a:solidFill>
                  <a:srgbClr val="000000"/>
                </a:solidFill>
                <a:effectLst/>
                <a:highlight>
                  <a:srgbClr val="FFFF00"/>
                </a:highlight>
                <a:uFillTx/>
                <a:latin typeface="Calibri"/>
              </a:rPr>
              <a:t>)</a:t>
            </a:r>
            <a:r>
              <a:rPr lang="tr-TR" sz="1550" b="0" u="none" strike="noStrike" dirty="0">
                <a:solidFill>
                  <a:srgbClr val="000000"/>
                </a:solidFill>
                <a:effectLst/>
                <a:uFillTx/>
                <a:latin typeface="Calibri"/>
              </a:rPr>
              <a:t> olmamalıdır.</a:t>
            </a:r>
            <a:endParaRPr lang="tr-TR" sz="1550" b="0" u="none" strike="noStrike" dirty="0">
              <a:solidFill>
                <a:srgbClr val="000000"/>
              </a:solidFill>
              <a:effectLst/>
              <a:uFillTx/>
              <a:latin typeface="Arial"/>
            </a:endParaRPr>
          </a:p>
          <a:p>
            <a:pPr marL="250560" indent="-250560" algn="just">
              <a:lnSpc>
                <a:spcPct val="100000"/>
              </a:lnSpc>
              <a:buClr>
                <a:srgbClr val="000000"/>
              </a:buClr>
              <a:buFont typeface="Arial"/>
              <a:buChar char="•"/>
            </a:pPr>
            <a:r>
              <a:rPr lang="tr-TR" sz="1550" b="0" u="none" strike="noStrike" dirty="0">
                <a:solidFill>
                  <a:srgbClr val="000000"/>
                </a:solidFill>
                <a:effectLst/>
                <a:uFillTx/>
                <a:latin typeface="Calibri"/>
              </a:rPr>
              <a:t>Rapor şablonunun kenar boşluklarına uyulmalıdır.</a:t>
            </a:r>
            <a:endParaRPr lang="tr-TR" sz="1550" b="0" u="none" strike="noStrike" dirty="0">
              <a:solidFill>
                <a:srgbClr val="000000"/>
              </a:solidFill>
              <a:effectLst/>
              <a:uFillTx/>
              <a:latin typeface="Arial"/>
            </a:endParaRPr>
          </a:p>
          <a:p>
            <a:pPr marL="250560" indent="-250560" algn="just">
              <a:lnSpc>
                <a:spcPct val="100000"/>
              </a:lnSpc>
              <a:buClr>
                <a:srgbClr val="000000"/>
              </a:buClr>
              <a:buFont typeface="Arial"/>
              <a:buChar char="•"/>
            </a:pPr>
            <a:r>
              <a:rPr lang="tr-TR" sz="1550" b="0" u="none" strike="noStrike" dirty="0">
                <a:solidFill>
                  <a:srgbClr val="000000"/>
                </a:solidFill>
                <a:effectLst/>
                <a:uFillTx/>
                <a:latin typeface="Calibri"/>
              </a:rPr>
              <a:t>Raporda istenen bilgiler  ilgili bölümde yer almıyorsa puanlanmayacaktır.</a:t>
            </a:r>
            <a:endParaRPr lang="tr-TR" sz="1550" b="0" u="none" strike="noStrike" dirty="0">
              <a:solidFill>
                <a:srgbClr val="000000"/>
              </a:solidFill>
              <a:effectLst/>
              <a:uFillTx/>
              <a:latin typeface="Arial"/>
            </a:endParaRPr>
          </a:p>
          <a:p>
            <a:pPr marL="250560" indent="-250560" algn="just">
              <a:lnSpc>
                <a:spcPct val="100000"/>
              </a:lnSpc>
              <a:buClr>
                <a:srgbClr val="000000"/>
              </a:buClr>
              <a:buFont typeface="Arial"/>
              <a:buChar char="•"/>
            </a:pPr>
            <a:r>
              <a:rPr lang="tr-TR" sz="1550" b="0" u="none" strike="noStrike" dirty="0">
                <a:solidFill>
                  <a:srgbClr val="000000"/>
                </a:solidFill>
                <a:effectLst/>
                <a:uFillTx/>
                <a:latin typeface="Calibri"/>
              </a:rPr>
              <a:t>Alıntı yapılan her türlü bilginin referansı paylaşılmalıdır. Referans direkt ilgili yansının alt kısmında olmalıdır. İntihal tespit edildiğinde takım doğrudan diskalifiye edilecektir.</a:t>
            </a:r>
            <a:endParaRPr lang="tr-TR" sz="1550" b="0" u="none" strike="noStrike" dirty="0">
              <a:solidFill>
                <a:srgbClr val="000000"/>
              </a:solidFill>
              <a:effectLst/>
              <a:uFillTx/>
              <a:latin typeface="Arial"/>
            </a:endParaRPr>
          </a:p>
          <a:p>
            <a:pPr marL="250560" indent="-250560" algn="just">
              <a:lnSpc>
                <a:spcPct val="100000"/>
              </a:lnSpc>
              <a:buClr>
                <a:srgbClr val="000000"/>
              </a:buClr>
              <a:buFont typeface="Arial"/>
              <a:buChar char="•"/>
            </a:pPr>
            <a:r>
              <a:rPr lang="tr-TR" sz="1550" b="0" u="none" strike="noStrike" dirty="0">
                <a:solidFill>
                  <a:srgbClr val="000000"/>
                </a:solidFill>
                <a:effectLst/>
                <a:uFillTx/>
                <a:latin typeface="Calibri"/>
              </a:rPr>
              <a:t>Tablo, şema, denklem </a:t>
            </a:r>
            <a:r>
              <a:rPr lang="tr-TR" sz="1550" b="0" u="none" strike="noStrike" dirty="0" err="1">
                <a:solidFill>
                  <a:srgbClr val="000000"/>
                </a:solidFill>
                <a:effectLst/>
                <a:uFillTx/>
                <a:latin typeface="Calibri"/>
              </a:rPr>
              <a:t>vs</a:t>
            </a:r>
            <a:r>
              <a:rPr lang="tr-TR" sz="1550" b="0" u="none" strike="noStrike" dirty="0">
                <a:solidFill>
                  <a:srgbClr val="000000"/>
                </a:solidFill>
                <a:effectLst/>
                <a:uFillTx/>
                <a:latin typeface="Calibri"/>
              </a:rPr>
              <a:t> görseller için de referans verilmelidir.</a:t>
            </a:r>
            <a:endParaRPr lang="tr-TR" sz="1550" b="0" u="none" strike="noStrike" dirty="0">
              <a:solidFill>
                <a:srgbClr val="000000"/>
              </a:solidFill>
              <a:effectLst/>
              <a:uFillTx/>
              <a:latin typeface="Arial"/>
            </a:endParaRPr>
          </a:p>
          <a:p>
            <a:pPr marL="250560" indent="-250560" algn="just">
              <a:lnSpc>
                <a:spcPct val="100000"/>
              </a:lnSpc>
              <a:buClr>
                <a:srgbClr val="000000"/>
              </a:buClr>
              <a:buFont typeface="Arial"/>
              <a:buChar char="•"/>
            </a:pPr>
            <a:r>
              <a:rPr lang="tr-TR" sz="1550" b="0" u="none" strike="noStrike" dirty="0">
                <a:solidFill>
                  <a:srgbClr val="000000"/>
                </a:solidFill>
                <a:effectLst/>
                <a:uFillTx/>
                <a:latin typeface="Calibri"/>
              </a:rPr>
              <a:t>Paylaşılan ölçüler teknik resim formatına uygun görsellerle sunulmalı ve raporda SI birim sistemi kullanılmalıdır. Eksik ölçü birimi olan ölçülendirmeler dikkate alınmayacaktır.</a:t>
            </a:r>
            <a:endParaRPr lang="tr-TR" sz="1550" b="0" u="none" strike="noStrike" dirty="0">
              <a:solidFill>
                <a:srgbClr val="000000"/>
              </a:solidFill>
              <a:effectLst/>
              <a:uFillTx/>
              <a:latin typeface="Arial"/>
            </a:endParaRPr>
          </a:p>
          <a:p>
            <a:pPr marL="250560" indent="-250560" algn="just">
              <a:lnSpc>
                <a:spcPct val="100000"/>
              </a:lnSpc>
              <a:buClr>
                <a:srgbClr val="000000"/>
              </a:buClr>
              <a:buFont typeface="Arial"/>
              <a:buChar char="•"/>
            </a:pPr>
            <a:r>
              <a:rPr lang="tr-TR" sz="1550" b="0" u="none" strike="noStrike" dirty="0">
                <a:solidFill>
                  <a:srgbClr val="000000"/>
                </a:solidFill>
                <a:effectLst/>
                <a:uFillTx/>
                <a:latin typeface="Calibri"/>
              </a:rPr>
              <a:t>Grafik ve tablolar için başlık bilgisi yer almalıdır. Başlık bilgisi olmayan grafik ve tablolar değerlendirmeye alınmayacaktır.</a:t>
            </a:r>
            <a:endParaRPr lang="tr-TR" sz="1550" b="0" u="none" strike="noStrike" dirty="0">
              <a:solidFill>
                <a:srgbClr val="000000"/>
              </a:solidFill>
              <a:effectLst/>
              <a:uFillTx/>
              <a:latin typeface="Arial"/>
            </a:endParaRPr>
          </a:p>
          <a:p>
            <a:pPr algn="just">
              <a:lnSpc>
                <a:spcPct val="100000"/>
              </a:lnSpc>
            </a:pPr>
            <a:endParaRPr lang="tr-TR" sz="1550" b="0" u="none" strike="noStrike" dirty="0">
              <a:solidFill>
                <a:srgbClr val="000000"/>
              </a:solidFill>
              <a:effectLst/>
              <a:uFillTx/>
              <a:latin typeface="Arial"/>
            </a:endParaRPr>
          </a:p>
        </p:txBody>
      </p:sp>
      <p:pic>
        <p:nvPicPr>
          <p:cNvPr id="38" name="Picture 6"/>
          <p:cNvPicPr/>
          <p:nvPr/>
        </p:nvPicPr>
        <p:blipFill>
          <a:blip r:embed="rId3"/>
          <a:stretch/>
        </p:blipFill>
        <p:spPr>
          <a:xfrm>
            <a:off x="9630360" y="276120"/>
            <a:ext cx="1062720" cy="1062720"/>
          </a:xfrm>
          <a:prstGeom prst="rect">
            <a:avLst/>
          </a:prstGeom>
          <a:noFill/>
          <a:ln w="0">
            <a:noFill/>
          </a:ln>
        </p:spPr>
      </p:pic>
      <p:sp>
        <p:nvSpPr>
          <p:cNvPr id="39" name="PlaceHolder 3"/>
          <p:cNvSpPr>
            <a:spLocks noGrp="1"/>
          </p:cNvSpPr>
          <p:nvPr>
            <p:ph type="dt" idx="23"/>
          </p:nvPr>
        </p:nvSpPr>
        <p:spPr>
          <a:xfrm>
            <a:off x="802800" y="6905520"/>
            <a:ext cx="1320840" cy="16128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6143A0F7-0C12-4633-A24C-3EA71042719F}" type="datetime2">
              <a:rPr lang="tr-TR" sz="1050" b="0" u="none" strike="noStrike">
                <a:solidFill>
                  <a:srgbClr val="898989"/>
                </a:solidFill>
                <a:effectLst/>
                <a:uFillTx/>
                <a:latin typeface="Calibri"/>
              </a:rPr>
              <a:t>21 Nisan 2026 Salı</a:t>
            </a:fld>
            <a:endParaRPr lang="tr-TR" sz="1050" b="0" u="none" strike="noStrike">
              <a:solidFill>
                <a:srgbClr val="000000"/>
              </a:solidFill>
              <a:effectLst/>
              <a:uFillTx/>
              <a:latin typeface="Times New Roman"/>
            </a:endParaRPr>
          </a:p>
        </p:txBody>
      </p:sp>
      <p:sp>
        <p:nvSpPr>
          <p:cNvPr id="40" name="PlaceHolder 4"/>
          <p:cNvSpPr>
            <a:spLocks noGrp="1"/>
          </p:cNvSpPr>
          <p:nvPr>
            <p:ph type="ftr" idx="24"/>
          </p:nvPr>
        </p:nvSpPr>
        <p:spPr>
          <a:xfrm>
            <a:off x="3542040" y="6814080"/>
            <a:ext cx="3608640" cy="320040"/>
          </a:xfrm>
          <a:prstGeom prst="rect">
            <a:avLst/>
          </a:prstGeom>
          <a:noFill/>
          <a:ln w="0">
            <a:noFill/>
          </a:ln>
        </p:spPr>
        <p:txBody>
          <a:bodyPr lIns="0" tIns="0" rIns="0" bIns="0" anchor="t">
            <a:noAutofit/>
          </a:bodyPr>
          <a:lstStyle>
            <a:lvl1pPr indent="0" algn="ctr">
              <a:lnSpc>
                <a:spcPct val="100000"/>
              </a:lnSpc>
              <a:buNone/>
              <a:defRPr lang="tr-TR" sz="1050" b="0" u="none" strike="noStrike">
                <a:solidFill>
                  <a:srgbClr val="898989"/>
                </a:solidFill>
                <a:effectLst/>
                <a:uFillTx/>
                <a:latin typeface="Calibri"/>
              </a:defRPr>
            </a:lvl1pPr>
          </a:lstStyle>
          <a:p>
            <a:pPr indent="0" algn="ctr">
              <a:lnSpc>
                <a:spcPct val="100000"/>
              </a:lnSpc>
              <a:buNone/>
            </a:pPr>
            <a:r>
              <a:rPr lang="tr-TR" sz="1050" b="0" u="none" strike="noStrike" dirty="0">
                <a:solidFill>
                  <a:srgbClr val="898989"/>
                </a:solidFill>
                <a:effectLst/>
                <a:uFillTx/>
                <a:latin typeface="Calibri"/>
              </a:rPr>
              <a:t>2026 TEKNOFEST DİKEY İNİŞLİ ROKET YARIŞMASI</a:t>
            </a:r>
            <a:br>
              <a:rPr sz="1050" dirty="0"/>
            </a:br>
            <a:r>
              <a:rPr lang="tr-TR" sz="1050" b="0" u="none" strike="noStrike" dirty="0">
                <a:solidFill>
                  <a:srgbClr val="898989"/>
                </a:solidFill>
                <a:effectLst/>
                <a:uFillTx/>
                <a:latin typeface="Calibri"/>
              </a:rPr>
              <a:t> </a:t>
            </a:r>
            <a:r>
              <a:rPr lang="en-US" sz="1050" b="0" u="none" strike="noStrike" dirty="0">
                <a:solidFill>
                  <a:srgbClr val="898989"/>
                </a:solidFill>
                <a:effectLst/>
                <a:uFillTx/>
                <a:latin typeface="Calibri"/>
              </a:rPr>
              <a:t>KRİTİK</a:t>
            </a:r>
            <a:r>
              <a:rPr lang="tr-TR" sz="1050" b="0" u="none" strike="noStrike" dirty="0">
                <a:solidFill>
                  <a:srgbClr val="898989"/>
                </a:solidFill>
                <a:effectLst/>
                <a:uFillTx/>
                <a:latin typeface="Calibri"/>
              </a:rPr>
              <a:t> TASARIM RAPORU (</a:t>
            </a:r>
            <a:r>
              <a:rPr lang="en-US" sz="1050" b="0" u="none" strike="noStrike" dirty="0">
                <a:solidFill>
                  <a:srgbClr val="898989"/>
                </a:solidFill>
                <a:effectLst/>
                <a:uFillTx/>
                <a:latin typeface="Calibri"/>
              </a:rPr>
              <a:t>K</a:t>
            </a:r>
            <a:r>
              <a:rPr lang="tr-TR" sz="1050" b="0" u="none" strike="noStrike" dirty="0">
                <a:solidFill>
                  <a:srgbClr val="898989"/>
                </a:solidFill>
                <a:effectLst/>
                <a:uFillTx/>
                <a:latin typeface="Calibri"/>
              </a:rPr>
              <a:t>TR)</a:t>
            </a:r>
            <a:endParaRPr lang="tr-TR" sz="1050" b="0" u="none" strike="noStrike" dirty="0">
              <a:solidFill>
                <a:srgbClr val="000000"/>
              </a:solidFill>
              <a:effectLst/>
              <a:uFillTx/>
              <a:latin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PlaceHolder 1"/>
          <p:cNvSpPr>
            <a:spLocks noGrp="1"/>
          </p:cNvSpPr>
          <p:nvPr>
            <p:ph type="title"/>
          </p:nvPr>
        </p:nvSpPr>
        <p:spPr>
          <a:xfrm>
            <a:off x="1235160" y="494640"/>
            <a:ext cx="8019720" cy="658440"/>
          </a:xfrm>
          <a:prstGeom prst="rect">
            <a:avLst/>
          </a:prstGeom>
          <a:noFill/>
          <a:ln w="0">
            <a:noFill/>
          </a:ln>
        </p:spPr>
        <p:txBody>
          <a:bodyPr lIns="0" tIns="0" rIns="0" bIns="0" anchor="b">
            <a:normAutofit fontScale="90000"/>
          </a:bodyPr>
          <a:lstStyle/>
          <a:p>
            <a:pPr indent="0" algn="ctr">
              <a:lnSpc>
                <a:spcPct val="100000"/>
              </a:lnSpc>
              <a:buNone/>
            </a:pPr>
            <a:r>
              <a:rPr lang="tr-TR" sz="5260" b="1" u="none" strike="noStrike">
                <a:solidFill>
                  <a:srgbClr val="FF0000"/>
                </a:solidFill>
                <a:effectLst/>
                <a:uFillTx/>
                <a:latin typeface="Times New Roman"/>
              </a:rPr>
              <a:t>UYARI </a:t>
            </a:r>
            <a:endParaRPr lang="tr-TR" sz="5260" b="0" u="none" strike="noStrike">
              <a:solidFill>
                <a:srgbClr val="000000"/>
              </a:solidFill>
              <a:effectLst/>
              <a:uFillTx/>
              <a:latin typeface="Calibri"/>
            </a:endParaRPr>
          </a:p>
        </p:txBody>
      </p:sp>
      <p:cxnSp>
        <p:nvCxnSpPr>
          <p:cNvPr id="42" name="Straight Connector 4"/>
          <p:cNvCxnSpPr/>
          <p:nvPr/>
        </p:nvCxnSpPr>
        <p:spPr>
          <a:xfrm flipV="1">
            <a:off x="0" y="1352520"/>
            <a:ext cx="10693440" cy="23040"/>
          </a:xfrm>
          <a:prstGeom prst="straightConnector1">
            <a:avLst/>
          </a:prstGeom>
          <a:ln w="38100">
            <a:solidFill>
              <a:srgbClr val="4A7EBB"/>
            </a:solidFill>
            <a:round/>
          </a:ln>
        </p:spPr>
      </p:cxnSp>
      <p:cxnSp>
        <p:nvCxnSpPr>
          <p:cNvPr id="43" name="Straight Connector 5"/>
          <p:cNvCxnSpPr/>
          <p:nvPr/>
        </p:nvCxnSpPr>
        <p:spPr>
          <a:xfrm flipV="1">
            <a:off x="0" y="6714360"/>
            <a:ext cx="10693440" cy="23040"/>
          </a:xfrm>
          <a:prstGeom prst="straightConnector1">
            <a:avLst/>
          </a:prstGeom>
          <a:ln w="38100">
            <a:solidFill>
              <a:srgbClr val="4A7EBB"/>
            </a:solidFill>
            <a:round/>
          </a:ln>
        </p:spPr>
      </p:cxnSp>
      <p:sp>
        <p:nvSpPr>
          <p:cNvPr id="44" name="PlaceHolder 2"/>
          <p:cNvSpPr>
            <a:spLocks noGrp="1"/>
          </p:cNvSpPr>
          <p:nvPr>
            <p:ph type="sldNum" idx="25"/>
          </p:nvPr>
        </p:nvSpPr>
        <p:spPr>
          <a:xfrm>
            <a:off x="9724320" y="6905520"/>
            <a:ext cx="201600" cy="16092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BAD6B0B2-0B6D-4E6C-8500-00C6C3A9F5BD}" type="slidenum">
              <a:rPr lang="tr-TR" sz="1050" b="0" u="none" strike="noStrike">
                <a:solidFill>
                  <a:srgbClr val="898989"/>
                </a:solidFill>
                <a:effectLst/>
                <a:uFillTx/>
                <a:latin typeface="Calibri"/>
              </a:rPr>
              <a:t>2</a:t>
            </a:fld>
            <a:endParaRPr lang="tr-TR" sz="1050" b="0" u="none" strike="noStrike">
              <a:solidFill>
                <a:srgbClr val="000000"/>
              </a:solidFill>
              <a:effectLst/>
              <a:uFillTx/>
              <a:latin typeface="Times New Roman"/>
            </a:endParaRPr>
          </a:p>
        </p:txBody>
      </p:sp>
      <p:sp>
        <p:nvSpPr>
          <p:cNvPr id="45" name="TextBox 9"/>
          <p:cNvSpPr/>
          <p:nvPr/>
        </p:nvSpPr>
        <p:spPr>
          <a:xfrm>
            <a:off x="165240" y="1931400"/>
            <a:ext cx="10099800" cy="4147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50560" indent="-250560" algn="just">
              <a:lnSpc>
                <a:spcPct val="100000"/>
              </a:lnSpc>
              <a:buClr>
                <a:srgbClr val="000000"/>
              </a:buClr>
              <a:buFont typeface="Arial"/>
              <a:buChar char="•"/>
            </a:pPr>
            <a:r>
              <a:rPr lang="tr-TR" sz="1550" b="0" u="none" strike="noStrike">
                <a:solidFill>
                  <a:srgbClr val="000000"/>
                </a:solidFill>
                <a:effectLst/>
                <a:uFillTx/>
                <a:latin typeface="Calibri"/>
              </a:rPr>
              <a:t>Sunuda verilen bilgiler anlaşılabilir olmalıdır. Tablo ve görseller ihtiyaç duyulan yerlerde  kullanılmalıdır.</a:t>
            </a:r>
            <a:endParaRPr lang="tr-TR" sz="1550" b="0" u="none" strike="noStrike">
              <a:solidFill>
                <a:srgbClr val="000000"/>
              </a:solidFill>
              <a:effectLst/>
              <a:uFillTx/>
              <a:latin typeface="Arial"/>
            </a:endParaRPr>
          </a:p>
          <a:p>
            <a:pPr marL="250560" indent="-250560" algn="just">
              <a:lnSpc>
                <a:spcPct val="100000"/>
              </a:lnSpc>
              <a:buClr>
                <a:srgbClr val="000000"/>
              </a:buClr>
              <a:buFont typeface="Arial"/>
              <a:buChar char="•"/>
            </a:pPr>
            <a:r>
              <a:rPr lang="tr-TR" sz="1550" b="0" u="none" strike="noStrike">
                <a:solidFill>
                  <a:srgbClr val="000000"/>
                </a:solidFill>
                <a:effectLst/>
                <a:uFillTx/>
                <a:latin typeface="Calibri"/>
              </a:rPr>
              <a:t>Karşılaştırma sonucu seçilen nihai unsurun yazı tipi</a:t>
            </a:r>
            <a:r>
              <a:rPr lang="tr-TR" sz="1550" b="1" u="none" strike="noStrike">
                <a:solidFill>
                  <a:srgbClr val="00B050"/>
                </a:solidFill>
                <a:effectLst/>
                <a:uFillTx/>
                <a:latin typeface="Calibri"/>
              </a:rPr>
              <a:t> koyu (bold) ve yazı rengi yeşil </a:t>
            </a:r>
            <a:r>
              <a:rPr lang="tr-TR" sz="1550" b="0" u="none" strike="noStrike">
                <a:solidFill>
                  <a:srgbClr val="000000"/>
                </a:solidFill>
                <a:effectLst/>
                <a:uFillTx/>
                <a:latin typeface="Calibri"/>
              </a:rPr>
              <a:t>olmalıdır.</a:t>
            </a:r>
            <a:endParaRPr lang="tr-TR" sz="1550" b="0" u="none" strike="noStrike">
              <a:solidFill>
                <a:srgbClr val="000000"/>
              </a:solidFill>
              <a:effectLst/>
              <a:uFillTx/>
              <a:latin typeface="Arial"/>
            </a:endParaRPr>
          </a:p>
          <a:p>
            <a:pPr marL="250560" indent="-250560" algn="just">
              <a:lnSpc>
                <a:spcPct val="100000"/>
              </a:lnSpc>
              <a:buClr>
                <a:srgbClr val="000000"/>
              </a:buClr>
              <a:buFont typeface="Arial"/>
              <a:buChar char="•"/>
            </a:pPr>
            <a:r>
              <a:rPr lang="tr-TR" sz="1550" b="0" u="none" strike="noStrike">
                <a:solidFill>
                  <a:srgbClr val="000000"/>
                </a:solidFill>
                <a:effectLst/>
                <a:uFillTx/>
                <a:latin typeface="Calibri"/>
              </a:rPr>
              <a:t>Rapor boyunca birden fazla istenen bilgiler, her istendiği yansıda birbirinden bağımsız olarak tekrar açıklanmalıdır. İlgili yerde bulunamayan bilgiler daha önce açıklanmış olsa dahi puanlamaya tabi tutulmayacaktır.</a:t>
            </a:r>
            <a:endParaRPr lang="tr-TR" sz="1550" b="0" u="none" strike="noStrike">
              <a:solidFill>
                <a:srgbClr val="000000"/>
              </a:solidFill>
              <a:effectLst/>
              <a:uFillTx/>
              <a:latin typeface="Arial"/>
            </a:endParaRPr>
          </a:p>
          <a:p>
            <a:pPr marL="250560" indent="-250560" algn="just">
              <a:lnSpc>
                <a:spcPct val="100000"/>
              </a:lnSpc>
              <a:buClr>
                <a:srgbClr val="000000"/>
              </a:buClr>
              <a:buFont typeface="Arial"/>
              <a:buChar char="•"/>
            </a:pPr>
            <a:r>
              <a:rPr lang="tr-TR" sz="1550" b="0" u="none" strike="noStrike">
                <a:solidFill>
                  <a:srgbClr val="000000"/>
                </a:solidFill>
                <a:effectLst/>
                <a:uFillTx/>
                <a:latin typeface="Calibri"/>
              </a:rPr>
              <a:t>Ek’te istenen veya verilmesine izin verilen dokümanların (tablolar dahil) ismi, ilgili yansıda yer almalı ve dokümanlar KTR ile birlikte ve eksiksiz olarak sunulmalıdır.</a:t>
            </a:r>
            <a:endParaRPr lang="tr-TR" sz="1550" b="0" u="none" strike="noStrike">
              <a:solidFill>
                <a:srgbClr val="000000"/>
              </a:solidFill>
              <a:effectLst/>
              <a:uFillTx/>
              <a:latin typeface="Arial"/>
            </a:endParaRPr>
          </a:p>
          <a:p>
            <a:pPr marL="250560" indent="-250560" algn="just">
              <a:lnSpc>
                <a:spcPct val="100000"/>
              </a:lnSpc>
              <a:buClr>
                <a:srgbClr val="000000"/>
              </a:buClr>
              <a:buFont typeface="Arial"/>
              <a:buChar char="•"/>
            </a:pPr>
            <a:r>
              <a:rPr lang="tr-TR" sz="1550" b="0" u="none" strike="noStrike">
                <a:solidFill>
                  <a:srgbClr val="000000"/>
                </a:solidFill>
                <a:effectLst/>
                <a:uFillTx/>
                <a:latin typeface="Calibri"/>
              </a:rPr>
              <a:t>KTR içerisinde veya EK’inde sunulacak tablolar sunulurken tabloların ekran görüntüleri </a:t>
            </a:r>
            <a:r>
              <a:rPr lang="tr-TR" sz="1550" b="1" u="sng" strike="noStrike">
                <a:solidFill>
                  <a:srgbClr val="000000"/>
                </a:solidFill>
                <a:effectLst/>
                <a:uFillTx/>
                <a:latin typeface="Calibri"/>
              </a:rPr>
              <a:t>paylaşılmamalıdır.</a:t>
            </a:r>
            <a:endParaRPr lang="tr-TR" sz="1550" b="0" u="none" strike="noStrike">
              <a:solidFill>
                <a:srgbClr val="000000"/>
              </a:solidFill>
              <a:effectLst/>
              <a:uFillTx/>
              <a:latin typeface="Arial"/>
            </a:endParaRPr>
          </a:p>
          <a:p>
            <a:pPr marL="250560" indent="-250560" algn="just">
              <a:lnSpc>
                <a:spcPct val="100000"/>
              </a:lnSpc>
              <a:buClr>
                <a:srgbClr val="000000"/>
              </a:buClr>
              <a:buFont typeface="Arial"/>
              <a:buChar char="•"/>
            </a:pPr>
            <a:r>
              <a:rPr lang="tr-TR" sz="1550" b="0" u="none" strike="noStrike">
                <a:solidFill>
                  <a:srgbClr val="000000"/>
                </a:solidFill>
                <a:effectLst/>
                <a:uFillTx/>
                <a:latin typeface="Calibri"/>
              </a:rPr>
              <a:t>KTR içerisinde veya EK’inde sunulacak metin, formül, denklem (Powerpoint’in formül ve denklem ekleyicisi kullanılmalıdır), bağıntılar vb. ekran görüntüsü şeklinde </a:t>
            </a:r>
            <a:r>
              <a:rPr lang="tr-TR" sz="1550" b="1" u="sng" strike="noStrike">
                <a:solidFill>
                  <a:srgbClr val="000000"/>
                </a:solidFill>
                <a:effectLst/>
                <a:uFillTx/>
                <a:latin typeface="Calibri"/>
              </a:rPr>
              <a:t>sunulmamalıdır. </a:t>
            </a:r>
            <a:endParaRPr lang="tr-TR" sz="1550" b="0" u="none" strike="noStrike">
              <a:solidFill>
                <a:srgbClr val="000000"/>
              </a:solidFill>
              <a:effectLst/>
              <a:uFillTx/>
              <a:latin typeface="Arial"/>
            </a:endParaRPr>
          </a:p>
          <a:p>
            <a:pPr marL="250560" indent="-250560" algn="just">
              <a:lnSpc>
                <a:spcPct val="100000"/>
              </a:lnSpc>
              <a:buClr>
                <a:srgbClr val="000000"/>
              </a:buClr>
              <a:buFont typeface="Arial"/>
              <a:buChar char="•"/>
            </a:pPr>
            <a:r>
              <a:rPr lang="tr-TR" sz="1550" b="0" u="none" strike="noStrike">
                <a:solidFill>
                  <a:srgbClr val="000000"/>
                </a:solidFill>
                <a:effectLst/>
                <a:uFillTx/>
                <a:latin typeface="Calibri"/>
              </a:rPr>
              <a:t>Raporun her sayfasında logo bulunmalı ve başlıklar kesinlikle değiştirilmemelidir. Yarışma Komitesi tarafından paylaşılan şablondaki yansılara yeni ve/veya farklı bir yansı </a:t>
            </a:r>
            <a:r>
              <a:rPr lang="tr-TR" sz="1550" b="1" u="sng" strike="noStrike">
                <a:solidFill>
                  <a:srgbClr val="000000"/>
                </a:solidFill>
                <a:effectLst/>
                <a:uFillTx/>
                <a:latin typeface="Calibri"/>
              </a:rPr>
              <a:t>eklenmemelidir.</a:t>
            </a:r>
            <a:endParaRPr lang="tr-TR" sz="1550" b="0" u="none" strike="noStrike">
              <a:solidFill>
                <a:srgbClr val="000000"/>
              </a:solidFill>
              <a:effectLst/>
              <a:uFillTx/>
              <a:latin typeface="Arial"/>
            </a:endParaRPr>
          </a:p>
          <a:p>
            <a:pPr marL="250560" indent="-250560" algn="just">
              <a:lnSpc>
                <a:spcPct val="100000"/>
              </a:lnSpc>
              <a:buClr>
                <a:srgbClr val="000000"/>
              </a:buClr>
              <a:buFont typeface="Arial"/>
              <a:buChar char="•"/>
            </a:pPr>
            <a:r>
              <a:rPr lang="tr-TR" sz="1550" b="0" u="none" strike="noStrike">
                <a:solidFill>
                  <a:srgbClr val="000000"/>
                </a:solidFill>
                <a:effectLst/>
                <a:uFillTx/>
                <a:latin typeface="Calibri"/>
              </a:rPr>
              <a:t>Rapor </a:t>
            </a:r>
            <a:r>
              <a:rPr lang="tr-TR" sz="1550" b="1" u="none" strike="noStrike">
                <a:solidFill>
                  <a:srgbClr val="000000"/>
                </a:solidFill>
                <a:effectLst/>
                <a:uFillTx/>
                <a:latin typeface="Calibri"/>
              </a:rPr>
              <a:t>«PDF» </a:t>
            </a:r>
            <a:r>
              <a:rPr lang="tr-TR" sz="1550" b="0" u="none" strike="noStrike">
                <a:solidFill>
                  <a:srgbClr val="000000"/>
                </a:solidFill>
                <a:effectLst/>
                <a:uFillTx/>
                <a:latin typeface="Calibri"/>
              </a:rPr>
              <a:t>formatında yüklenmelidir. PDF’den farklı bir formatta sunulan rapor</a:t>
            </a:r>
            <a:r>
              <a:rPr lang="tr-TR" sz="1550" b="1" u="none" strike="noStrike">
                <a:solidFill>
                  <a:srgbClr val="000000"/>
                </a:solidFill>
                <a:effectLst/>
                <a:uFillTx/>
                <a:latin typeface="Calibri"/>
              </a:rPr>
              <a:t> </a:t>
            </a:r>
            <a:r>
              <a:rPr lang="tr-TR" sz="1550" b="1" u="sng" strike="noStrike">
                <a:solidFill>
                  <a:srgbClr val="000000"/>
                </a:solidFill>
                <a:effectLst/>
                <a:uFillTx/>
                <a:latin typeface="Calibri"/>
              </a:rPr>
              <a:t>kesinlikle</a:t>
            </a:r>
            <a:r>
              <a:rPr lang="tr-TR" sz="1550" b="1" u="none" strike="noStrike">
                <a:solidFill>
                  <a:srgbClr val="000000"/>
                </a:solidFill>
                <a:effectLst/>
                <a:uFillTx/>
                <a:latin typeface="Calibri"/>
              </a:rPr>
              <a:t> </a:t>
            </a:r>
            <a:r>
              <a:rPr lang="tr-TR" sz="1550" b="0" u="none" strike="noStrike">
                <a:solidFill>
                  <a:srgbClr val="000000"/>
                </a:solidFill>
                <a:effectLst/>
                <a:uFillTx/>
                <a:latin typeface="Calibri"/>
              </a:rPr>
              <a:t>değerlendirilmeye alınmayacaktır.</a:t>
            </a:r>
            <a:r>
              <a:rPr lang="tr-TR" sz="1550" b="1" u="none" strike="noStrike">
                <a:solidFill>
                  <a:srgbClr val="FF0000"/>
                </a:solidFill>
                <a:effectLst/>
                <a:uFillTx/>
                <a:latin typeface="Calibri"/>
              </a:rPr>
              <a:t> *.pptx ve *.ppt sunuları değerlendirilmeyecektir</a:t>
            </a:r>
            <a:r>
              <a:rPr lang="tr-TR" sz="1550" b="0" u="none" strike="noStrike">
                <a:solidFill>
                  <a:srgbClr val="000000"/>
                </a:solidFill>
                <a:effectLst/>
                <a:uFillTx/>
                <a:latin typeface="Calibri"/>
              </a:rPr>
              <a:t>. Lütfen sisteme </a:t>
            </a:r>
            <a:r>
              <a:rPr lang="tr-TR" sz="1550" b="1" u="none" strike="noStrike">
                <a:solidFill>
                  <a:srgbClr val="000000"/>
                </a:solidFill>
                <a:effectLst/>
                <a:uFillTx/>
                <a:latin typeface="Calibri"/>
              </a:rPr>
              <a:t>PDF</a:t>
            </a:r>
            <a:r>
              <a:rPr lang="tr-TR" sz="1550" b="0" u="none" strike="noStrike">
                <a:solidFill>
                  <a:srgbClr val="000000"/>
                </a:solidFill>
                <a:effectLst/>
                <a:uFillTx/>
                <a:latin typeface="Calibri"/>
              </a:rPr>
              <a:t> dosyası yükleyiniz.</a:t>
            </a:r>
            <a:endParaRPr lang="tr-TR" sz="1550" b="0" u="none" strike="noStrike">
              <a:solidFill>
                <a:srgbClr val="000000"/>
              </a:solidFill>
              <a:effectLst/>
              <a:uFillTx/>
              <a:latin typeface="Arial"/>
            </a:endParaRPr>
          </a:p>
          <a:p>
            <a:pPr marL="250560" indent="-250560" algn="just">
              <a:lnSpc>
                <a:spcPct val="100000"/>
              </a:lnSpc>
              <a:buClr>
                <a:srgbClr val="000000"/>
              </a:buClr>
              <a:buFont typeface="Arial"/>
              <a:buChar char="•"/>
            </a:pPr>
            <a:r>
              <a:rPr lang="tr-TR" sz="1550" b="1" u="sng" strike="noStrike">
                <a:solidFill>
                  <a:srgbClr val="000000"/>
                </a:solidFill>
                <a:effectLst/>
                <a:uFillTx/>
                <a:latin typeface="Calibri"/>
              </a:rPr>
              <a:t>Yukarıdaki maddelerde özel olarak belirtilmemiş olsa dahi KTR formatına uygun olarak verilmeyen bilgiler değerlendirmeye alınmayacaktır. </a:t>
            </a:r>
            <a:endParaRPr lang="tr-TR" sz="1550" b="0" u="none" strike="noStrike">
              <a:solidFill>
                <a:srgbClr val="000000"/>
              </a:solidFill>
              <a:effectLst/>
              <a:uFillTx/>
              <a:latin typeface="Arial"/>
            </a:endParaRPr>
          </a:p>
          <a:p>
            <a:pPr marL="250560" indent="-250560" algn="just">
              <a:lnSpc>
                <a:spcPct val="100000"/>
              </a:lnSpc>
              <a:buClr>
                <a:srgbClr val="000000"/>
              </a:buClr>
              <a:buFont typeface="Arial"/>
              <a:buChar char="•"/>
            </a:pPr>
            <a:r>
              <a:rPr lang="tr-TR" sz="1550" b="0" u="none" strike="noStrike">
                <a:solidFill>
                  <a:srgbClr val="000000"/>
                </a:solidFill>
                <a:effectLst/>
                <a:uFillTx/>
                <a:latin typeface="Calibri"/>
              </a:rPr>
              <a:t>Yansılarda yarışmacılara rehber olan yazı (şartname maddeleri dahil), örnek görsel ve kutucukların tamamı </a:t>
            </a:r>
            <a:r>
              <a:rPr lang="tr-TR" sz="1550" b="1" u="sng" strike="noStrike">
                <a:solidFill>
                  <a:srgbClr val="000000"/>
                </a:solidFill>
                <a:effectLst/>
                <a:uFillTx/>
                <a:latin typeface="Calibri"/>
              </a:rPr>
              <a:t>silinmelidir. </a:t>
            </a:r>
            <a:r>
              <a:rPr lang="tr-TR" sz="1550" b="0" u="none" strike="noStrike">
                <a:solidFill>
                  <a:srgbClr val="000000"/>
                </a:solidFill>
                <a:effectLst/>
                <a:uFillTx/>
                <a:latin typeface="Calibri"/>
              </a:rPr>
              <a:t>Uyarı sayfaları okunduktan sonra </a:t>
            </a:r>
            <a:r>
              <a:rPr lang="tr-TR" sz="1550" b="1" u="sng" strike="noStrike">
                <a:solidFill>
                  <a:srgbClr val="000000"/>
                </a:solidFill>
                <a:effectLst/>
                <a:uFillTx/>
                <a:latin typeface="Calibri"/>
              </a:rPr>
              <a:t>silinmeli</a:t>
            </a:r>
            <a:r>
              <a:rPr lang="tr-TR" sz="1550" b="0" u="none" strike="noStrike">
                <a:solidFill>
                  <a:srgbClr val="000000"/>
                </a:solidFill>
                <a:effectLst/>
                <a:uFillTx/>
                <a:latin typeface="Calibri"/>
              </a:rPr>
              <a:t>, raporla birlikte </a:t>
            </a:r>
            <a:r>
              <a:rPr lang="tr-TR" sz="1550" b="1" u="sng" strike="noStrike">
                <a:solidFill>
                  <a:srgbClr val="000000"/>
                </a:solidFill>
                <a:effectLst/>
                <a:uFillTx/>
                <a:latin typeface="Calibri"/>
              </a:rPr>
              <a:t>paylaşılmamalıdır.</a:t>
            </a:r>
            <a:endParaRPr lang="tr-TR" sz="1550" b="0" u="none" strike="noStrike">
              <a:solidFill>
                <a:srgbClr val="000000"/>
              </a:solidFill>
              <a:effectLst/>
              <a:uFillTx/>
              <a:latin typeface="Arial"/>
            </a:endParaRPr>
          </a:p>
        </p:txBody>
      </p:sp>
      <p:pic>
        <p:nvPicPr>
          <p:cNvPr id="46" name="Picture 6"/>
          <p:cNvPicPr/>
          <p:nvPr/>
        </p:nvPicPr>
        <p:blipFill>
          <a:blip r:embed="rId3"/>
          <a:stretch/>
        </p:blipFill>
        <p:spPr>
          <a:xfrm>
            <a:off x="9630360" y="276120"/>
            <a:ext cx="1062720" cy="1062720"/>
          </a:xfrm>
          <a:prstGeom prst="rect">
            <a:avLst/>
          </a:prstGeom>
          <a:noFill/>
          <a:ln w="0">
            <a:noFill/>
          </a:ln>
        </p:spPr>
      </p:pic>
      <p:sp>
        <p:nvSpPr>
          <p:cNvPr id="47" name="PlaceHolder 3"/>
          <p:cNvSpPr>
            <a:spLocks noGrp="1"/>
          </p:cNvSpPr>
          <p:nvPr>
            <p:ph type="dt" idx="26"/>
          </p:nvPr>
        </p:nvSpPr>
        <p:spPr>
          <a:xfrm>
            <a:off x="802800" y="6905520"/>
            <a:ext cx="1320840" cy="16128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09D8B51D-3260-4ED0-838F-1642B43ED19D}" type="datetime2">
              <a:rPr lang="tr-TR" sz="1050" b="0" u="none" strike="noStrike">
                <a:solidFill>
                  <a:srgbClr val="898989"/>
                </a:solidFill>
                <a:effectLst/>
                <a:uFillTx/>
                <a:latin typeface="Calibri"/>
              </a:rPr>
              <a:t>21 Nisan 2026 Salı</a:t>
            </a:fld>
            <a:endParaRPr lang="tr-TR" sz="1050" b="0" u="none" strike="noStrike">
              <a:solidFill>
                <a:srgbClr val="000000"/>
              </a:solidFill>
              <a:effectLst/>
              <a:uFillTx/>
              <a:latin typeface="Times New Roman"/>
            </a:endParaRPr>
          </a:p>
        </p:txBody>
      </p:sp>
      <p:sp>
        <p:nvSpPr>
          <p:cNvPr id="48" name="PlaceHolder 4"/>
          <p:cNvSpPr>
            <a:spLocks noGrp="1"/>
          </p:cNvSpPr>
          <p:nvPr>
            <p:ph type="ftr" idx="27"/>
          </p:nvPr>
        </p:nvSpPr>
        <p:spPr>
          <a:xfrm>
            <a:off x="3542040" y="6814080"/>
            <a:ext cx="3608640" cy="320040"/>
          </a:xfrm>
          <a:prstGeom prst="rect">
            <a:avLst/>
          </a:prstGeom>
          <a:noFill/>
          <a:ln w="0">
            <a:noFill/>
          </a:ln>
        </p:spPr>
        <p:txBody>
          <a:bodyPr lIns="0" tIns="0" rIns="0" bIns="0" anchor="t">
            <a:noAutofit/>
          </a:bodyPr>
          <a:lstStyle>
            <a:lvl1pPr indent="0" algn="ctr">
              <a:lnSpc>
                <a:spcPct val="100000"/>
              </a:lnSpc>
              <a:buNone/>
              <a:defRPr lang="tr-TR" sz="1050" b="0" u="none" strike="noStrike">
                <a:solidFill>
                  <a:srgbClr val="898989"/>
                </a:solidFill>
                <a:effectLst/>
                <a:uFillTx/>
                <a:latin typeface="Calibri"/>
              </a:defRPr>
            </a:lvl1pPr>
          </a:lstStyle>
          <a:p>
            <a:pPr indent="0" algn="ctr">
              <a:lnSpc>
                <a:spcPct val="100000"/>
              </a:lnSpc>
              <a:buNone/>
            </a:pPr>
            <a:r>
              <a:rPr lang="tr-TR" sz="1050" b="0" u="none" strike="noStrike" dirty="0">
                <a:solidFill>
                  <a:srgbClr val="898989"/>
                </a:solidFill>
                <a:effectLst/>
                <a:uFillTx/>
                <a:latin typeface="Calibri"/>
              </a:rPr>
              <a:t>2026 TEKNOFEST DİKEY İNİŞLİ ROKET YARIŞMASI</a:t>
            </a:r>
            <a:br>
              <a:rPr sz="1050" dirty="0"/>
            </a:br>
            <a:r>
              <a:rPr lang="tr-TR" sz="1050" b="0" u="none" strike="noStrike" dirty="0">
                <a:solidFill>
                  <a:srgbClr val="898989"/>
                </a:solidFill>
                <a:effectLst/>
                <a:uFillTx/>
                <a:latin typeface="Calibri"/>
              </a:rPr>
              <a:t> </a:t>
            </a:r>
            <a:r>
              <a:rPr lang="en-US" sz="1050" b="0" u="none" strike="noStrike" dirty="0">
                <a:solidFill>
                  <a:srgbClr val="898989"/>
                </a:solidFill>
                <a:effectLst/>
                <a:uFillTx/>
                <a:latin typeface="Calibri"/>
              </a:rPr>
              <a:t>KRİTİK</a:t>
            </a:r>
            <a:r>
              <a:rPr lang="tr-TR" sz="1050" b="0" u="none" strike="noStrike" dirty="0">
                <a:solidFill>
                  <a:srgbClr val="898989"/>
                </a:solidFill>
                <a:effectLst/>
                <a:uFillTx/>
                <a:latin typeface="Calibri"/>
              </a:rPr>
              <a:t> TASARIM RAPORU (</a:t>
            </a:r>
            <a:r>
              <a:rPr lang="en-US" sz="1050" b="0" u="none" strike="noStrike" dirty="0">
                <a:solidFill>
                  <a:srgbClr val="898989"/>
                </a:solidFill>
                <a:effectLst/>
                <a:uFillTx/>
                <a:latin typeface="Calibri"/>
              </a:rPr>
              <a:t>K</a:t>
            </a:r>
            <a:r>
              <a:rPr lang="tr-TR" sz="1050" b="0" u="none" strike="noStrike" dirty="0">
                <a:solidFill>
                  <a:srgbClr val="898989"/>
                </a:solidFill>
                <a:effectLst/>
                <a:uFillTx/>
                <a:latin typeface="Calibri"/>
              </a:rPr>
              <a:t>TR)</a:t>
            </a:r>
            <a:endParaRPr lang="tr-TR" sz="1050" b="0" u="none" strike="noStrike" dirty="0">
              <a:solidFill>
                <a:srgbClr val="000000"/>
              </a:solidFill>
              <a:effectLst/>
              <a:uFillTx/>
              <a:latin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 name="Picture 6"/>
          <p:cNvPicPr/>
          <p:nvPr/>
        </p:nvPicPr>
        <p:blipFill>
          <a:blip r:embed="rId3"/>
          <a:stretch/>
        </p:blipFill>
        <p:spPr>
          <a:xfrm>
            <a:off x="9630360" y="276120"/>
            <a:ext cx="1062720" cy="1062720"/>
          </a:xfrm>
          <a:prstGeom prst="rect">
            <a:avLst/>
          </a:prstGeom>
          <a:noFill/>
          <a:ln w="0">
            <a:noFill/>
          </a:ln>
        </p:spPr>
      </p:pic>
      <p:sp>
        <p:nvSpPr>
          <p:cNvPr id="50" name="PlaceHolder 1"/>
          <p:cNvSpPr>
            <a:spLocks noGrp="1"/>
          </p:cNvSpPr>
          <p:nvPr>
            <p:ph type="title"/>
          </p:nvPr>
        </p:nvSpPr>
        <p:spPr>
          <a:xfrm>
            <a:off x="875520" y="1656720"/>
            <a:ext cx="8949240" cy="4729320"/>
          </a:xfrm>
          <a:prstGeom prst="rect">
            <a:avLst/>
          </a:prstGeom>
          <a:noFill/>
          <a:ln w="0">
            <a:noFill/>
          </a:ln>
        </p:spPr>
        <p:txBody>
          <a:bodyPr lIns="0" tIns="0" rIns="0" bIns="0" anchor="b">
            <a:normAutofit/>
          </a:bodyPr>
          <a:lstStyle/>
          <a:p>
            <a:pPr indent="0" algn="ctr">
              <a:lnSpc>
                <a:spcPct val="100000"/>
              </a:lnSpc>
              <a:buNone/>
            </a:pPr>
            <a:r>
              <a:rPr lang="tr-TR" sz="4700" b="1" u="none" strike="noStrike" dirty="0">
                <a:solidFill>
                  <a:srgbClr val="0070C0"/>
                </a:solidFill>
                <a:effectLst/>
                <a:uFillTx/>
                <a:latin typeface="Calibri"/>
              </a:rPr>
              <a:t>TEKNOFEST 2026</a:t>
            </a:r>
            <a:br>
              <a:rPr sz="4700" dirty="0"/>
            </a:br>
            <a:r>
              <a:rPr lang="tr-TR" sz="4700" b="1" u="none" strike="noStrike" dirty="0">
                <a:solidFill>
                  <a:srgbClr val="0070C0"/>
                </a:solidFill>
                <a:effectLst/>
                <a:uFillTx/>
                <a:latin typeface="Calibri"/>
              </a:rPr>
              <a:t>Dikey İnişli Roket Yarışması </a:t>
            </a:r>
            <a:br>
              <a:rPr sz="4700" dirty="0"/>
            </a:br>
            <a:r>
              <a:rPr lang="en-US" sz="4700" b="1" u="none" strike="noStrike" dirty="0" err="1">
                <a:solidFill>
                  <a:srgbClr val="0070C0"/>
                </a:solidFill>
                <a:effectLst/>
                <a:uFillTx/>
                <a:latin typeface="Calibri"/>
              </a:rPr>
              <a:t>Kritik</a:t>
            </a:r>
            <a:r>
              <a:rPr lang="tr-TR" sz="4700" b="1" u="none" strike="noStrike" dirty="0">
                <a:solidFill>
                  <a:srgbClr val="0070C0"/>
                </a:solidFill>
                <a:effectLst/>
                <a:uFillTx/>
                <a:latin typeface="Calibri"/>
              </a:rPr>
              <a:t> Tasarım Raporu (</a:t>
            </a:r>
            <a:r>
              <a:rPr lang="en-US" sz="4700" b="1" u="none" strike="noStrike" dirty="0">
                <a:solidFill>
                  <a:srgbClr val="0070C0"/>
                </a:solidFill>
                <a:effectLst/>
                <a:uFillTx/>
                <a:latin typeface="Calibri"/>
              </a:rPr>
              <a:t>K</a:t>
            </a:r>
            <a:r>
              <a:rPr lang="tr-TR" sz="4700" b="1" u="none" strike="noStrike" dirty="0">
                <a:solidFill>
                  <a:srgbClr val="0070C0"/>
                </a:solidFill>
                <a:effectLst/>
                <a:uFillTx/>
                <a:latin typeface="Calibri"/>
              </a:rPr>
              <a:t>TR)</a:t>
            </a:r>
            <a:br>
              <a:rPr sz="4700" dirty="0"/>
            </a:br>
            <a:r>
              <a:rPr lang="tr-TR" sz="4700" b="1" u="none" strike="noStrike" dirty="0">
                <a:solidFill>
                  <a:srgbClr val="0070C0"/>
                </a:solidFill>
                <a:effectLst/>
                <a:uFillTx/>
                <a:latin typeface="Calibri"/>
              </a:rPr>
              <a:t>Sunuşu</a:t>
            </a:r>
            <a:br>
              <a:rPr sz="4700" dirty="0"/>
            </a:br>
            <a:r>
              <a:rPr lang="tr-TR" sz="4700" b="1" u="none" strike="noStrike" dirty="0">
                <a:solidFill>
                  <a:srgbClr val="0070C0"/>
                </a:solidFill>
                <a:effectLst/>
                <a:uFillTx/>
                <a:latin typeface="Calibri"/>
              </a:rPr>
              <a:t>Takım Adı</a:t>
            </a:r>
            <a:br>
              <a:rPr sz="4700" dirty="0"/>
            </a:br>
            <a:endParaRPr lang="tr-TR" sz="4700" b="0" u="none" strike="noStrike" dirty="0">
              <a:solidFill>
                <a:srgbClr val="000000"/>
              </a:solidFill>
              <a:effectLst/>
              <a:uFillTx/>
              <a:latin typeface="Calibri"/>
            </a:endParaRPr>
          </a:p>
        </p:txBody>
      </p:sp>
      <p:cxnSp>
        <p:nvCxnSpPr>
          <p:cNvPr id="51" name="Straight Connector 4"/>
          <p:cNvCxnSpPr/>
          <p:nvPr/>
        </p:nvCxnSpPr>
        <p:spPr>
          <a:xfrm flipV="1">
            <a:off x="0" y="1352520"/>
            <a:ext cx="10693440" cy="23040"/>
          </a:xfrm>
          <a:prstGeom prst="straightConnector1">
            <a:avLst/>
          </a:prstGeom>
          <a:ln w="38100">
            <a:solidFill>
              <a:srgbClr val="4A7EBB"/>
            </a:solidFill>
            <a:round/>
          </a:ln>
        </p:spPr>
      </p:cxnSp>
      <p:cxnSp>
        <p:nvCxnSpPr>
          <p:cNvPr id="52" name="Straight Connector 5"/>
          <p:cNvCxnSpPr/>
          <p:nvPr/>
        </p:nvCxnSpPr>
        <p:spPr>
          <a:xfrm flipV="1">
            <a:off x="0" y="6247080"/>
            <a:ext cx="10693440" cy="23040"/>
          </a:xfrm>
          <a:prstGeom prst="straightConnector1">
            <a:avLst/>
          </a:prstGeom>
          <a:ln w="38100">
            <a:solidFill>
              <a:srgbClr val="4A7EBB"/>
            </a:solidFill>
            <a:round/>
          </a:ln>
        </p:spPr>
      </p:cxnSp>
      <p:sp>
        <p:nvSpPr>
          <p:cNvPr id="53" name="PlaceHolder 2"/>
          <p:cNvSpPr>
            <a:spLocks noGrp="1"/>
          </p:cNvSpPr>
          <p:nvPr>
            <p:ph type="ftr" idx="28"/>
          </p:nvPr>
        </p:nvSpPr>
        <p:spPr>
          <a:xfrm>
            <a:off x="3542040" y="6346800"/>
            <a:ext cx="3608640" cy="320040"/>
          </a:xfrm>
          <a:prstGeom prst="rect">
            <a:avLst/>
          </a:prstGeom>
          <a:noFill/>
          <a:ln w="0">
            <a:noFill/>
          </a:ln>
        </p:spPr>
        <p:txBody>
          <a:bodyPr lIns="0" tIns="0" rIns="0" bIns="0" anchor="t">
            <a:noAutofit/>
          </a:bodyPr>
          <a:lstStyle>
            <a:lvl1pPr indent="0" algn="ctr">
              <a:lnSpc>
                <a:spcPct val="100000"/>
              </a:lnSpc>
              <a:buNone/>
              <a:defRPr lang="tr-TR" sz="1050" b="0" u="none" strike="noStrike">
                <a:solidFill>
                  <a:srgbClr val="898989"/>
                </a:solidFill>
                <a:effectLst/>
                <a:uFillTx/>
                <a:latin typeface="Calibri"/>
              </a:defRPr>
            </a:lvl1pPr>
          </a:lstStyle>
          <a:p>
            <a:pPr indent="0" algn="ctr">
              <a:lnSpc>
                <a:spcPct val="100000"/>
              </a:lnSpc>
              <a:buNone/>
            </a:pPr>
            <a:r>
              <a:rPr lang="tr-TR" sz="1050" b="0" u="none" strike="noStrike" dirty="0">
                <a:solidFill>
                  <a:srgbClr val="898989"/>
                </a:solidFill>
                <a:effectLst/>
                <a:uFillTx/>
                <a:latin typeface="Calibri"/>
              </a:rPr>
              <a:t>2026 TEKNOFEST DİKEY İNİŞLİ ROKET YARIŞMASI</a:t>
            </a:r>
            <a:br>
              <a:rPr sz="1050" dirty="0"/>
            </a:br>
            <a:r>
              <a:rPr lang="tr-TR" sz="1050" b="0" u="none" strike="noStrike" dirty="0">
                <a:solidFill>
                  <a:srgbClr val="898989"/>
                </a:solidFill>
                <a:effectLst/>
                <a:uFillTx/>
                <a:latin typeface="Calibri"/>
              </a:rPr>
              <a:t> </a:t>
            </a:r>
            <a:r>
              <a:rPr lang="en-US" sz="1050" b="0" u="none" strike="noStrike" dirty="0">
                <a:solidFill>
                  <a:srgbClr val="898989"/>
                </a:solidFill>
                <a:effectLst/>
                <a:uFillTx/>
                <a:latin typeface="Calibri"/>
              </a:rPr>
              <a:t>KRİTİK</a:t>
            </a:r>
            <a:r>
              <a:rPr lang="tr-TR" sz="1050" b="0" u="none" strike="noStrike" dirty="0">
                <a:solidFill>
                  <a:srgbClr val="898989"/>
                </a:solidFill>
                <a:effectLst/>
                <a:uFillTx/>
                <a:latin typeface="Calibri"/>
              </a:rPr>
              <a:t> TASARIM RAPORU (</a:t>
            </a:r>
            <a:r>
              <a:rPr lang="en-US" sz="1050" b="0" u="none" strike="noStrike" dirty="0">
                <a:solidFill>
                  <a:srgbClr val="898989"/>
                </a:solidFill>
                <a:effectLst/>
                <a:uFillTx/>
                <a:latin typeface="Calibri"/>
              </a:rPr>
              <a:t>K</a:t>
            </a:r>
            <a:r>
              <a:rPr lang="tr-TR" sz="1050" b="0" u="none" strike="noStrike" dirty="0">
                <a:solidFill>
                  <a:srgbClr val="898989"/>
                </a:solidFill>
                <a:effectLst/>
                <a:uFillTx/>
                <a:latin typeface="Calibri"/>
              </a:rPr>
              <a:t>TR)</a:t>
            </a:r>
            <a:endParaRPr lang="tr-TR" sz="1050" b="0" u="none" strike="noStrike" dirty="0">
              <a:solidFill>
                <a:srgbClr val="000000"/>
              </a:solidFill>
              <a:effectLst/>
              <a:uFillTx/>
              <a:latin typeface="Times New Roman"/>
            </a:endParaRPr>
          </a:p>
        </p:txBody>
      </p:sp>
      <p:sp>
        <p:nvSpPr>
          <p:cNvPr id="54" name="Dikdörtgen 6"/>
          <p:cNvSpPr/>
          <p:nvPr/>
        </p:nvSpPr>
        <p:spPr>
          <a:xfrm>
            <a:off x="885240" y="6599520"/>
            <a:ext cx="8939520" cy="1015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tr-TR" sz="1200" b="1" u="none" strike="noStrike">
                <a:solidFill>
                  <a:srgbClr val="FF0000"/>
                </a:solidFill>
                <a:effectLst/>
                <a:uFillTx/>
                <a:latin typeface="Calibri"/>
              </a:rPr>
              <a:t>UYARI:</a:t>
            </a:r>
            <a:br>
              <a:rPr sz="1200"/>
            </a:br>
            <a:r>
              <a:rPr lang="tr-TR" sz="1200" b="1" u="none" strike="noStrike">
                <a:solidFill>
                  <a:srgbClr val="FF0000"/>
                </a:solidFill>
                <a:effectLst/>
                <a:uFillTx/>
                <a:latin typeface="Calibri"/>
              </a:rPr>
              <a:t>Bu Format dışında herhangi bir format </a:t>
            </a:r>
            <a:r>
              <a:rPr lang="tr-TR" sz="1200" b="1" u="sng" strike="noStrike">
                <a:solidFill>
                  <a:srgbClr val="FF0000"/>
                </a:solidFill>
                <a:effectLst/>
                <a:uFillTx/>
                <a:latin typeface="Calibri"/>
              </a:rPr>
              <a:t>kullanıl</a:t>
            </a:r>
            <a:r>
              <a:rPr lang="en-US" sz="1200" b="1" u="sng" strike="noStrike">
                <a:solidFill>
                  <a:srgbClr val="FF0000"/>
                </a:solidFill>
                <a:effectLst/>
                <a:uFillTx/>
                <a:latin typeface="Calibri"/>
              </a:rPr>
              <a:t>mayacaktır</a:t>
            </a:r>
            <a:r>
              <a:rPr lang="tr-TR" sz="1200" b="1" u="sng" strike="noStrike">
                <a:solidFill>
                  <a:srgbClr val="FF0000"/>
                </a:solidFill>
                <a:effectLst/>
                <a:uFillTx/>
                <a:latin typeface="Calibri"/>
              </a:rPr>
              <a:t>. </a:t>
            </a:r>
            <a:br>
              <a:rPr sz="1200"/>
            </a:br>
            <a:r>
              <a:rPr lang="tr-TR" sz="1200" b="1" u="none" strike="noStrike">
                <a:solidFill>
                  <a:srgbClr val="FF0000"/>
                </a:solidFill>
                <a:effectLst/>
                <a:uFillTx/>
                <a:latin typeface="Calibri"/>
              </a:rPr>
              <a:t>Üretilen bilgilerin orijinal hali ile yansılara konulması (ekran görüntüsü alınmaması), çözünürlük ve okunurluğunun iyi olması ve profesyonel bir sunum hazırlanmasına özen gösterilmesi gerekmektedir.</a:t>
            </a:r>
            <a:r>
              <a:rPr lang="en-US" sz="1200" b="1" u="none" strike="noStrike">
                <a:solidFill>
                  <a:srgbClr val="FF0000"/>
                </a:solidFill>
                <a:effectLst/>
                <a:uFillTx/>
                <a:latin typeface="Calibri"/>
              </a:rPr>
              <a:t> </a:t>
            </a:r>
            <a:r>
              <a:rPr lang="tr-TR" sz="1200" b="1" u="none" strike="noStrike">
                <a:solidFill>
                  <a:srgbClr val="FF0000"/>
                </a:solidFill>
                <a:effectLst/>
                <a:uFillTx/>
                <a:latin typeface="Calibri"/>
              </a:rPr>
              <a:t>El çizimi yapılmamalıdır. Sunulan sayısal veriler birimleri ile birlikte gösterilmelidir.</a:t>
            </a:r>
            <a:endParaRPr lang="tr-TR" sz="1200" b="0" u="none" strike="noStrike">
              <a:solidFill>
                <a:srgbClr val="000000"/>
              </a:solidFill>
              <a:effectLst/>
              <a:uFillTx/>
              <a:latin typeface="Arial"/>
            </a:endParaRPr>
          </a:p>
        </p:txBody>
      </p:sp>
      <p:sp>
        <p:nvSpPr>
          <p:cNvPr id="55" name="TextBox 8"/>
          <p:cNvSpPr/>
          <p:nvPr/>
        </p:nvSpPr>
        <p:spPr>
          <a:xfrm>
            <a:off x="6480" y="544680"/>
            <a:ext cx="1027440" cy="569880"/>
          </a:xfrm>
          <a:prstGeom prst="rect">
            <a:avLst/>
          </a:prstGeom>
          <a:noFill/>
          <a:ln w="0">
            <a:solidFill>
              <a:srgbClr val="000000"/>
            </a:solid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lnSpc>
                <a:spcPct val="100000"/>
              </a:lnSpc>
            </a:pPr>
            <a:r>
              <a:rPr lang="tr-TR" sz="1550" b="0" u="none" strike="noStrike">
                <a:solidFill>
                  <a:srgbClr val="000000"/>
                </a:solidFill>
                <a:effectLst/>
                <a:uFillTx/>
                <a:latin typeface="Calibri"/>
              </a:rPr>
              <a:t>Takım Logosu</a:t>
            </a:r>
            <a:endParaRPr lang="tr-TR" sz="1550" b="0" u="none" strike="noStrike">
              <a:solidFill>
                <a:srgbClr val="000000"/>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PlaceHolder 1"/>
          <p:cNvSpPr>
            <a:spLocks noGrp="1"/>
          </p:cNvSpPr>
          <p:nvPr>
            <p:ph type="title"/>
          </p:nvPr>
        </p:nvSpPr>
        <p:spPr>
          <a:xfrm>
            <a:off x="1235160" y="494640"/>
            <a:ext cx="8019720" cy="658440"/>
          </a:xfrm>
          <a:prstGeom prst="rect">
            <a:avLst/>
          </a:prstGeom>
          <a:noFill/>
          <a:ln w="0">
            <a:noFill/>
          </a:ln>
        </p:spPr>
        <p:txBody>
          <a:bodyPr lIns="0" tIns="0" rIns="0" bIns="0" anchor="b">
            <a:noAutofit/>
          </a:bodyPr>
          <a:lstStyle/>
          <a:p>
            <a:pPr indent="0" algn="ctr">
              <a:lnSpc>
                <a:spcPct val="100000"/>
              </a:lnSpc>
              <a:buNone/>
            </a:pPr>
            <a:r>
              <a:rPr lang="tr-TR" sz="3950" b="1" u="none" strike="noStrike">
                <a:solidFill>
                  <a:srgbClr val="0070C0"/>
                </a:solidFill>
                <a:effectLst/>
                <a:uFillTx/>
                <a:latin typeface="Calibri"/>
              </a:rPr>
              <a:t>Takım Yapısı</a:t>
            </a:r>
            <a:endParaRPr lang="tr-TR" sz="3950" b="0" u="none" strike="noStrike">
              <a:solidFill>
                <a:srgbClr val="000000"/>
              </a:solidFill>
              <a:effectLst/>
              <a:uFillTx/>
              <a:latin typeface="Calibri"/>
            </a:endParaRPr>
          </a:p>
        </p:txBody>
      </p:sp>
      <p:cxnSp>
        <p:nvCxnSpPr>
          <p:cNvPr id="57" name="Straight Connector 4"/>
          <p:cNvCxnSpPr/>
          <p:nvPr/>
        </p:nvCxnSpPr>
        <p:spPr>
          <a:xfrm flipV="1">
            <a:off x="0" y="1352520"/>
            <a:ext cx="10693440" cy="23040"/>
          </a:xfrm>
          <a:prstGeom prst="straightConnector1">
            <a:avLst/>
          </a:prstGeom>
          <a:ln w="38100">
            <a:solidFill>
              <a:srgbClr val="4A7EBB"/>
            </a:solidFill>
            <a:round/>
          </a:ln>
        </p:spPr>
      </p:cxnSp>
      <p:cxnSp>
        <p:nvCxnSpPr>
          <p:cNvPr id="58" name="Straight Connector 5"/>
          <p:cNvCxnSpPr/>
          <p:nvPr/>
        </p:nvCxnSpPr>
        <p:spPr>
          <a:xfrm flipV="1">
            <a:off x="0" y="6714360"/>
            <a:ext cx="10693440" cy="23040"/>
          </a:xfrm>
          <a:prstGeom prst="straightConnector1">
            <a:avLst/>
          </a:prstGeom>
          <a:ln w="38100">
            <a:solidFill>
              <a:srgbClr val="4A7EBB"/>
            </a:solidFill>
            <a:round/>
          </a:ln>
        </p:spPr>
      </p:cxnSp>
      <p:sp>
        <p:nvSpPr>
          <p:cNvPr id="59" name="TextBox 7"/>
          <p:cNvSpPr/>
          <p:nvPr/>
        </p:nvSpPr>
        <p:spPr>
          <a:xfrm>
            <a:off x="6480" y="544680"/>
            <a:ext cx="1027440" cy="569880"/>
          </a:xfrm>
          <a:prstGeom prst="rect">
            <a:avLst/>
          </a:prstGeom>
          <a:noFill/>
          <a:ln w="0">
            <a:solidFill>
              <a:srgbClr val="000000"/>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tr-TR" sz="1550" b="0" u="none" strike="noStrike">
                <a:solidFill>
                  <a:srgbClr val="000000"/>
                </a:solidFill>
                <a:effectLst/>
                <a:uFillTx/>
                <a:latin typeface="Calibri"/>
              </a:rPr>
              <a:t>Takım Logosu</a:t>
            </a:r>
            <a:endParaRPr lang="tr-TR" sz="1550" b="0" u="none" strike="noStrike">
              <a:solidFill>
                <a:srgbClr val="000000"/>
              </a:solidFill>
              <a:effectLst/>
              <a:uFillTx/>
              <a:latin typeface="Arial"/>
            </a:endParaRPr>
          </a:p>
        </p:txBody>
      </p:sp>
      <p:sp>
        <p:nvSpPr>
          <p:cNvPr id="60" name="PlaceHolder 2"/>
          <p:cNvSpPr>
            <a:spLocks noGrp="1"/>
          </p:cNvSpPr>
          <p:nvPr>
            <p:ph type="sldNum" idx="29"/>
          </p:nvPr>
        </p:nvSpPr>
        <p:spPr>
          <a:xfrm>
            <a:off x="9724320" y="6905520"/>
            <a:ext cx="201600" cy="16092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673FC99C-358A-44C3-89B2-F3C13F4E1438}" type="slidenum">
              <a:rPr lang="tr-TR" sz="1050" b="0" u="none" strike="noStrike">
                <a:solidFill>
                  <a:srgbClr val="898989"/>
                </a:solidFill>
                <a:effectLst/>
                <a:uFillTx/>
                <a:latin typeface="Calibri"/>
              </a:rPr>
              <a:t>4</a:t>
            </a:fld>
            <a:endParaRPr lang="tr-TR" sz="1050" b="0" u="none" strike="noStrike">
              <a:solidFill>
                <a:srgbClr val="000000"/>
              </a:solidFill>
              <a:effectLst/>
              <a:uFillTx/>
              <a:latin typeface="Times New Roman"/>
            </a:endParaRPr>
          </a:p>
        </p:txBody>
      </p:sp>
      <p:sp>
        <p:nvSpPr>
          <p:cNvPr id="61" name="TextBox 9"/>
          <p:cNvSpPr/>
          <p:nvPr/>
        </p:nvSpPr>
        <p:spPr>
          <a:xfrm>
            <a:off x="130680" y="1942200"/>
            <a:ext cx="9826920" cy="608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50560" indent="-250560" algn="just">
              <a:lnSpc>
                <a:spcPct val="100000"/>
              </a:lnSpc>
              <a:buClr>
                <a:srgbClr val="000000"/>
              </a:buClr>
              <a:buFont typeface="Arial"/>
              <a:buChar char="•"/>
            </a:pPr>
            <a:r>
              <a:rPr lang="tr-TR" sz="1550" b="0" u="none" strike="noStrike">
                <a:solidFill>
                  <a:srgbClr val="000000"/>
                </a:solidFill>
                <a:effectLst/>
                <a:uFillTx/>
                <a:latin typeface="Calibri"/>
              </a:rPr>
              <a:t>Takım üyelerinin bilgileri aşağıdaki tabloda gösterilen şekilde doldurulmalıdır. Bu bölüm 2 yansıyı geçmemelidir.</a:t>
            </a:r>
            <a:endParaRPr lang="tr-TR" sz="1550" b="0" u="none" strike="noStrike">
              <a:solidFill>
                <a:srgbClr val="000000"/>
              </a:solidFill>
              <a:effectLst/>
              <a:uFillTx/>
              <a:latin typeface="Arial"/>
            </a:endParaRPr>
          </a:p>
          <a:p>
            <a:pPr algn="just">
              <a:lnSpc>
                <a:spcPct val="100000"/>
              </a:lnSpc>
            </a:pPr>
            <a:endParaRPr lang="tr-TR" sz="1550" b="0" u="none" strike="noStrike">
              <a:solidFill>
                <a:srgbClr val="000000"/>
              </a:solidFill>
              <a:effectLst/>
              <a:uFillTx/>
              <a:latin typeface="Arial"/>
            </a:endParaRPr>
          </a:p>
        </p:txBody>
      </p:sp>
      <p:pic>
        <p:nvPicPr>
          <p:cNvPr id="62" name="Picture 6"/>
          <p:cNvPicPr/>
          <p:nvPr/>
        </p:nvPicPr>
        <p:blipFill>
          <a:blip r:embed="rId3"/>
          <a:stretch/>
        </p:blipFill>
        <p:spPr>
          <a:xfrm>
            <a:off x="9630360" y="276120"/>
            <a:ext cx="1062720" cy="1062720"/>
          </a:xfrm>
          <a:prstGeom prst="rect">
            <a:avLst/>
          </a:prstGeom>
          <a:noFill/>
          <a:ln w="0">
            <a:noFill/>
          </a:ln>
        </p:spPr>
      </p:pic>
      <p:sp>
        <p:nvSpPr>
          <p:cNvPr id="63" name="Dikdörtgen 6"/>
          <p:cNvSpPr/>
          <p:nvPr/>
        </p:nvSpPr>
        <p:spPr>
          <a:xfrm>
            <a:off x="244080" y="6219720"/>
            <a:ext cx="10204920" cy="456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lnSpc>
                <a:spcPct val="100000"/>
              </a:lnSpc>
            </a:pPr>
            <a:r>
              <a:rPr lang="tr-TR" sz="1200" b="0" i="1" u="none" strike="noStrike" dirty="0">
                <a:solidFill>
                  <a:schemeClr val="dk1"/>
                </a:solidFill>
                <a:effectLst/>
                <a:uFillTx/>
                <a:latin typeface="Calibri"/>
              </a:rPr>
              <a:t>Bu bölümdeki bilgiler ile </a:t>
            </a:r>
            <a:r>
              <a:rPr lang="tr-TR" sz="1200" b="1" i="1" dirty="0">
                <a:solidFill>
                  <a:schemeClr val="dk1"/>
                </a:solidFill>
              </a:rPr>
              <a:t>3.1.e, 3.1.f, 3.1.h, 3.1.l</a:t>
            </a:r>
            <a:r>
              <a:rPr lang="tr-TR" sz="1200" b="0" i="1" u="none" strike="noStrike" dirty="0">
                <a:solidFill>
                  <a:schemeClr val="dk1"/>
                </a:solidFill>
                <a:effectLst/>
                <a:uFillTx/>
                <a:latin typeface="Calibri"/>
              </a:rPr>
              <a:t>, </a:t>
            </a:r>
            <a:r>
              <a:rPr lang="tr-TR" sz="1200" b="1" i="1" dirty="0">
                <a:solidFill>
                  <a:schemeClr val="dk1"/>
                </a:solidFill>
              </a:rPr>
              <a:t>3.1.m, </a:t>
            </a:r>
            <a:r>
              <a:rPr lang="tr-TR" sz="1200" b="1" i="1" u="none" strike="noStrike" dirty="0">
                <a:solidFill>
                  <a:schemeClr val="dk1"/>
                </a:solidFill>
                <a:effectLst/>
                <a:uFillTx/>
                <a:latin typeface="Calibri"/>
              </a:rPr>
              <a:t>3.1.n, 3.1.o, 3.1.r,</a:t>
            </a:r>
            <a:r>
              <a:rPr lang="tr-TR" sz="1200" b="1" i="1" dirty="0">
                <a:solidFill>
                  <a:schemeClr val="dk1"/>
                </a:solidFill>
              </a:rPr>
              <a:t> 3.1.t, 3.1.u, </a:t>
            </a:r>
            <a:r>
              <a:rPr lang="tr-TR" sz="1200" b="1" i="1" u="none" strike="noStrike" dirty="0">
                <a:solidFill>
                  <a:schemeClr val="dk1"/>
                </a:solidFill>
                <a:effectLst/>
                <a:uFillTx/>
                <a:latin typeface="Calibri"/>
              </a:rPr>
              <a:t>4.1.a, 4.1.d, 4.1.e </a:t>
            </a:r>
            <a:r>
              <a:rPr lang="tr-TR" sz="1200" b="0" i="1" u="none" strike="noStrike" dirty="0">
                <a:solidFill>
                  <a:schemeClr val="dk1"/>
                </a:solidFill>
                <a:effectLst/>
                <a:uFillTx/>
                <a:latin typeface="Calibri"/>
              </a:rPr>
              <a:t>numaralı maddelerde yer alan kuralların ihlalinin tespit edilmesi durumunda takımlar diskalifiye edilebilecektir.</a:t>
            </a:r>
            <a:endParaRPr lang="tr-TR" sz="1200" b="0" u="none" strike="noStrike" dirty="0">
              <a:solidFill>
                <a:srgbClr val="000000"/>
              </a:solidFill>
              <a:effectLst/>
              <a:uFillTx/>
              <a:latin typeface="Arial"/>
            </a:endParaRPr>
          </a:p>
        </p:txBody>
      </p:sp>
      <p:graphicFrame>
        <p:nvGraphicFramePr>
          <p:cNvPr id="64" name="Tablo 14"/>
          <p:cNvGraphicFramePr/>
          <p:nvPr/>
        </p:nvGraphicFramePr>
        <p:xfrm>
          <a:off x="520200" y="2523240"/>
          <a:ext cx="9826560" cy="2332800"/>
        </p:xfrm>
        <a:graphic>
          <a:graphicData uri="http://schemas.openxmlformats.org/drawingml/2006/table">
            <a:tbl>
              <a:tblPr/>
              <a:tblGrid>
                <a:gridCol w="2279160">
                  <a:extLst>
                    <a:ext uri="{9D8B030D-6E8A-4147-A177-3AD203B41FA5}">
                      <a16:colId xmlns:a16="http://schemas.microsoft.com/office/drawing/2014/main" val="20000"/>
                    </a:ext>
                  </a:extLst>
                </a:gridCol>
                <a:gridCol w="3914280">
                  <a:extLst>
                    <a:ext uri="{9D8B030D-6E8A-4147-A177-3AD203B41FA5}">
                      <a16:colId xmlns:a16="http://schemas.microsoft.com/office/drawing/2014/main" val="20001"/>
                    </a:ext>
                  </a:extLst>
                </a:gridCol>
                <a:gridCol w="2355120">
                  <a:extLst>
                    <a:ext uri="{9D8B030D-6E8A-4147-A177-3AD203B41FA5}">
                      <a16:colId xmlns:a16="http://schemas.microsoft.com/office/drawing/2014/main" val="20002"/>
                    </a:ext>
                  </a:extLst>
                </a:gridCol>
                <a:gridCol w="1278000">
                  <a:extLst>
                    <a:ext uri="{9D8B030D-6E8A-4147-A177-3AD203B41FA5}">
                      <a16:colId xmlns:a16="http://schemas.microsoft.com/office/drawing/2014/main" val="20003"/>
                    </a:ext>
                  </a:extLst>
                </a:gridCol>
              </a:tblGrid>
              <a:tr h="388800">
                <a:tc>
                  <a:txBody>
                    <a:bodyPr/>
                    <a:lstStyle/>
                    <a:p>
                      <a:pPr>
                        <a:lnSpc>
                          <a:spcPct val="100000"/>
                        </a:lnSpc>
                      </a:pPr>
                      <a:r>
                        <a:rPr lang="tr-TR" sz="1550" b="0" u="none" strike="noStrike">
                          <a:solidFill>
                            <a:srgbClr val="FFFFFF"/>
                          </a:solidFill>
                          <a:effectLst/>
                          <a:uFillTx/>
                          <a:latin typeface="Calibri"/>
                        </a:rPr>
                        <a:t>Personel Adı </a:t>
                      </a:r>
                      <a:endParaRPr lang="tr-TR" sz="1550" b="0" u="none" strike="noStrike">
                        <a:solidFill>
                          <a:srgbClr val="FFFFFF"/>
                        </a:solidFill>
                        <a:effectLst/>
                        <a:uFillTx/>
                        <a:latin typeface="Arial"/>
                      </a:endParaRPr>
                    </a:p>
                  </a:txBody>
                  <a:tcPr marL="79920" marR="79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c>
                  <a:txBody>
                    <a:bodyPr/>
                    <a:lstStyle/>
                    <a:p>
                      <a:pPr>
                        <a:lnSpc>
                          <a:spcPct val="100000"/>
                        </a:lnSpc>
                      </a:pPr>
                      <a:r>
                        <a:rPr lang="tr-TR" sz="1550" b="0" u="none" strike="noStrike">
                          <a:solidFill>
                            <a:srgbClr val="FFFFFF"/>
                          </a:solidFill>
                          <a:effectLst/>
                          <a:uFillTx/>
                          <a:latin typeface="Calibri"/>
                        </a:rPr>
                        <a:t>Üniversite-Kurum Adı /Bölümü/Sınıfı</a:t>
                      </a:r>
                      <a:endParaRPr lang="tr-TR" sz="1550" b="0" u="none" strike="noStrike">
                        <a:solidFill>
                          <a:srgbClr val="FFFFFF"/>
                        </a:solidFill>
                        <a:effectLst/>
                        <a:uFillTx/>
                        <a:latin typeface="Arial"/>
                      </a:endParaRPr>
                    </a:p>
                  </a:txBody>
                  <a:tcPr marL="79920" marR="79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c>
                  <a:txBody>
                    <a:bodyPr/>
                    <a:lstStyle/>
                    <a:p>
                      <a:pPr>
                        <a:lnSpc>
                          <a:spcPct val="100000"/>
                        </a:lnSpc>
                      </a:pPr>
                      <a:r>
                        <a:rPr lang="tr-TR" sz="1550" b="0" u="none" strike="noStrike">
                          <a:solidFill>
                            <a:srgbClr val="FFFFFF"/>
                          </a:solidFill>
                          <a:effectLst/>
                          <a:uFillTx/>
                          <a:latin typeface="Calibri"/>
                        </a:rPr>
                        <a:t>Görevi</a:t>
                      </a:r>
                      <a:endParaRPr lang="tr-TR" sz="1550" b="0" u="none" strike="noStrike">
                        <a:solidFill>
                          <a:srgbClr val="FFFFFF"/>
                        </a:solidFill>
                        <a:effectLst/>
                        <a:uFillTx/>
                        <a:latin typeface="Arial"/>
                      </a:endParaRPr>
                    </a:p>
                  </a:txBody>
                  <a:tcPr marL="79920" marR="79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c>
                  <a:txBody>
                    <a:bodyPr/>
                    <a:lstStyle/>
                    <a:p>
                      <a:pPr algn="ctr">
                        <a:lnSpc>
                          <a:spcPct val="100000"/>
                        </a:lnSpc>
                      </a:pPr>
                      <a:r>
                        <a:rPr lang="tr-TR" sz="1550" b="0" u="none" strike="noStrike">
                          <a:solidFill>
                            <a:srgbClr val="FFFFFF"/>
                          </a:solidFill>
                          <a:effectLst/>
                          <a:uFillTx/>
                          <a:latin typeface="Calibri"/>
                        </a:rPr>
                        <a:t>Katıldığı Ülke</a:t>
                      </a:r>
                      <a:endParaRPr lang="tr-TR" sz="1550" b="0" u="none" strike="noStrike">
                        <a:solidFill>
                          <a:srgbClr val="FFFFFF"/>
                        </a:solidFill>
                        <a:effectLst/>
                        <a:uFillTx/>
                        <a:latin typeface="Arial"/>
                      </a:endParaRPr>
                    </a:p>
                  </a:txBody>
                  <a:tcPr marL="79920" marR="79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extLst>
                  <a:ext uri="{0D108BD9-81ED-4DB2-BD59-A6C34878D82A}">
                    <a16:rowId xmlns:a16="http://schemas.microsoft.com/office/drawing/2014/main" val="10000"/>
                  </a:ext>
                </a:extLst>
              </a:tr>
              <a:tr h="388800">
                <a:tc>
                  <a:txBody>
                    <a:bodyPr/>
                    <a:lstStyle/>
                    <a:p>
                      <a:pPr>
                        <a:lnSpc>
                          <a:spcPct val="100000"/>
                        </a:lnSpc>
                      </a:pPr>
                      <a:r>
                        <a:rPr lang="tr-TR" sz="1550" b="0" u="none" strike="noStrike">
                          <a:solidFill>
                            <a:srgbClr val="000000"/>
                          </a:solidFill>
                          <a:effectLst/>
                          <a:uFillTx/>
                          <a:latin typeface="Calibri"/>
                        </a:rPr>
                        <a:t>Ali Yıldırım</a:t>
                      </a:r>
                      <a:endParaRPr lang="tr-TR" sz="1550" b="0" u="none" strike="noStrike">
                        <a:solidFill>
                          <a:srgbClr val="000000"/>
                        </a:solidFill>
                        <a:effectLst/>
                        <a:uFillTx/>
                        <a:latin typeface="Arial"/>
                      </a:endParaRPr>
                    </a:p>
                  </a:txBody>
                  <a:tcPr marL="79920" marR="79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pPr>
                        <a:lnSpc>
                          <a:spcPct val="100000"/>
                        </a:lnSpc>
                      </a:pPr>
                      <a:r>
                        <a:rPr lang="tr-TR" sz="1550" b="0" u="none" strike="noStrike">
                          <a:solidFill>
                            <a:srgbClr val="000000"/>
                          </a:solidFill>
                          <a:effectLst/>
                          <a:uFillTx/>
                          <a:latin typeface="Calibri"/>
                        </a:rPr>
                        <a:t>… Üniversitesi / Makina Müh. / 4. Sınıf</a:t>
                      </a:r>
                      <a:endParaRPr lang="tr-TR" sz="1550" b="0" u="none" strike="noStrike">
                        <a:solidFill>
                          <a:srgbClr val="000000"/>
                        </a:solidFill>
                        <a:effectLst/>
                        <a:uFillTx/>
                        <a:latin typeface="Arial"/>
                      </a:endParaRPr>
                    </a:p>
                  </a:txBody>
                  <a:tcPr marL="79920" marR="79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pPr>
                        <a:lnSpc>
                          <a:spcPct val="100000"/>
                        </a:lnSpc>
                      </a:pPr>
                      <a:r>
                        <a:rPr lang="tr-TR" sz="1550" b="0" u="none" strike="noStrike">
                          <a:solidFill>
                            <a:srgbClr val="000000"/>
                          </a:solidFill>
                          <a:effectLst/>
                          <a:uFillTx/>
                          <a:latin typeface="Calibri"/>
                        </a:rPr>
                        <a:t>Takım Kaptanı, Mekanik</a:t>
                      </a:r>
                      <a:endParaRPr lang="tr-TR" sz="1550" b="0" u="none" strike="noStrike">
                        <a:solidFill>
                          <a:srgbClr val="000000"/>
                        </a:solidFill>
                        <a:effectLst/>
                        <a:uFillTx/>
                        <a:latin typeface="Arial"/>
                      </a:endParaRPr>
                    </a:p>
                  </a:txBody>
                  <a:tcPr marL="79920" marR="79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endParaRPr lang="tr-TR" sz="1550" b="0" u="none" strike="noStrike">
                        <a:solidFill>
                          <a:srgbClr val="000000"/>
                        </a:solidFill>
                        <a:effectLst/>
                        <a:uFillTx/>
                        <a:latin typeface="Calibri"/>
                      </a:endParaRPr>
                    </a:p>
                  </a:txBody>
                  <a:tcPr marL="79920" marR="79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extLst>
                  <a:ext uri="{0D108BD9-81ED-4DB2-BD59-A6C34878D82A}">
                    <a16:rowId xmlns:a16="http://schemas.microsoft.com/office/drawing/2014/main" val="10001"/>
                  </a:ext>
                </a:extLst>
              </a:tr>
              <a:tr h="388800">
                <a:tc>
                  <a:txBody>
                    <a:bodyPr/>
                    <a:lstStyle/>
                    <a:p>
                      <a:pPr>
                        <a:lnSpc>
                          <a:spcPct val="100000"/>
                        </a:lnSpc>
                      </a:pPr>
                      <a:r>
                        <a:rPr lang="tr-TR" sz="1550" b="0" u="none" strike="noStrike">
                          <a:solidFill>
                            <a:srgbClr val="000000"/>
                          </a:solidFill>
                          <a:effectLst/>
                          <a:uFillTx/>
                          <a:latin typeface="Calibri"/>
                        </a:rPr>
                        <a:t>Ahmet Şimşek</a:t>
                      </a:r>
                      <a:endParaRPr lang="tr-TR" sz="1550" b="0" u="none" strike="noStrike">
                        <a:solidFill>
                          <a:srgbClr val="000000"/>
                        </a:solidFill>
                        <a:effectLst/>
                        <a:uFillTx/>
                        <a:latin typeface="Arial"/>
                      </a:endParaRPr>
                    </a:p>
                  </a:txBody>
                  <a:tcPr marL="79920" marR="79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lstStyle/>
                    <a:p>
                      <a:pPr>
                        <a:lnSpc>
                          <a:spcPct val="100000"/>
                        </a:lnSpc>
                      </a:pPr>
                      <a:r>
                        <a:rPr lang="tr-TR" sz="1550" b="0" u="none" strike="noStrike">
                          <a:solidFill>
                            <a:srgbClr val="000000"/>
                          </a:solidFill>
                          <a:effectLst/>
                          <a:uFillTx/>
                          <a:latin typeface="Calibri"/>
                        </a:rPr>
                        <a:t>… Üniversitesi / Bilgisayar Müh. / 4. Sınıf</a:t>
                      </a:r>
                      <a:endParaRPr lang="tr-TR" sz="1550" b="0" u="none" strike="noStrike">
                        <a:solidFill>
                          <a:srgbClr val="000000"/>
                        </a:solidFill>
                        <a:effectLst/>
                        <a:uFillTx/>
                        <a:latin typeface="Arial"/>
                      </a:endParaRPr>
                    </a:p>
                  </a:txBody>
                  <a:tcPr marL="79920" marR="79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lstStyle/>
                    <a:p>
                      <a:pPr>
                        <a:lnSpc>
                          <a:spcPct val="100000"/>
                        </a:lnSpc>
                      </a:pPr>
                      <a:r>
                        <a:rPr lang="tr-TR" sz="1550" b="0" u="none" strike="noStrike">
                          <a:solidFill>
                            <a:srgbClr val="000000"/>
                          </a:solidFill>
                          <a:effectLst/>
                          <a:uFillTx/>
                          <a:latin typeface="Calibri"/>
                        </a:rPr>
                        <a:t>Aviyonik </a:t>
                      </a:r>
                      <a:endParaRPr lang="tr-TR" sz="1550" b="0" u="none" strike="noStrike">
                        <a:solidFill>
                          <a:srgbClr val="000000"/>
                        </a:solidFill>
                        <a:effectLst/>
                        <a:uFillTx/>
                        <a:latin typeface="Arial"/>
                      </a:endParaRPr>
                    </a:p>
                  </a:txBody>
                  <a:tcPr marL="79920" marR="79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lstStyle/>
                    <a:p>
                      <a:endParaRPr lang="tr-TR" sz="1550" b="0" u="none" strike="noStrike">
                        <a:solidFill>
                          <a:srgbClr val="000000"/>
                        </a:solidFill>
                        <a:effectLst/>
                        <a:uFillTx/>
                        <a:latin typeface="Calibri"/>
                      </a:endParaRPr>
                    </a:p>
                  </a:txBody>
                  <a:tcPr marL="79920" marR="79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extLst>
                  <a:ext uri="{0D108BD9-81ED-4DB2-BD59-A6C34878D82A}">
                    <a16:rowId xmlns:a16="http://schemas.microsoft.com/office/drawing/2014/main" val="10002"/>
                  </a:ext>
                </a:extLst>
              </a:tr>
              <a:tr h="388800">
                <a:tc>
                  <a:txBody>
                    <a:bodyPr/>
                    <a:lstStyle/>
                    <a:p>
                      <a:pPr>
                        <a:lnSpc>
                          <a:spcPct val="100000"/>
                        </a:lnSpc>
                      </a:pPr>
                      <a:r>
                        <a:rPr lang="tr-TR" sz="1550" b="0" u="none" strike="noStrike">
                          <a:solidFill>
                            <a:srgbClr val="000000"/>
                          </a:solidFill>
                          <a:effectLst/>
                          <a:uFillTx/>
                          <a:latin typeface="Calibri"/>
                        </a:rPr>
                        <a:t>Mehmet Sönmez</a:t>
                      </a:r>
                      <a:endParaRPr lang="tr-TR" sz="1550" b="0" u="none" strike="noStrike">
                        <a:solidFill>
                          <a:srgbClr val="000000"/>
                        </a:solidFill>
                        <a:effectLst/>
                        <a:uFillTx/>
                        <a:latin typeface="Arial"/>
                      </a:endParaRPr>
                    </a:p>
                  </a:txBody>
                  <a:tcPr marL="79920" marR="79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pPr>
                        <a:lnSpc>
                          <a:spcPct val="100000"/>
                        </a:lnSpc>
                      </a:pPr>
                      <a:r>
                        <a:rPr lang="tr-TR" sz="1550" b="0" u="none" strike="noStrike">
                          <a:solidFill>
                            <a:srgbClr val="000000"/>
                          </a:solidFill>
                          <a:effectLst/>
                          <a:uFillTx/>
                          <a:latin typeface="Calibri"/>
                        </a:rPr>
                        <a:t>… Üniversitesi / Elektronik Müh. / 4. Sınıf</a:t>
                      </a:r>
                      <a:endParaRPr lang="tr-TR" sz="1550" b="0" u="none" strike="noStrike">
                        <a:solidFill>
                          <a:srgbClr val="000000"/>
                        </a:solidFill>
                        <a:effectLst/>
                        <a:uFillTx/>
                        <a:latin typeface="Arial"/>
                      </a:endParaRPr>
                    </a:p>
                  </a:txBody>
                  <a:tcPr marL="79920" marR="79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pPr>
                        <a:lnSpc>
                          <a:spcPct val="100000"/>
                        </a:lnSpc>
                      </a:pPr>
                      <a:r>
                        <a:rPr lang="tr-TR" sz="1550" b="0" u="none" strike="noStrike">
                          <a:solidFill>
                            <a:srgbClr val="000000"/>
                          </a:solidFill>
                          <a:effectLst/>
                          <a:uFillTx/>
                          <a:latin typeface="Calibri"/>
                        </a:rPr>
                        <a:t>Elektronik Donanım</a:t>
                      </a:r>
                      <a:endParaRPr lang="tr-TR" sz="1550" b="0" u="none" strike="noStrike">
                        <a:solidFill>
                          <a:srgbClr val="000000"/>
                        </a:solidFill>
                        <a:effectLst/>
                        <a:uFillTx/>
                        <a:latin typeface="Arial"/>
                      </a:endParaRPr>
                    </a:p>
                  </a:txBody>
                  <a:tcPr marL="79920" marR="79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endParaRPr lang="tr-TR" sz="1550" b="0" u="none" strike="noStrike">
                        <a:solidFill>
                          <a:srgbClr val="000000"/>
                        </a:solidFill>
                        <a:effectLst/>
                        <a:uFillTx/>
                        <a:latin typeface="Calibri"/>
                      </a:endParaRPr>
                    </a:p>
                  </a:txBody>
                  <a:tcPr marL="79920" marR="79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extLst>
                  <a:ext uri="{0D108BD9-81ED-4DB2-BD59-A6C34878D82A}">
                    <a16:rowId xmlns:a16="http://schemas.microsoft.com/office/drawing/2014/main" val="10003"/>
                  </a:ext>
                </a:extLst>
              </a:tr>
              <a:tr h="388800">
                <a:tc>
                  <a:txBody>
                    <a:bodyPr/>
                    <a:lstStyle/>
                    <a:p>
                      <a:pPr>
                        <a:lnSpc>
                          <a:spcPct val="100000"/>
                        </a:lnSpc>
                      </a:pPr>
                      <a:r>
                        <a:rPr lang="tr-TR" sz="1550" b="0" u="none" strike="noStrike">
                          <a:solidFill>
                            <a:srgbClr val="000000"/>
                          </a:solidFill>
                          <a:effectLst/>
                          <a:uFillTx/>
                          <a:latin typeface="Calibri"/>
                        </a:rPr>
                        <a:t>Ayşe Durmuş</a:t>
                      </a:r>
                      <a:endParaRPr lang="tr-TR" sz="1550" b="0" u="none" strike="noStrike">
                        <a:solidFill>
                          <a:srgbClr val="000000"/>
                        </a:solidFill>
                        <a:effectLst/>
                        <a:uFillTx/>
                        <a:latin typeface="Arial"/>
                      </a:endParaRPr>
                    </a:p>
                  </a:txBody>
                  <a:tcPr marL="79920" marR="79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lstStyle/>
                    <a:p>
                      <a:pPr>
                        <a:lnSpc>
                          <a:spcPct val="100000"/>
                        </a:lnSpc>
                      </a:pPr>
                      <a:r>
                        <a:rPr lang="tr-TR" sz="1550" b="0" u="none" strike="noStrike">
                          <a:solidFill>
                            <a:srgbClr val="000000"/>
                          </a:solidFill>
                          <a:effectLst/>
                          <a:uFillTx/>
                          <a:latin typeface="Calibri"/>
                        </a:rPr>
                        <a:t>… Üniversitesi / Uçak Müh. / 4. Sınıf</a:t>
                      </a:r>
                      <a:endParaRPr lang="tr-TR" sz="1550" b="0" u="none" strike="noStrike">
                        <a:solidFill>
                          <a:srgbClr val="000000"/>
                        </a:solidFill>
                        <a:effectLst/>
                        <a:uFillTx/>
                        <a:latin typeface="Arial"/>
                      </a:endParaRPr>
                    </a:p>
                  </a:txBody>
                  <a:tcPr marL="79920" marR="79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lstStyle/>
                    <a:p>
                      <a:pPr>
                        <a:lnSpc>
                          <a:spcPct val="100000"/>
                        </a:lnSpc>
                      </a:pPr>
                      <a:r>
                        <a:rPr lang="tr-TR" sz="1550" b="0" u="none" strike="noStrike">
                          <a:solidFill>
                            <a:srgbClr val="000000"/>
                          </a:solidFill>
                          <a:effectLst/>
                          <a:uFillTx/>
                          <a:latin typeface="Calibri"/>
                        </a:rPr>
                        <a:t>Akışkan Gücü</a:t>
                      </a:r>
                      <a:endParaRPr lang="tr-TR" sz="1550" b="0" u="none" strike="noStrike">
                        <a:solidFill>
                          <a:srgbClr val="000000"/>
                        </a:solidFill>
                        <a:effectLst/>
                        <a:uFillTx/>
                        <a:latin typeface="Arial"/>
                      </a:endParaRPr>
                    </a:p>
                  </a:txBody>
                  <a:tcPr marL="79920" marR="79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lstStyle/>
                    <a:p>
                      <a:endParaRPr lang="tr-TR" sz="1550" b="0" u="none" strike="noStrike">
                        <a:solidFill>
                          <a:srgbClr val="000000"/>
                        </a:solidFill>
                        <a:effectLst/>
                        <a:uFillTx/>
                        <a:latin typeface="Calibri"/>
                      </a:endParaRPr>
                    </a:p>
                  </a:txBody>
                  <a:tcPr marL="79920" marR="79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extLst>
                  <a:ext uri="{0D108BD9-81ED-4DB2-BD59-A6C34878D82A}">
                    <a16:rowId xmlns:a16="http://schemas.microsoft.com/office/drawing/2014/main" val="10004"/>
                  </a:ext>
                </a:extLst>
              </a:tr>
              <a:tr h="388800">
                <a:tc>
                  <a:txBody>
                    <a:bodyPr/>
                    <a:lstStyle/>
                    <a:p>
                      <a:endParaRPr lang="tr-TR" sz="1550" b="0" u="none" strike="noStrike">
                        <a:solidFill>
                          <a:srgbClr val="000000"/>
                        </a:solidFill>
                        <a:effectLst/>
                        <a:uFillTx/>
                        <a:latin typeface="Calibri"/>
                      </a:endParaRPr>
                    </a:p>
                  </a:txBody>
                  <a:tcPr marL="79920" marR="79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endParaRPr lang="tr-TR" sz="1550" b="0" u="none" strike="noStrike">
                        <a:solidFill>
                          <a:srgbClr val="000000"/>
                        </a:solidFill>
                        <a:effectLst/>
                        <a:uFillTx/>
                        <a:latin typeface="Calibri"/>
                      </a:endParaRPr>
                    </a:p>
                  </a:txBody>
                  <a:tcPr marL="79920" marR="79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endParaRPr lang="tr-TR" sz="1550" b="0" u="none" strike="noStrike">
                        <a:solidFill>
                          <a:srgbClr val="000000"/>
                        </a:solidFill>
                        <a:effectLst/>
                        <a:uFillTx/>
                        <a:latin typeface="Calibri"/>
                      </a:endParaRPr>
                    </a:p>
                  </a:txBody>
                  <a:tcPr marL="79920" marR="79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endParaRPr lang="tr-TR" sz="1550" b="0" u="none" strike="noStrike">
                        <a:solidFill>
                          <a:srgbClr val="000000"/>
                        </a:solidFill>
                        <a:effectLst/>
                        <a:uFillTx/>
                        <a:latin typeface="Calibri"/>
                      </a:endParaRPr>
                    </a:p>
                  </a:txBody>
                  <a:tcPr marL="79920" marR="79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extLst>
                  <a:ext uri="{0D108BD9-81ED-4DB2-BD59-A6C34878D82A}">
                    <a16:rowId xmlns:a16="http://schemas.microsoft.com/office/drawing/2014/main" val="10005"/>
                  </a:ext>
                </a:extLst>
              </a:tr>
            </a:tbl>
          </a:graphicData>
        </a:graphic>
      </p:graphicFrame>
      <p:sp>
        <p:nvSpPr>
          <p:cNvPr id="65" name="PlaceHolder 3"/>
          <p:cNvSpPr>
            <a:spLocks noGrp="1"/>
          </p:cNvSpPr>
          <p:nvPr>
            <p:ph type="dt" idx="30"/>
          </p:nvPr>
        </p:nvSpPr>
        <p:spPr>
          <a:xfrm>
            <a:off x="802800" y="6905520"/>
            <a:ext cx="1320840" cy="16128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68DABBB4-9AAB-4DCB-A3AD-0EE604B5FCA9}" type="datetime2">
              <a:rPr lang="tr-TR" sz="1050" b="0" u="none" strike="noStrike">
                <a:solidFill>
                  <a:srgbClr val="898989"/>
                </a:solidFill>
                <a:effectLst/>
                <a:uFillTx/>
                <a:latin typeface="Calibri"/>
              </a:rPr>
              <a:t>21 Nisan 2026 Salı</a:t>
            </a:fld>
            <a:endParaRPr lang="tr-TR" sz="1050" b="0" u="none" strike="noStrike">
              <a:solidFill>
                <a:srgbClr val="000000"/>
              </a:solidFill>
              <a:effectLst/>
              <a:uFillTx/>
              <a:latin typeface="Times New Roman"/>
            </a:endParaRPr>
          </a:p>
        </p:txBody>
      </p:sp>
      <p:sp>
        <p:nvSpPr>
          <p:cNvPr id="66" name="PlaceHolder 4"/>
          <p:cNvSpPr>
            <a:spLocks noGrp="1"/>
          </p:cNvSpPr>
          <p:nvPr>
            <p:ph type="ftr" idx="31"/>
          </p:nvPr>
        </p:nvSpPr>
        <p:spPr>
          <a:xfrm>
            <a:off x="3542040" y="6814080"/>
            <a:ext cx="3608640" cy="320040"/>
          </a:xfrm>
          <a:prstGeom prst="rect">
            <a:avLst/>
          </a:prstGeom>
          <a:noFill/>
          <a:ln w="0">
            <a:noFill/>
          </a:ln>
        </p:spPr>
        <p:txBody>
          <a:bodyPr lIns="0" tIns="0" rIns="0" bIns="0" anchor="t">
            <a:noAutofit/>
          </a:bodyPr>
          <a:lstStyle>
            <a:lvl1pPr indent="0" algn="ctr">
              <a:lnSpc>
                <a:spcPct val="100000"/>
              </a:lnSpc>
              <a:buNone/>
              <a:defRPr lang="tr-TR" sz="1050" b="0" u="none" strike="noStrike">
                <a:solidFill>
                  <a:srgbClr val="898989"/>
                </a:solidFill>
                <a:effectLst/>
                <a:uFillTx/>
                <a:latin typeface="Calibri"/>
              </a:defRPr>
            </a:lvl1pPr>
          </a:lstStyle>
          <a:p>
            <a:pPr indent="0" algn="ctr">
              <a:lnSpc>
                <a:spcPct val="100000"/>
              </a:lnSpc>
              <a:buNone/>
            </a:pPr>
            <a:r>
              <a:rPr lang="tr-TR" sz="1050" b="0" u="none" strike="noStrike" dirty="0">
                <a:solidFill>
                  <a:srgbClr val="898989"/>
                </a:solidFill>
                <a:effectLst/>
                <a:uFillTx/>
                <a:latin typeface="Calibri"/>
              </a:rPr>
              <a:t>2026 TEKNOFEST DİKEY İNİŞLİ ROKET YARIŞMASI</a:t>
            </a:r>
            <a:br>
              <a:rPr sz="1050" dirty="0"/>
            </a:br>
            <a:r>
              <a:rPr lang="tr-TR" sz="1050" b="0" u="none" strike="noStrike" dirty="0">
                <a:solidFill>
                  <a:srgbClr val="898989"/>
                </a:solidFill>
                <a:effectLst/>
                <a:uFillTx/>
                <a:latin typeface="Calibri"/>
              </a:rPr>
              <a:t> </a:t>
            </a:r>
            <a:r>
              <a:rPr lang="en-US" sz="1050" b="0" u="none" strike="noStrike" dirty="0">
                <a:solidFill>
                  <a:srgbClr val="898989"/>
                </a:solidFill>
                <a:effectLst/>
                <a:uFillTx/>
                <a:latin typeface="Calibri"/>
              </a:rPr>
              <a:t>KRİTİK</a:t>
            </a:r>
            <a:r>
              <a:rPr lang="tr-TR" sz="1050" b="0" u="none" strike="noStrike" dirty="0">
                <a:solidFill>
                  <a:srgbClr val="898989"/>
                </a:solidFill>
                <a:effectLst/>
                <a:uFillTx/>
                <a:latin typeface="Calibri"/>
              </a:rPr>
              <a:t> TASARIM RAPORU (</a:t>
            </a:r>
            <a:r>
              <a:rPr lang="en-US" sz="1050" b="0" u="none" strike="noStrike" dirty="0">
                <a:solidFill>
                  <a:srgbClr val="898989"/>
                </a:solidFill>
                <a:effectLst/>
                <a:uFillTx/>
                <a:latin typeface="Calibri"/>
              </a:rPr>
              <a:t>K</a:t>
            </a:r>
            <a:r>
              <a:rPr lang="tr-TR" sz="1050" b="0" u="none" strike="noStrike" dirty="0">
                <a:solidFill>
                  <a:srgbClr val="898989"/>
                </a:solidFill>
                <a:effectLst/>
                <a:uFillTx/>
                <a:latin typeface="Calibri"/>
              </a:rPr>
              <a:t>TR)</a:t>
            </a:r>
            <a:endParaRPr lang="tr-TR" sz="1050" b="0" u="none" strike="noStrike" dirty="0">
              <a:solidFill>
                <a:srgbClr val="000000"/>
              </a:solidFill>
              <a:effectLst/>
              <a:uFillTx/>
              <a:latin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PlaceHolder 1"/>
          <p:cNvSpPr>
            <a:spLocks noGrp="1"/>
          </p:cNvSpPr>
          <p:nvPr>
            <p:ph type="title"/>
          </p:nvPr>
        </p:nvSpPr>
        <p:spPr>
          <a:xfrm>
            <a:off x="1336680" y="498600"/>
            <a:ext cx="8019720" cy="658440"/>
          </a:xfrm>
          <a:prstGeom prst="rect">
            <a:avLst/>
          </a:prstGeom>
          <a:noFill/>
          <a:ln w="0">
            <a:noFill/>
          </a:ln>
        </p:spPr>
        <p:txBody>
          <a:bodyPr lIns="0" tIns="0" rIns="0" bIns="0" anchor="b">
            <a:noAutofit/>
          </a:bodyPr>
          <a:lstStyle/>
          <a:p>
            <a:pPr indent="0" algn="ctr">
              <a:lnSpc>
                <a:spcPct val="100000"/>
              </a:lnSpc>
              <a:buNone/>
            </a:pPr>
            <a:r>
              <a:rPr lang="tr-TR" sz="3950" b="1" u="none" strike="noStrike" dirty="0">
                <a:solidFill>
                  <a:srgbClr val="0070C0"/>
                </a:solidFill>
                <a:effectLst/>
                <a:uFillTx/>
                <a:latin typeface="Calibri"/>
              </a:rPr>
              <a:t>Genel Bilgi </a:t>
            </a:r>
            <a:endParaRPr lang="tr-TR" sz="3950" b="0" u="none" strike="noStrike" dirty="0">
              <a:solidFill>
                <a:srgbClr val="000000"/>
              </a:solidFill>
              <a:effectLst/>
              <a:uFillTx/>
              <a:latin typeface="Calibri"/>
            </a:endParaRPr>
          </a:p>
        </p:txBody>
      </p:sp>
      <p:cxnSp>
        <p:nvCxnSpPr>
          <p:cNvPr id="68" name="Straight Connector 4"/>
          <p:cNvCxnSpPr/>
          <p:nvPr/>
        </p:nvCxnSpPr>
        <p:spPr>
          <a:xfrm flipV="1">
            <a:off x="0" y="1352520"/>
            <a:ext cx="10693440" cy="23040"/>
          </a:xfrm>
          <a:prstGeom prst="straightConnector1">
            <a:avLst/>
          </a:prstGeom>
          <a:ln w="38100">
            <a:solidFill>
              <a:srgbClr val="4A7EBB"/>
            </a:solidFill>
            <a:round/>
          </a:ln>
        </p:spPr>
      </p:cxnSp>
      <p:cxnSp>
        <p:nvCxnSpPr>
          <p:cNvPr id="69" name="Straight Connector 5"/>
          <p:cNvCxnSpPr/>
          <p:nvPr/>
        </p:nvCxnSpPr>
        <p:spPr>
          <a:xfrm flipV="1">
            <a:off x="0" y="6714360"/>
            <a:ext cx="10693440" cy="23040"/>
          </a:xfrm>
          <a:prstGeom prst="straightConnector1">
            <a:avLst/>
          </a:prstGeom>
          <a:ln w="38100">
            <a:solidFill>
              <a:srgbClr val="4A7EBB"/>
            </a:solidFill>
            <a:round/>
          </a:ln>
        </p:spPr>
      </p:cxnSp>
      <p:sp>
        <p:nvSpPr>
          <p:cNvPr id="70" name="PlaceHolder 2"/>
          <p:cNvSpPr>
            <a:spLocks noGrp="1"/>
          </p:cNvSpPr>
          <p:nvPr>
            <p:ph type="sldNum" idx="32"/>
          </p:nvPr>
        </p:nvSpPr>
        <p:spPr>
          <a:xfrm>
            <a:off x="9724320" y="6905520"/>
            <a:ext cx="201600" cy="16092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95271FBE-2CA7-4396-A650-688E83E8C23C}" type="slidenum">
              <a:rPr lang="tr-TR" sz="1050" b="0" u="none" strike="noStrike">
                <a:solidFill>
                  <a:srgbClr val="898989"/>
                </a:solidFill>
                <a:effectLst/>
                <a:uFillTx/>
                <a:latin typeface="Calibri"/>
              </a:rPr>
              <a:t>5</a:t>
            </a:fld>
            <a:endParaRPr lang="tr-TR" sz="1050" b="0" u="none" strike="noStrike">
              <a:solidFill>
                <a:srgbClr val="000000"/>
              </a:solidFill>
              <a:effectLst/>
              <a:uFillTx/>
              <a:latin typeface="Times New Roman"/>
            </a:endParaRPr>
          </a:p>
        </p:txBody>
      </p:sp>
      <p:graphicFrame>
        <p:nvGraphicFramePr>
          <p:cNvPr id="71" name="Table 14"/>
          <p:cNvGraphicFramePr/>
          <p:nvPr>
            <p:extLst>
              <p:ext uri="{D42A27DB-BD31-4B8C-83A1-F6EECF244321}">
                <p14:modId xmlns:p14="http://schemas.microsoft.com/office/powerpoint/2010/main" val="2629684731"/>
              </p:ext>
            </p:extLst>
          </p:nvPr>
        </p:nvGraphicFramePr>
        <p:xfrm>
          <a:off x="138240" y="1910217"/>
          <a:ext cx="6011371" cy="2240280"/>
        </p:xfrm>
        <a:graphic>
          <a:graphicData uri="http://schemas.openxmlformats.org/drawingml/2006/table">
            <a:tbl>
              <a:tblPr/>
              <a:tblGrid>
                <a:gridCol w="1725734">
                  <a:extLst>
                    <a:ext uri="{9D8B030D-6E8A-4147-A177-3AD203B41FA5}">
                      <a16:colId xmlns:a16="http://schemas.microsoft.com/office/drawing/2014/main" val="20000"/>
                    </a:ext>
                  </a:extLst>
                </a:gridCol>
                <a:gridCol w="1473562">
                  <a:extLst>
                    <a:ext uri="{9D8B030D-6E8A-4147-A177-3AD203B41FA5}">
                      <a16:colId xmlns:a16="http://schemas.microsoft.com/office/drawing/2014/main" val="20001"/>
                    </a:ext>
                  </a:extLst>
                </a:gridCol>
                <a:gridCol w="520759">
                  <a:extLst>
                    <a:ext uri="{9D8B030D-6E8A-4147-A177-3AD203B41FA5}">
                      <a16:colId xmlns:a16="http://schemas.microsoft.com/office/drawing/2014/main" val="20002"/>
                    </a:ext>
                  </a:extLst>
                </a:gridCol>
                <a:gridCol w="520759">
                  <a:extLst>
                    <a:ext uri="{9D8B030D-6E8A-4147-A177-3AD203B41FA5}">
                      <a16:colId xmlns:a16="http://schemas.microsoft.com/office/drawing/2014/main" val="20003"/>
                    </a:ext>
                  </a:extLst>
                </a:gridCol>
                <a:gridCol w="520759">
                  <a:extLst>
                    <a:ext uri="{9D8B030D-6E8A-4147-A177-3AD203B41FA5}">
                      <a16:colId xmlns:a16="http://schemas.microsoft.com/office/drawing/2014/main" val="20004"/>
                    </a:ext>
                  </a:extLst>
                </a:gridCol>
                <a:gridCol w="520759">
                  <a:extLst>
                    <a:ext uri="{9D8B030D-6E8A-4147-A177-3AD203B41FA5}">
                      <a16:colId xmlns:a16="http://schemas.microsoft.com/office/drawing/2014/main" val="20005"/>
                    </a:ext>
                  </a:extLst>
                </a:gridCol>
                <a:gridCol w="520759">
                  <a:extLst>
                    <a:ext uri="{9D8B030D-6E8A-4147-A177-3AD203B41FA5}">
                      <a16:colId xmlns:a16="http://schemas.microsoft.com/office/drawing/2014/main" val="20006"/>
                    </a:ext>
                  </a:extLst>
                </a:gridCol>
                <a:gridCol w="208280">
                  <a:extLst>
                    <a:ext uri="{9D8B030D-6E8A-4147-A177-3AD203B41FA5}">
                      <a16:colId xmlns:a16="http://schemas.microsoft.com/office/drawing/2014/main" val="20007"/>
                    </a:ext>
                  </a:extLst>
                </a:gridCol>
              </a:tblGrid>
              <a:tr h="175320">
                <a:tc>
                  <a:txBody>
                    <a:bodyPr/>
                    <a:lstStyle/>
                    <a:p>
                      <a:pPr algn="ctr">
                        <a:lnSpc>
                          <a:spcPct val="100000"/>
                        </a:lnSpc>
                      </a:pPr>
                      <a:r>
                        <a:rPr lang="tr-TR" sz="1100" b="1" u="none" strike="noStrike">
                          <a:solidFill>
                            <a:srgbClr val="000000"/>
                          </a:solidFill>
                          <a:effectLst/>
                          <a:uFillTx/>
                          <a:latin typeface="Calibri"/>
                        </a:rPr>
                        <a:t> </a:t>
                      </a:r>
                      <a:endParaRPr lang="tr-TR" sz="1100" b="0" u="none" strike="noStrike">
                        <a:solidFill>
                          <a:srgbClr val="000000"/>
                        </a:solidFill>
                        <a:effectLst/>
                        <a:uFillTx/>
                        <a:latin typeface="Arial"/>
                      </a:endParaRPr>
                    </a:p>
                  </a:txBody>
                  <a:tcPr anchor="b">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accent3">
                        <a:lumMod val="60000"/>
                        <a:lumOff val="40000"/>
                      </a:schemeClr>
                    </a:solidFill>
                  </a:tcPr>
                </a:tc>
                <a:tc>
                  <a:txBody>
                    <a:bodyPr/>
                    <a:lstStyle/>
                    <a:p>
                      <a:pPr algn="ctr">
                        <a:lnSpc>
                          <a:spcPct val="100000"/>
                        </a:lnSpc>
                      </a:pPr>
                      <a:r>
                        <a:rPr lang="tr-TR" sz="1100" b="1" u="none" strike="noStrike">
                          <a:solidFill>
                            <a:schemeClr val="dk1"/>
                          </a:solidFill>
                          <a:effectLst/>
                          <a:uFillTx/>
                          <a:latin typeface="Calibri"/>
                        </a:rPr>
                        <a:t>Değer</a:t>
                      </a:r>
                      <a:endParaRPr lang="tr-TR" sz="1100" b="0" u="none" strike="noStrike">
                        <a:solidFill>
                          <a:srgbClr val="000000"/>
                        </a:solidFill>
                        <a:effectLst/>
                        <a:uFillTx/>
                        <a:latin typeface="Arial"/>
                      </a:endParaRPr>
                    </a:p>
                  </a:txBody>
                  <a:tcPr anchor="b">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accent3">
                        <a:lumMod val="60000"/>
                        <a:lumOff val="40000"/>
                      </a:schemeClr>
                    </a:solidFill>
                  </a:tcPr>
                </a:tc>
                <a:tc gridSpan="6">
                  <a:txBody>
                    <a:bodyPr/>
                    <a:lstStyle/>
                    <a:p>
                      <a:pPr algn="ctr">
                        <a:lnSpc>
                          <a:spcPct val="100000"/>
                        </a:lnSpc>
                      </a:pPr>
                      <a:r>
                        <a:rPr lang="tr-TR" sz="1100" b="1" u="none" strike="noStrike">
                          <a:solidFill>
                            <a:srgbClr val="000000"/>
                          </a:solidFill>
                          <a:effectLst/>
                          <a:uFillTx/>
                          <a:latin typeface="Calibri"/>
                        </a:rPr>
                        <a:t>Yorum</a:t>
                      </a:r>
                      <a:endParaRPr lang="tr-TR" sz="1100" b="0" u="none" strike="noStrike">
                        <a:solidFill>
                          <a:srgbClr val="000000"/>
                        </a:solidFill>
                        <a:effectLst/>
                        <a:uFillTx/>
                        <a:latin typeface="Arial"/>
                      </a:endParaRPr>
                    </a:p>
                  </a:txBody>
                  <a:tcPr anchor="b">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accent3">
                        <a:lumMod val="60000"/>
                        <a:lumOff val="40000"/>
                      </a:schemeClr>
                    </a:solidFill>
                  </a:tcPr>
                </a:tc>
                <a:tc hMerge="1">
                  <a:txBody>
                    <a:bodyPr/>
                    <a:lstStyle/>
                    <a:p>
                      <a:endParaRPr lang="tr-TR"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hMerge="1">
                  <a:txBody>
                    <a:bodyPr/>
                    <a:lstStyle/>
                    <a:p>
                      <a:endParaRPr lang="tr-TR"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hMerge="1">
                  <a:txBody>
                    <a:bodyPr/>
                    <a:lstStyle/>
                    <a:p>
                      <a:endParaRPr lang="tr-TR"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hMerge="1">
                  <a:txBody>
                    <a:bodyPr/>
                    <a:lstStyle/>
                    <a:p>
                      <a:endParaRPr lang="tr-TR"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hMerge="1">
                  <a:txBody>
                    <a:bodyPr/>
                    <a:lstStyle/>
                    <a:p>
                      <a:endParaRPr lang="tr-TR"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0"/>
                  </a:ext>
                </a:extLst>
              </a:tr>
              <a:tr h="175320">
                <a:tc>
                  <a:txBody>
                    <a:bodyPr/>
                    <a:lstStyle/>
                    <a:p>
                      <a:pPr algn="r">
                        <a:lnSpc>
                          <a:spcPct val="100000"/>
                        </a:lnSpc>
                      </a:pPr>
                      <a:r>
                        <a:rPr lang="tr-TR" sz="1100" b="0" u="none" strike="noStrike">
                          <a:solidFill>
                            <a:schemeClr val="dk1"/>
                          </a:solidFill>
                          <a:effectLst/>
                          <a:uFillTx/>
                          <a:latin typeface="Calibri"/>
                        </a:rPr>
                        <a:t>Boy (metre):</a:t>
                      </a:r>
                      <a:endParaRPr lang="tr-TR" sz="1100" b="0" u="none" strike="noStrike">
                        <a:solidFill>
                          <a:srgbClr val="000000"/>
                        </a:solidFill>
                        <a:effectLst/>
                        <a:uFillTx/>
                        <a:latin typeface="Arial"/>
                      </a:endParaRPr>
                    </a:p>
                  </a:txBody>
                  <a:tcPr anchor="b">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solidFill>
                  </a:tcPr>
                </a:tc>
                <a:tc>
                  <a:txBody>
                    <a:bodyPr/>
                    <a:lstStyle/>
                    <a:p>
                      <a:pPr algn="ctr">
                        <a:lnSpc>
                          <a:spcPct val="100000"/>
                        </a:lnSpc>
                      </a:pPr>
                      <a:r>
                        <a:rPr lang="tr-TR" sz="800" b="0" u="none" strike="noStrike">
                          <a:solidFill>
                            <a:srgbClr val="000000"/>
                          </a:solidFill>
                          <a:effectLst/>
                          <a:uFillTx/>
                          <a:latin typeface="Calibri"/>
                        </a:rPr>
                        <a:t> </a:t>
                      </a:r>
                      <a:endParaRPr lang="tr-TR" sz="800" b="0" u="none" strike="noStrike">
                        <a:solidFill>
                          <a:srgbClr val="000000"/>
                        </a:solidFill>
                        <a:effectLst/>
                        <a:uFillTx/>
                        <a:latin typeface="Arial"/>
                      </a:endParaRPr>
                    </a:p>
                  </a:txBody>
                  <a:tcPr anchor="b">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solidFill>
                  </a:tcPr>
                </a:tc>
                <a:tc gridSpan="6">
                  <a:txBody>
                    <a:bodyPr/>
                    <a:lstStyle/>
                    <a:p>
                      <a:pPr algn="ctr">
                        <a:lnSpc>
                          <a:spcPct val="100000"/>
                        </a:lnSpc>
                      </a:pPr>
                      <a:r>
                        <a:rPr lang="tr-TR" sz="800" b="0" u="none" strike="noStrike">
                          <a:solidFill>
                            <a:srgbClr val="000000"/>
                          </a:solidFill>
                          <a:effectLst/>
                          <a:uFillTx/>
                          <a:latin typeface="Calibri"/>
                        </a:rPr>
                        <a:t> </a:t>
                      </a:r>
                      <a:endParaRPr lang="tr-TR" sz="800" b="0" u="none" strike="noStrike">
                        <a:solidFill>
                          <a:srgbClr val="000000"/>
                        </a:solidFill>
                        <a:effectLst/>
                        <a:uFillTx/>
                        <a:latin typeface="Arial"/>
                      </a:endParaRPr>
                    </a:p>
                  </a:txBody>
                  <a:tcPr anchor="b">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solidFill>
                  </a:tcPr>
                </a:tc>
                <a:tc hMerge="1">
                  <a:txBody>
                    <a:bodyPr/>
                    <a:lstStyle/>
                    <a:p>
                      <a:endParaRPr lang="tr-TR"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hMerge="1">
                  <a:txBody>
                    <a:bodyPr/>
                    <a:lstStyle/>
                    <a:p>
                      <a:endParaRPr lang="tr-TR"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hMerge="1">
                  <a:txBody>
                    <a:bodyPr/>
                    <a:lstStyle/>
                    <a:p>
                      <a:endParaRPr lang="tr-TR"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hMerge="1">
                  <a:txBody>
                    <a:bodyPr/>
                    <a:lstStyle/>
                    <a:p>
                      <a:endParaRPr lang="tr-TR"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hMerge="1">
                  <a:txBody>
                    <a:bodyPr/>
                    <a:lstStyle/>
                    <a:p>
                      <a:endParaRPr lang="tr-TR"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1"/>
                  </a:ext>
                </a:extLst>
              </a:tr>
              <a:tr h="175320">
                <a:tc>
                  <a:txBody>
                    <a:bodyPr/>
                    <a:lstStyle/>
                    <a:p>
                      <a:pPr algn="r">
                        <a:lnSpc>
                          <a:spcPct val="100000"/>
                        </a:lnSpc>
                      </a:pPr>
                      <a:r>
                        <a:rPr lang="tr-TR" sz="1100" b="0" u="none" strike="noStrike">
                          <a:solidFill>
                            <a:schemeClr val="dk1"/>
                          </a:solidFill>
                          <a:effectLst/>
                          <a:uFillTx/>
                          <a:latin typeface="Calibri"/>
                        </a:rPr>
                        <a:t>Çap (metre):</a:t>
                      </a:r>
                      <a:endParaRPr lang="tr-TR" sz="1100" b="0" u="none" strike="noStrike">
                        <a:solidFill>
                          <a:srgbClr val="000000"/>
                        </a:solidFill>
                        <a:effectLst/>
                        <a:uFillTx/>
                        <a:latin typeface="Arial"/>
                      </a:endParaRPr>
                    </a:p>
                  </a:txBody>
                  <a:tcPr anchor="b">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solidFill>
                  </a:tcPr>
                </a:tc>
                <a:tc>
                  <a:txBody>
                    <a:bodyPr/>
                    <a:lstStyle/>
                    <a:p>
                      <a:pPr algn="ctr">
                        <a:lnSpc>
                          <a:spcPct val="100000"/>
                        </a:lnSpc>
                      </a:pPr>
                      <a:r>
                        <a:rPr lang="tr-TR" sz="800" b="0" u="none" strike="noStrike">
                          <a:solidFill>
                            <a:srgbClr val="000000"/>
                          </a:solidFill>
                          <a:effectLst/>
                          <a:uFillTx/>
                          <a:latin typeface="Calibri"/>
                        </a:rPr>
                        <a:t> </a:t>
                      </a:r>
                      <a:endParaRPr lang="tr-TR" sz="800" b="0" u="none" strike="noStrike">
                        <a:solidFill>
                          <a:srgbClr val="000000"/>
                        </a:solidFill>
                        <a:effectLst/>
                        <a:uFillTx/>
                        <a:latin typeface="Arial"/>
                      </a:endParaRPr>
                    </a:p>
                  </a:txBody>
                  <a:tcPr anchor="b">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solidFill>
                  </a:tcPr>
                </a:tc>
                <a:tc gridSpan="6">
                  <a:txBody>
                    <a:bodyPr/>
                    <a:lstStyle/>
                    <a:p>
                      <a:pPr algn="ctr">
                        <a:lnSpc>
                          <a:spcPct val="100000"/>
                        </a:lnSpc>
                      </a:pPr>
                      <a:r>
                        <a:rPr lang="tr-TR" sz="800" b="0" u="none" strike="noStrike">
                          <a:solidFill>
                            <a:srgbClr val="000000"/>
                          </a:solidFill>
                          <a:effectLst/>
                          <a:uFillTx/>
                          <a:latin typeface="Calibri"/>
                        </a:rPr>
                        <a:t> </a:t>
                      </a:r>
                      <a:endParaRPr lang="tr-TR" sz="800" b="0" u="none" strike="noStrike">
                        <a:solidFill>
                          <a:srgbClr val="000000"/>
                        </a:solidFill>
                        <a:effectLst/>
                        <a:uFillTx/>
                        <a:latin typeface="Arial"/>
                      </a:endParaRPr>
                    </a:p>
                  </a:txBody>
                  <a:tcPr anchor="b">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solidFill>
                  </a:tcPr>
                </a:tc>
                <a:tc hMerge="1">
                  <a:txBody>
                    <a:bodyPr/>
                    <a:lstStyle/>
                    <a:p>
                      <a:endParaRPr lang="tr-TR"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hMerge="1">
                  <a:txBody>
                    <a:bodyPr/>
                    <a:lstStyle/>
                    <a:p>
                      <a:endParaRPr lang="tr-TR"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hMerge="1">
                  <a:txBody>
                    <a:bodyPr/>
                    <a:lstStyle/>
                    <a:p>
                      <a:endParaRPr lang="tr-TR"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hMerge="1">
                  <a:txBody>
                    <a:bodyPr/>
                    <a:lstStyle/>
                    <a:p>
                      <a:endParaRPr lang="tr-TR"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hMerge="1">
                  <a:txBody>
                    <a:bodyPr/>
                    <a:lstStyle/>
                    <a:p>
                      <a:endParaRPr lang="tr-TR"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2"/>
                  </a:ext>
                </a:extLst>
              </a:tr>
              <a:tr h="175320">
                <a:tc>
                  <a:txBody>
                    <a:bodyPr/>
                    <a:lstStyle/>
                    <a:p>
                      <a:pPr algn="r">
                        <a:lnSpc>
                          <a:spcPct val="100000"/>
                        </a:lnSpc>
                      </a:pPr>
                      <a:r>
                        <a:rPr lang="tr-TR" sz="1100" b="0" u="none" strike="noStrike">
                          <a:solidFill>
                            <a:schemeClr val="dk1"/>
                          </a:solidFill>
                          <a:effectLst/>
                          <a:uFillTx/>
                          <a:latin typeface="Calibri"/>
                        </a:rPr>
                        <a:t>Statik Marjin :</a:t>
                      </a:r>
                      <a:endParaRPr lang="tr-TR" sz="1100" b="0" u="none" strike="noStrike">
                        <a:solidFill>
                          <a:srgbClr val="000000"/>
                        </a:solidFill>
                        <a:effectLst/>
                        <a:uFillTx/>
                        <a:latin typeface="Arial"/>
                      </a:endParaRPr>
                    </a:p>
                  </a:txBody>
                  <a:tcPr anchor="b">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solidFill>
                  </a:tcPr>
                </a:tc>
                <a:tc>
                  <a:txBody>
                    <a:bodyPr/>
                    <a:lstStyle/>
                    <a:p>
                      <a:endParaRPr lang="tr-TR" sz="800" b="0" u="none" strike="noStrike">
                        <a:solidFill>
                          <a:srgbClr val="000000"/>
                        </a:solidFill>
                        <a:effectLst/>
                        <a:uFillTx/>
                        <a:latin typeface="Calibri"/>
                      </a:endParaRPr>
                    </a:p>
                  </a:txBody>
                  <a:tcPr anchor="b">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solidFill>
                  </a:tcPr>
                </a:tc>
                <a:tc gridSpan="6">
                  <a:txBody>
                    <a:bodyPr/>
                    <a:lstStyle/>
                    <a:p>
                      <a:endParaRPr lang="tr-TR" sz="800" b="0" u="none" strike="noStrike">
                        <a:solidFill>
                          <a:srgbClr val="000000"/>
                        </a:solidFill>
                        <a:effectLst/>
                        <a:uFillTx/>
                        <a:latin typeface="Calibri"/>
                      </a:endParaRPr>
                    </a:p>
                  </a:txBody>
                  <a:tcPr anchor="b">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solidFill>
                  </a:tcPr>
                </a:tc>
                <a:tc hMerge="1">
                  <a:txBody>
                    <a:bodyPr/>
                    <a:lstStyle/>
                    <a:p>
                      <a:endParaRPr lang="tr-TR"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hMerge="1">
                  <a:txBody>
                    <a:bodyPr/>
                    <a:lstStyle/>
                    <a:p>
                      <a:endParaRPr lang="tr-TR"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hMerge="1">
                  <a:txBody>
                    <a:bodyPr/>
                    <a:lstStyle/>
                    <a:p>
                      <a:endParaRPr lang="tr-TR"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hMerge="1">
                  <a:txBody>
                    <a:bodyPr/>
                    <a:lstStyle/>
                    <a:p>
                      <a:endParaRPr lang="tr-TR"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hMerge="1">
                  <a:txBody>
                    <a:bodyPr/>
                    <a:lstStyle/>
                    <a:p>
                      <a:endParaRPr lang="tr-TR"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3"/>
                  </a:ext>
                </a:extLst>
              </a:tr>
              <a:tr h="175320">
                <a:tc>
                  <a:txBody>
                    <a:bodyPr/>
                    <a:lstStyle/>
                    <a:p>
                      <a:pPr algn="r">
                        <a:lnSpc>
                          <a:spcPct val="100000"/>
                        </a:lnSpc>
                      </a:pPr>
                      <a:r>
                        <a:rPr lang="tr-TR" sz="1100" b="0" u="none" strike="noStrike">
                          <a:solidFill>
                            <a:schemeClr val="dk1"/>
                          </a:solidFill>
                          <a:effectLst/>
                          <a:uFillTx/>
                          <a:latin typeface="Calibri"/>
                        </a:rPr>
                        <a:t>Roket Toplam Kütlesi : </a:t>
                      </a:r>
                      <a:endParaRPr lang="tr-TR" sz="1100" b="0" u="none" strike="noStrike">
                        <a:solidFill>
                          <a:srgbClr val="000000"/>
                        </a:solidFill>
                        <a:effectLst/>
                        <a:uFillTx/>
                        <a:latin typeface="Arial"/>
                      </a:endParaRPr>
                    </a:p>
                  </a:txBody>
                  <a:tcPr anchor="b">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solidFill>
                  </a:tcPr>
                </a:tc>
                <a:tc>
                  <a:txBody>
                    <a:bodyPr/>
                    <a:lstStyle/>
                    <a:p>
                      <a:endParaRPr lang="tr-TR" sz="800" b="0" u="none" strike="noStrike">
                        <a:solidFill>
                          <a:srgbClr val="000000"/>
                        </a:solidFill>
                        <a:effectLst/>
                        <a:uFillTx/>
                        <a:latin typeface="Calibri"/>
                      </a:endParaRPr>
                    </a:p>
                  </a:txBody>
                  <a:tcPr anchor="b">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solidFill>
                  </a:tcPr>
                </a:tc>
                <a:tc gridSpan="6">
                  <a:txBody>
                    <a:bodyPr/>
                    <a:lstStyle/>
                    <a:p>
                      <a:endParaRPr lang="tr-TR" sz="800" b="0" u="none" strike="noStrike">
                        <a:solidFill>
                          <a:srgbClr val="000000"/>
                        </a:solidFill>
                        <a:effectLst/>
                        <a:uFillTx/>
                        <a:latin typeface="Calibri"/>
                      </a:endParaRPr>
                    </a:p>
                  </a:txBody>
                  <a:tcPr anchor="b">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solidFill>
                  </a:tcPr>
                </a:tc>
                <a:tc hMerge="1">
                  <a:txBody>
                    <a:bodyPr/>
                    <a:lstStyle/>
                    <a:p>
                      <a:endParaRPr lang="tr-TR"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hMerge="1">
                  <a:txBody>
                    <a:bodyPr/>
                    <a:lstStyle/>
                    <a:p>
                      <a:endParaRPr lang="tr-TR"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hMerge="1">
                  <a:txBody>
                    <a:bodyPr/>
                    <a:lstStyle/>
                    <a:p>
                      <a:endParaRPr lang="tr-TR"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hMerge="1">
                  <a:txBody>
                    <a:bodyPr/>
                    <a:lstStyle/>
                    <a:p>
                      <a:endParaRPr lang="tr-TR"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hMerge="1">
                  <a:txBody>
                    <a:bodyPr/>
                    <a:lstStyle/>
                    <a:p>
                      <a:endParaRPr lang="tr-TR"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4"/>
                  </a:ext>
                </a:extLst>
              </a:tr>
              <a:tr h="175320">
                <a:tc>
                  <a:txBody>
                    <a:bodyPr/>
                    <a:lstStyle/>
                    <a:p>
                      <a:pPr algn="r">
                        <a:lnSpc>
                          <a:spcPct val="100000"/>
                        </a:lnSpc>
                      </a:pPr>
                      <a:r>
                        <a:rPr lang="tr-TR" sz="1100" b="0" u="none" strike="noStrike">
                          <a:solidFill>
                            <a:schemeClr val="dk1"/>
                          </a:solidFill>
                          <a:effectLst/>
                          <a:uFillTx/>
                          <a:latin typeface="Calibri"/>
                        </a:rPr>
                        <a:t>Roket Atalet Momenti Matrisi: </a:t>
                      </a:r>
                      <a:endParaRPr lang="tr-TR" sz="1100" b="0" u="none" strike="noStrike">
                        <a:solidFill>
                          <a:srgbClr val="000000"/>
                        </a:solidFill>
                        <a:effectLst/>
                        <a:uFillTx/>
                        <a:latin typeface="Arial"/>
                      </a:endParaRPr>
                    </a:p>
                  </a:txBody>
                  <a:tcPr anchor="b">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solidFill>
                  </a:tcPr>
                </a:tc>
                <a:tc>
                  <a:txBody>
                    <a:bodyPr/>
                    <a:lstStyle/>
                    <a:p>
                      <a:endParaRPr lang="tr-TR" sz="800" b="0" u="none" strike="noStrike">
                        <a:solidFill>
                          <a:srgbClr val="000000"/>
                        </a:solidFill>
                        <a:effectLst/>
                        <a:uFillTx/>
                        <a:latin typeface="Calibri"/>
                      </a:endParaRPr>
                    </a:p>
                  </a:txBody>
                  <a:tcPr anchor="b">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solidFill>
                  </a:tcPr>
                </a:tc>
                <a:tc gridSpan="6">
                  <a:txBody>
                    <a:bodyPr/>
                    <a:lstStyle/>
                    <a:p>
                      <a:endParaRPr lang="tr-TR" sz="800" b="0" u="none" strike="noStrike">
                        <a:solidFill>
                          <a:srgbClr val="000000"/>
                        </a:solidFill>
                        <a:effectLst/>
                        <a:uFillTx/>
                        <a:latin typeface="Calibri"/>
                      </a:endParaRPr>
                    </a:p>
                  </a:txBody>
                  <a:tcPr anchor="b">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solidFill>
                  </a:tcPr>
                </a:tc>
                <a:tc hMerge="1">
                  <a:txBody>
                    <a:bodyPr/>
                    <a:lstStyle/>
                    <a:p>
                      <a:endParaRPr lang="tr-TR"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hMerge="1">
                  <a:txBody>
                    <a:bodyPr/>
                    <a:lstStyle/>
                    <a:p>
                      <a:endParaRPr lang="tr-TR"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hMerge="1">
                  <a:txBody>
                    <a:bodyPr/>
                    <a:lstStyle/>
                    <a:p>
                      <a:endParaRPr lang="tr-TR"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hMerge="1">
                  <a:txBody>
                    <a:bodyPr/>
                    <a:lstStyle/>
                    <a:p>
                      <a:endParaRPr lang="tr-TR"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hMerge="1">
                  <a:txBody>
                    <a:bodyPr/>
                    <a:lstStyle/>
                    <a:p>
                      <a:endParaRPr lang="tr-TR"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5"/>
                  </a:ext>
                </a:extLst>
              </a:tr>
              <a:tr h="160200">
                <a:tc>
                  <a:txBody>
                    <a:bodyPr/>
                    <a:lstStyle/>
                    <a:p>
                      <a:pPr algn="r">
                        <a:lnSpc>
                          <a:spcPct val="100000"/>
                        </a:lnSpc>
                      </a:pPr>
                      <a:r>
                        <a:rPr lang="tr-TR" sz="1100" b="0" u="none" strike="noStrike">
                          <a:solidFill>
                            <a:schemeClr val="dk1"/>
                          </a:solidFill>
                          <a:effectLst/>
                          <a:uFillTx/>
                          <a:latin typeface="Calibri"/>
                        </a:rPr>
                        <a:t>Gaz Tank Hacmi : </a:t>
                      </a:r>
                      <a:endParaRPr lang="tr-TR" sz="1100" b="0" u="none" strike="noStrike">
                        <a:solidFill>
                          <a:srgbClr val="000000"/>
                        </a:solidFill>
                        <a:effectLst/>
                        <a:uFillTx/>
                        <a:latin typeface="Arial"/>
                      </a:endParaRPr>
                    </a:p>
                  </a:txBody>
                  <a:tcPr anchor="b">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solidFill>
                  </a:tcPr>
                </a:tc>
                <a:tc>
                  <a:txBody>
                    <a:bodyPr/>
                    <a:lstStyle/>
                    <a:p>
                      <a:endParaRPr lang="tr-TR" sz="800" b="0" u="none" strike="noStrike">
                        <a:solidFill>
                          <a:srgbClr val="000000"/>
                        </a:solidFill>
                        <a:effectLst/>
                        <a:uFillTx/>
                        <a:latin typeface="Calibri"/>
                      </a:endParaRPr>
                    </a:p>
                  </a:txBody>
                  <a:tcPr anchor="b">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solidFill>
                  </a:tcPr>
                </a:tc>
                <a:tc>
                  <a:txBody>
                    <a:bodyPr/>
                    <a:lstStyle/>
                    <a:p>
                      <a:endParaRPr lang="tr-TR" sz="800" b="0" u="none" strike="noStrike">
                        <a:solidFill>
                          <a:srgbClr val="000000"/>
                        </a:solidFill>
                        <a:effectLst/>
                        <a:uFillTx/>
                        <a:latin typeface="Calibri"/>
                      </a:endParaRPr>
                    </a:p>
                  </a:txBody>
                  <a:tcPr anchor="b">
                    <a:lnL w="6480">
                      <a:solidFill>
                        <a:srgbClr val="000000"/>
                      </a:solidFill>
                      <a:prstDash val="solid"/>
                    </a:lnL>
                    <a:lnR w="6480">
                      <a:noFill/>
                      <a:prstDash val="solid"/>
                    </a:lnR>
                    <a:lnT w="6480">
                      <a:solidFill>
                        <a:srgbClr val="000000"/>
                      </a:solidFill>
                      <a:prstDash val="solid"/>
                    </a:lnT>
                    <a:lnB w="6480">
                      <a:solidFill>
                        <a:srgbClr val="000000"/>
                      </a:solidFill>
                      <a:prstDash val="solid"/>
                    </a:lnB>
                    <a:solidFill>
                      <a:schemeClr val="lt1"/>
                    </a:solidFill>
                  </a:tcPr>
                </a:tc>
                <a:tc>
                  <a:txBody>
                    <a:bodyPr/>
                    <a:lstStyle/>
                    <a:p>
                      <a:endParaRPr lang="tr-TR" sz="800" b="0" u="none" strike="noStrike">
                        <a:solidFill>
                          <a:srgbClr val="000000"/>
                        </a:solidFill>
                        <a:effectLst/>
                        <a:uFillTx/>
                        <a:latin typeface="Calibri"/>
                      </a:endParaRPr>
                    </a:p>
                  </a:txBody>
                  <a:tcPr anchor="b">
                    <a:lnL w="12240">
                      <a:noFill/>
                      <a:prstDash val="solid"/>
                    </a:lnL>
                    <a:lnR w="12240">
                      <a:noFill/>
                      <a:prstDash val="solid"/>
                    </a:lnR>
                    <a:lnT w="6480">
                      <a:solidFill>
                        <a:srgbClr val="000000"/>
                      </a:solidFill>
                      <a:prstDash val="solid"/>
                    </a:lnT>
                    <a:lnB w="6480">
                      <a:solidFill>
                        <a:srgbClr val="000000"/>
                      </a:solidFill>
                      <a:prstDash val="solid"/>
                    </a:lnB>
                    <a:solidFill>
                      <a:schemeClr val="lt1"/>
                    </a:solidFill>
                  </a:tcPr>
                </a:tc>
                <a:tc>
                  <a:txBody>
                    <a:bodyPr/>
                    <a:lstStyle/>
                    <a:p>
                      <a:endParaRPr lang="tr-TR" sz="800" b="0" u="none" strike="noStrike">
                        <a:solidFill>
                          <a:srgbClr val="000000"/>
                        </a:solidFill>
                        <a:effectLst/>
                        <a:uFillTx/>
                        <a:latin typeface="Calibri"/>
                      </a:endParaRPr>
                    </a:p>
                  </a:txBody>
                  <a:tcPr anchor="b">
                    <a:lnL w="12240">
                      <a:noFill/>
                      <a:prstDash val="solid"/>
                    </a:lnL>
                    <a:lnR w="12240">
                      <a:noFill/>
                      <a:prstDash val="solid"/>
                    </a:lnR>
                    <a:lnT w="6480">
                      <a:solidFill>
                        <a:srgbClr val="000000"/>
                      </a:solidFill>
                      <a:prstDash val="solid"/>
                    </a:lnT>
                    <a:lnB w="6480">
                      <a:solidFill>
                        <a:srgbClr val="000000"/>
                      </a:solidFill>
                      <a:prstDash val="solid"/>
                    </a:lnB>
                    <a:solidFill>
                      <a:srgbClr val="FFFFFF"/>
                    </a:solidFill>
                  </a:tcPr>
                </a:tc>
                <a:tc>
                  <a:txBody>
                    <a:bodyPr/>
                    <a:lstStyle/>
                    <a:p>
                      <a:pPr algn="ctr">
                        <a:lnSpc>
                          <a:spcPct val="100000"/>
                        </a:lnSpc>
                      </a:pPr>
                      <a:r>
                        <a:rPr lang="tr-TR" sz="800" b="0" u="none" strike="noStrike">
                          <a:solidFill>
                            <a:srgbClr val="000000"/>
                          </a:solidFill>
                          <a:effectLst/>
                          <a:uFillTx/>
                          <a:latin typeface="Calibri"/>
                        </a:rPr>
                        <a:t> </a:t>
                      </a:r>
                      <a:endParaRPr lang="tr-TR" sz="800" b="0" u="none" strike="noStrike">
                        <a:solidFill>
                          <a:srgbClr val="000000"/>
                        </a:solidFill>
                        <a:effectLst/>
                        <a:uFillTx/>
                        <a:latin typeface="Arial"/>
                      </a:endParaRPr>
                    </a:p>
                  </a:txBody>
                  <a:tcPr anchor="b">
                    <a:lnL w="12240">
                      <a:noFill/>
                      <a:prstDash val="solid"/>
                    </a:lnL>
                    <a:lnR w="12240">
                      <a:noFill/>
                      <a:prstDash val="solid"/>
                    </a:lnR>
                    <a:lnT w="6480">
                      <a:solidFill>
                        <a:srgbClr val="000000"/>
                      </a:solidFill>
                      <a:prstDash val="solid"/>
                    </a:lnT>
                    <a:lnB w="6480">
                      <a:solidFill>
                        <a:srgbClr val="000000"/>
                      </a:solidFill>
                      <a:prstDash val="solid"/>
                    </a:lnB>
                    <a:solidFill>
                      <a:srgbClr val="FFFFFF"/>
                    </a:solidFill>
                  </a:tcPr>
                </a:tc>
                <a:tc>
                  <a:txBody>
                    <a:bodyPr/>
                    <a:lstStyle/>
                    <a:p>
                      <a:pPr algn="ctr">
                        <a:lnSpc>
                          <a:spcPct val="100000"/>
                        </a:lnSpc>
                      </a:pPr>
                      <a:r>
                        <a:rPr lang="tr-TR" sz="800" b="0" u="none" strike="noStrike">
                          <a:solidFill>
                            <a:srgbClr val="000000"/>
                          </a:solidFill>
                          <a:effectLst/>
                          <a:uFillTx/>
                          <a:latin typeface="Calibri"/>
                        </a:rPr>
                        <a:t> </a:t>
                      </a:r>
                      <a:endParaRPr lang="tr-TR" sz="800" b="0" u="none" strike="noStrike">
                        <a:solidFill>
                          <a:srgbClr val="000000"/>
                        </a:solidFill>
                        <a:effectLst/>
                        <a:uFillTx/>
                        <a:latin typeface="Arial"/>
                      </a:endParaRPr>
                    </a:p>
                  </a:txBody>
                  <a:tcPr anchor="b">
                    <a:lnL w="12240">
                      <a:noFill/>
                      <a:prstDash val="solid"/>
                    </a:lnL>
                    <a:lnR w="12240">
                      <a:noFill/>
                      <a:prstDash val="solid"/>
                    </a:lnR>
                    <a:lnT w="6480">
                      <a:solidFill>
                        <a:srgbClr val="000000"/>
                      </a:solidFill>
                      <a:prstDash val="solid"/>
                    </a:lnT>
                    <a:lnB w="6480">
                      <a:solidFill>
                        <a:srgbClr val="000000"/>
                      </a:solidFill>
                      <a:prstDash val="solid"/>
                    </a:lnB>
                    <a:solidFill>
                      <a:srgbClr val="FFFFFF"/>
                    </a:solidFill>
                  </a:tcPr>
                </a:tc>
                <a:tc>
                  <a:txBody>
                    <a:bodyPr/>
                    <a:lstStyle/>
                    <a:p>
                      <a:pPr algn="ctr">
                        <a:lnSpc>
                          <a:spcPct val="100000"/>
                        </a:lnSpc>
                      </a:pPr>
                      <a:r>
                        <a:rPr lang="tr-TR" sz="800" b="0" u="none" strike="noStrike">
                          <a:solidFill>
                            <a:srgbClr val="000000"/>
                          </a:solidFill>
                          <a:effectLst/>
                          <a:uFillTx/>
                          <a:latin typeface="Calibri"/>
                        </a:rPr>
                        <a:t> </a:t>
                      </a:r>
                      <a:endParaRPr lang="tr-TR" sz="800" b="0" u="none" strike="noStrike">
                        <a:solidFill>
                          <a:srgbClr val="000000"/>
                        </a:solidFill>
                        <a:effectLst/>
                        <a:uFillTx/>
                        <a:latin typeface="Arial"/>
                      </a:endParaRPr>
                    </a:p>
                  </a:txBody>
                  <a:tcPr anchor="b">
                    <a:lnL w="12240">
                      <a:no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FFFFFF"/>
                    </a:solidFill>
                  </a:tcPr>
                </a:tc>
                <a:extLst>
                  <a:ext uri="{0D108BD9-81ED-4DB2-BD59-A6C34878D82A}">
                    <a16:rowId xmlns:a16="http://schemas.microsoft.com/office/drawing/2014/main" val="10006"/>
                  </a:ext>
                </a:extLst>
              </a:tr>
              <a:tr h="175320">
                <a:tc>
                  <a:txBody>
                    <a:bodyPr/>
                    <a:lstStyle/>
                    <a:p>
                      <a:pPr algn="r">
                        <a:lnSpc>
                          <a:spcPct val="100000"/>
                        </a:lnSpc>
                      </a:pPr>
                      <a:r>
                        <a:rPr lang="tr-TR" sz="1100" b="0" u="none" strike="noStrike">
                          <a:solidFill>
                            <a:schemeClr val="dk1"/>
                          </a:solidFill>
                          <a:effectLst/>
                          <a:uFillTx/>
                          <a:latin typeface="Calibri"/>
                        </a:rPr>
                        <a:t>Gaz Tank Dolum Basıncı : </a:t>
                      </a:r>
                      <a:endParaRPr lang="tr-TR" sz="1100" b="0" u="none" strike="noStrike">
                        <a:solidFill>
                          <a:srgbClr val="000000"/>
                        </a:solidFill>
                        <a:effectLst/>
                        <a:uFillTx/>
                        <a:latin typeface="Arial"/>
                      </a:endParaRPr>
                    </a:p>
                  </a:txBody>
                  <a:tcPr anchor="b">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solidFill>
                  </a:tcPr>
                </a:tc>
                <a:tc>
                  <a:txBody>
                    <a:bodyPr/>
                    <a:lstStyle/>
                    <a:p>
                      <a:pPr algn="ctr">
                        <a:lnSpc>
                          <a:spcPct val="100000"/>
                        </a:lnSpc>
                      </a:pPr>
                      <a:r>
                        <a:rPr lang="tr-TR" sz="800" b="0" u="none" strike="noStrike">
                          <a:solidFill>
                            <a:srgbClr val="000000"/>
                          </a:solidFill>
                          <a:effectLst/>
                          <a:uFillTx/>
                          <a:latin typeface="Calibri"/>
                        </a:rPr>
                        <a:t> </a:t>
                      </a:r>
                      <a:endParaRPr lang="tr-TR" sz="800" b="0" u="none" strike="noStrike">
                        <a:solidFill>
                          <a:srgbClr val="000000"/>
                        </a:solidFill>
                        <a:effectLst/>
                        <a:uFillTx/>
                        <a:latin typeface="Arial"/>
                      </a:endParaRPr>
                    </a:p>
                  </a:txBody>
                  <a:tcPr anchor="b">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solidFill>
                  </a:tcPr>
                </a:tc>
                <a:tc gridSpan="6">
                  <a:txBody>
                    <a:bodyPr/>
                    <a:lstStyle/>
                    <a:p>
                      <a:pPr algn="ctr">
                        <a:lnSpc>
                          <a:spcPct val="100000"/>
                        </a:lnSpc>
                      </a:pPr>
                      <a:r>
                        <a:rPr lang="tr-TR" sz="800" b="0" u="none" strike="noStrike" dirty="0">
                          <a:solidFill>
                            <a:srgbClr val="000000"/>
                          </a:solidFill>
                          <a:effectLst/>
                          <a:uFillTx/>
                          <a:latin typeface="Calibri"/>
                        </a:rPr>
                        <a:t> </a:t>
                      </a:r>
                      <a:endParaRPr lang="tr-TR" sz="800" b="0" u="none" strike="noStrike" dirty="0">
                        <a:solidFill>
                          <a:srgbClr val="000000"/>
                        </a:solidFill>
                        <a:effectLst/>
                        <a:uFillTx/>
                        <a:latin typeface="Arial"/>
                      </a:endParaRPr>
                    </a:p>
                  </a:txBody>
                  <a:tcPr anchor="b">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solidFill>
                  </a:tcPr>
                </a:tc>
                <a:tc hMerge="1">
                  <a:txBody>
                    <a:bodyPr/>
                    <a:lstStyle/>
                    <a:p>
                      <a:endParaRPr lang="tr-TR"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hMerge="1">
                  <a:txBody>
                    <a:bodyPr/>
                    <a:lstStyle/>
                    <a:p>
                      <a:endParaRPr lang="tr-TR"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hMerge="1">
                  <a:txBody>
                    <a:bodyPr/>
                    <a:lstStyle/>
                    <a:p>
                      <a:endParaRPr lang="tr-TR"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hMerge="1">
                  <a:txBody>
                    <a:bodyPr/>
                    <a:lstStyle/>
                    <a:p>
                      <a:endParaRPr lang="tr-TR"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hMerge="1">
                  <a:txBody>
                    <a:bodyPr/>
                    <a:lstStyle/>
                    <a:p>
                      <a:endParaRPr lang="tr-TR"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7"/>
                  </a:ext>
                </a:extLst>
              </a:tr>
            </a:tbl>
          </a:graphicData>
        </a:graphic>
      </p:graphicFrame>
      <p:sp>
        <p:nvSpPr>
          <p:cNvPr id="72" name="Rectangle 16"/>
          <p:cNvSpPr/>
          <p:nvPr/>
        </p:nvSpPr>
        <p:spPr>
          <a:xfrm>
            <a:off x="138240" y="1527897"/>
            <a:ext cx="6005520" cy="361080"/>
          </a:xfrm>
          <a:prstGeom prst="rect">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tr-TR" sz="1550" b="0" u="none" strike="noStrike">
                <a:solidFill>
                  <a:schemeClr val="lt1"/>
                </a:solidFill>
                <a:effectLst/>
                <a:uFillTx/>
                <a:latin typeface="Calibri"/>
              </a:rPr>
              <a:t>Yarışma Roketi Hakkınd</a:t>
            </a:r>
            <a:r>
              <a:rPr lang="en-US" sz="1550" b="0" u="none" strike="noStrike">
                <a:solidFill>
                  <a:schemeClr val="lt1"/>
                </a:solidFill>
                <a:effectLst/>
                <a:uFillTx/>
                <a:latin typeface="Calibri"/>
              </a:rPr>
              <a:t>a</a:t>
            </a:r>
            <a:r>
              <a:rPr lang="tr-TR" sz="1550" b="0" u="none" strike="noStrike">
                <a:solidFill>
                  <a:schemeClr val="lt1"/>
                </a:solidFill>
                <a:effectLst/>
                <a:uFillTx/>
                <a:latin typeface="Calibri"/>
              </a:rPr>
              <a:t> Genel Bilgiler </a:t>
            </a:r>
            <a:endParaRPr lang="tr-TR" sz="1550" b="0" u="none" strike="noStrike">
              <a:solidFill>
                <a:srgbClr val="FFFFFF"/>
              </a:solidFill>
              <a:effectLst/>
              <a:uFillTx/>
              <a:latin typeface="Arial"/>
            </a:endParaRPr>
          </a:p>
        </p:txBody>
      </p:sp>
      <p:sp>
        <p:nvSpPr>
          <p:cNvPr id="73" name="Rectangle 19"/>
          <p:cNvSpPr/>
          <p:nvPr/>
        </p:nvSpPr>
        <p:spPr>
          <a:xfrm>
            <a:off x="6612480" y="3034440"/>
            <a:ext cx="3801600" cy="361080"/>
          </a:xfrm>
          <a:prstGeom prst="rect">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tr-TR" sz="1550" b="0" u="none" strike="noStrike">
                <a:solidFill>
                  <a:schemeClr val="lt1"/>
                </a:solidFill>
                <a:effectLst/>
                <a:uFillTx/>
                <a:latin typeface="Calibri"/>
              </a:rPr>
              <a:t>İtki Sistemi</a:t>
            </a:r>
            <a:endParaRPr lang="tr-TR" sz="1550" b="0" u="none" strike="noStrike">
              <a:solidFill>
                <a:srgbClr val="FFFFFF"/>
              </a:solidFill>
              <a:effectLst/>
              <a:uFillTx/>
              <a:latin typeface="Arial"/>
            </a:endParaRPr>
          </a:p>
        </p:txBody>
      </p:sp>
      <p:sp>
        <p:nvSpPr>
          <p:cNvPr id="74" name="Rectangle 20"/>
          <p:cNvSpPr/>
          <p:nvPr/>
        </p:nvSpPr>
        <p:spPr>
          <a:xfrm>
            <a:off x="6612480" y="5107245"/>
            <a:ext cx="3801600" cy="1200240"/>
          </a:xfrm>
          <a:prstGeom prst="rect">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tr-TR" sz="1550" b="0" u="none" strike="noStrike" dirty="0">
                <a:solidFill>
                  <a:schemeClr val="lt1"/>
                </a:solidFill>
                <a:effectLst/>
                <a:uFillTx/>
                <a:latin typeface="Calibri"/>
              </a:rPr>
              <a:t>Takımlar rokete ait genel bilgileri tabloya yerleştirmelidir. </a:t>
            </a:r>
            <a:endParaRPr lang="tr-TR" sz="1550" b="0" u="none" strike="noStrike" dirty="0">
              <a:solidFill>
                <a:srgbClr val="FFFFFF"/>
              </a:solidFill>
              <a:effectLst/>
              <a:uFillTx/>
              <a:latin typeface="Arial"/>
            </a:endParaRPr>
          </a:p>
          <a:p>
            <a:pPr algn="ctr">
              <a:lnSpc>
                <a:spcPct val="100000"/>
              </a:lnSpc>
            </a:pPr>
            <a:endParaRPr lang="tr-TR" sz="1550" b="0" u="none" strike="noStrike" dirty="0">
              <a:solidFill>
                <a:srgbClr val="FFFFFF"/>
              </a:solidFill>
              <a:effectLst/>
              <a:uFillTx/>
              <a:latin typeface="Arial"/>
            </a:endParaRPr>
          </a:p>
          <a:p>
            <a:pPr algn="ctr">
              <a:lnSpc>
                <a:spcPct val="100000"/>
              </a:lnSpc>
            </a:pPr>
            <a:r>
              <a:rPr lang="tr-TR" sz="1550" b="0" u="none" strike="noStrike" dirty="0">
                <a:solidFill>
                  <a:schemeClr val="lt1"/>
                </a:solidFill>
                <a:effectLst/>
                <a:uFillTx/>
                <a:latin typeface="Calibri"/>
              </a:rPr>
              <a:t>Bu bölümün en son doldurulması tavsiye edilmektedir.</a:t>
            </a:r>
            <a:endParaRPr lang="tr-TR" sz="1550" b="0" u="none" strike="noStrike" dirty="0">
              <a:solidFill>
                <a:srgbClr val="FFFFFF"/>
              </a:solidFill>
              <a:effectLst/>
              <a:uFillTx/>
              <a:latin typeface="Arial"/>
            </a:endParaRPr>
          </a:p>
        </p:txBody>
      </p:sp>
      <p:pic>
        <p:nvPicPr>
          <p:cNvPr id="75" name="Picture 6"/>
          <p:cNvPicPr/>
          <p:nvPr/>
        </p:nvPicPr>
        <p:blipFill>
          <a:blip r:embed="rId3"/>
          <a:stretch/>
        </p:blipFill>
        <p:spPr>
          <a:xfrm>
            <a:off x="9630360" y="276120"/>
            <a:ext cx="1062720" cy="1062720"/>
          </a:xfrm>
          <a:prstGeom prst="rect">
            <a:avLst/>
          </a:prstGeom>
          <a:noFill/>
          <a:ln w="0">
            <a:noFill/>
          </a:ln>
        </p:spPr>
      </p:pic>
      <p:graphicFrame>
        <p:nvGraphicFramePr>
          <p:cNvPr id="76" name="Table 14"/>
          <p:cNvGraphicFramePr/>
          <p:nvPr/>
        </p:nvGraphicFramePr>
        <p:xfrm>
          <a:off x="6612480" y="3404160"/>
          <a:ext cx="3801600" cy="1554480"/>
        </p:xfrm>
        <a:graphic>
          <a:graphicData uri="http://schemas.openxmlformats.org/drawingml/2006/table">
            <a:tbl>
              <a:tblPr/>
              <a:tblGrid>
                <a:gridCol w="1800720">
                  <a:extLst>
                    <a:ext uri="{9D8B030D-6E8A-4147-A177-3AD203B41FA5}">
                      <a16:colId xmlns:a16="http://schemas.microsoft.com/office/drawing/2014/main" val="20000"/>
                    </a:ext>
                  </a:extLst>
                </a:gridCol>
                <a:gridCol w="596160">
                  <a:extLst>
                    <a:ext uri="{9D8B030D-6E8A-4147-A177-3AD203B41FA5}">
                      <a16:colId xmlns:a16="http://schemas.microsoft.com/office/drawing/2014/main" val="20001"/>
                    </a:ext>
                  </a:extLst>
                </a:gridCol>
                <a:gridCol w="1404720">
                  <a:extLst>
                    <a:ext uri="{9D8B030D-6E8A-4147-A177-3AD203B41FA5}">
                      <a16:colId xmlns:a16="http://schemas.microsoft.com/office/drawing/2014/main" val="20002"/>
                    </a:ext>
                  </a:extLst>
                </a:gridCol>
              </a:tblGrid>
              <a:tr h="173520">
                <a:tc>
                  <a:txBody>
                    <a:bodyPr/>
                    <a:lstStyle/>
                    <a:p>
                      <a:pPr algn="ctr">
                        <a:lnSpc>
                          <a:spcPct val="100000"/>
                        </a:lnSpc>
                      </a:pPr>
                      <a:r>
                        <a:rPr lang="tr-TR" sz="1100" b="1" u="none" strike="noStrike">
                          <a:solidFill>
                            <a:schemeClr val="dk1"/>
                          </a:solidFill>
                          <a:effectLst/>
                          <a:uFillTx/>
                          <a:latin typeface="Calibri"/>
                        </a:rPr>
                        <a:t> </a:t>
                      </a:r>
                      <a:endParaRPr lang="tr-TR" sz="1100" b="0" u="none" strike="noStrike">
                        <a:solidFill>
                          <a:srgbClr val="000000"/>
                        </a:solidFill>
                        <a:effectLst/>
                        <a:uFillTx/>
                        <a:latin typeface="Arial"/>
                      </a:endParaRPr>
                    </a:p>
                  </a:txBody>
                  <a:tcPr anchor="b">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accent3">
                        <a:lumMod val="60000"/>
                        <a:lumOff val="40000"/>
                      </a:schemeClr>
                    </a:solidFill>
                  </a:tcPr>
                </a:tc>
                <a:tc>
                  <a:txBody>
                    <a:bodyPr/>
                    <a:lstStyle/>
                    <a:p>
                      <a:pPr algn="ctr">
                        <a:lnSpc>
                          <a:spcPct val="100000"/>
                        </a:lnSpc>
                      </a:pPr>
                      <a:r>
                        <a:rPr lang="tr-TR" sz="1100" b="1" u="none" strike="noStrike">
                          <a:solidFill>
                            <a:schemeClr val="dk1"/>
                          </a:solidFill>
                          <a:effectLst/>
                          <a:uFillTx/>
                          <a:latin typeface="Calibri"/>
                        </a:rPr>
                        <a:t>Değer</a:t>
                      </a:r>
                      <a:endParaRPr lang="tr-TR" sz="1100" b="0" u="none" strike="noStrike">
                        <a:solidFill>
                          <a:srgbClr val="000000"/>
                        </a:solidFill>
                        <a:effectLst/>
                        <a:uFillTx/>
                        <a:latin typeface="Arial"/>
                      </a:endParaRPr>
                    </a:p>
                  </a:txBody>
                  <a:tcPr anchor="b">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accent3">
                        <a:lumMod val="60000"/>
                        <a:lumOff val="40000"/>
                      </a:schemeClr>
                    </a:solidFill>
                  </a:tcPr>
                </a:tc>
                <a:tc>
                  <a:txBody>
                    <a:bodyPr/>
                    <a:lstStyle/>
                    <a:p>
                      <a:pPr algn="ctr">
                        <a:lnSpc>
                          <a:spcPct val="100000"/>
                        </a:lnSpc>
                      </a:pPr>
                      <a:r>
                        <a:rPr lang="tr-TR" sz="1100" b="1" u="none" strike="noStrike">
                          <a:solidFill>
                            <a:srgbClr val="000000"/>
                          </a:solidFill>
                          <a:effectLst/>
                          <a:uFillTx/>
                          <a:latin typeface="Calibri"/>
                        </a:rPr>
                        <a:t>Yorum</a:t>
                      </a:r>
                      <a:endParaRPr lang="tr-TR" sz="1100" b="0" u="none" strike="noStrike">
                        <a:solidFill>
                          <a:srgbClr val="000000"/>
                        </a:solidFill>
                        <a:effectLst/>
                        <a:uFillTx/>
                        <a:latin typeface="Arial"/>
                      </a:endParaRPr>
                    </a:p>
                  </a:txBody>
                  <a:tcPr anchor="b">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accent3">
                        <a:lumMod val="60000"/>
                        <a:lumOff val="40000"/>
                      </a:schemeClr>
                    </a:solidFill>
                  </a:tcPr>
                </a:tc>
                <a:extLst>
                  <a:ext uri="{0D108BD9-81ED-4DB2-BD59-A6C34878D82A}">
                    <a16:rowId xmlns:a16="http://schemas.microsoft.com/office/drawing/2014/main" val="10000"/>
                  </a:ext>
                </a:extLst>
              </a:tr>
              <a:tr h="160200">
                <a:tc>
                  <a:txBody>
                    <a:bodyPr/>
                    <a:lstStyle/>
                    <a:p>
                      <a:pPr algn="r" defTabSz="914400">
                        <a:lnSpc>
                          <a:spcPct val="100000"/>
                        </a:lnSpc>
                        <a:tabLst>
                          <a:tab pos="0" algn="l"/>
                        </a:tabLst>
                      </a:pPr>
                      <a:r>
                        <a:rPr lang="tr-TR" sz="1100" b="0" u="none" strike="noStrike">
                          <a:solidFill>
                            <a:schemeClr val="dk1"/>
                          </a:solidFill>
                          <a:effectLst/>
                          <a:uFillTx/>
                          <a:latin typeface="Calibri"/>
                        </a:rPr>
                        <a:t>Lüle Sayısı : </a:t>
                      </a:r>
                      <a:endParaRPr lang="tr-TR" sz="1100" b="0" u="none" strike="noStrike">
                        <a:solidFill>
                          <a:srgbClr val="000000"/>
                        </a:solidFill>
                        <a:effectLst/>
                        <a:uFillTx/>
                        <a:latin typeface="Arial"/>
                      </a:endParaRPr>
                    </a:p>
                  </a:txBody>
                  <a:tcPr anchor="b">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solidFill>
                  </a:tcPr>
                </a:tc>
                <a:tc>
                  <a:txBody>
                    <a:bodyPr/>
                    <a:lstStyle/>
                    <a:p>
                      <a:endParaRPr lang="tr-TR" sz="800" b="0" u="none" strike="noStrike">
                        <a:solidFill>
                          <a:schemeClr val="dk1"/>
                        </a:solidFill>
                        <a:effectLst/>
                        <a:uFillTx/>
                        <a:latin typeface="Calibri"/>
                      </a:endParaRPr>
                    </a:p>
                  </a:txBody>
                  <a:tcPr anchor="b">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solidFill>
                  </a:tcPr>
                </a:tc>
                <a:tc>
                  <a:txBody>
                    <a:bodyPr/>
                    <a:lstStyle/>
                    <a:p>
                      <a:endParaRPr lang="tr-TR" sz="800" b="0" u="none" strike="noStrike">
                        <a:solidFill>
                          <a:srgbClr val="000000"/>
                        </a:solidFill>
                        <a:effectLst/>
                        <a:uFillTx/>
                        <a:latin typeface="Calibri"/>
                      </a:endParaRPr>
                    </a:p>
                  </a:txBody>
                  <a:tcPr anchor="b">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solidFill>
                  </a:tcPr>
                </a:tc>
                <a:extLst>
                  <a:ext uri="{0D108BD9-81ED-4DB2-BD59-A6C34878D82A}">
                    <a16:rowId xmlns:a16="http://schemas.microsoft.com/office/drawing/2014/main" val="10001"/>
                  </a:ext>
                </a:extLst>
              </a:tr>
              <a:tr h="173520">
                <a:tc>
                  <a:txBody>
                    <a:bodyPr/>
                    <a:lstStyle/>
                    <a:p>
                      <a:pPr algn="r" defTabSz="914400">
                        <a:lnSpc>
                          <a:spcPct val="100000"/>
                        </a:lnSpc>
                        <a:tabLst>
                          <a:tab pos="0" algn="l"/>
                        </a:tabLst>
                      </a:pPr>
                      <a:r>
                        <a:rPr lang="tr-TR" sz="1100" b="0" u="none" strike="noStrike">
                          <a:solidFill>
                            <a:schemeClr val="dk1"/>
                          </a:solidFill>
                          <a:effectLst/>
                          <a:uFillTx/>
                          <a:latin typeface="Calibri"/>
                        </a:rPr>
                        <a:t>Tek Bir Lülenin İtki Kuvveti :</a:t>
                      </a:r>
                      <a:endParaRPr lang="tr-TR" sz="1100" b="0" u="none" strike="noStrike">
                        <a:solidFill>
                          <a:srgbClr val="000000"/>
                        </a:solidFill>
                        <a:effectLst/>
                        <a:uFillTx/>
                        <a:latin typeface="Arial"/>
                      </a:endParaRPr>
                    </a:p>
                  </a:txBody>
                  <a:tcPr anchor="b">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solidFill>
                  </a:tcPr>
                </a:tc>
                <a:tc>
                  <a:txBody>
                    <a:bodyPr/>
                    <a:lstStyle/>
                    <a:p>
                      <a:endParaRPr lang="tr-TR" sz="800" b="0" u="none" strike="noStrike">
                        <a:solidFill>
                          <a:schemeClr val="dk1"/>
                        </a:solidFill>
                        <a:effectLst/>
                        <a:uFillTx/>
                        <a:latin typeface="Calibri"/>
                      </a:endParaRPr>
                    </a:p>
                  </a:txBody>
                  <a:tcPr anchor="b">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solidFill>
                  </a:tcPr>
                </a:tc>
                <a:tc>
                  <a:txBody>
                    <a:bodyPr/>
                    <a:lstStyle/>
                    <a:p>
                      <a:endParaRPr lang="tr-TR" sz="800" b="0" u="none" strike="noStrike">
                        <a:solidFill>
                          <a:srgbClr val="000000"/>
                        </a:solidFill>
                        <a:effectLst/>
                        <a:uFillTx/>
                        <a:latin typeface="Calibri"/>
                      </a:endParaRPr>
                    </a:p>
                  </a:txBody>
                  <a:tcPr anchor="b">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solidFill>
                  </a:tcPr>
                </a:tc>
                <a:extLst>
                  <a:ext uri="{0D108BD9-81ED-4DB2-BD59-A6C34878D82A}">
                    <a16:rowId xmlns:a16="http://schemas.microsoft.com/office/drawing/2014/main" val="10002"/>
                  </a:ext>
                </a:extLst>
              </a:tr>
              <a:tr h="173520">
                <a:tc>
                  <a:txBody>
                    <a:bodyPr/>
                    <a:lstStyle/>
                    <a:p>
                      <a:pPr algn="r" defTabSz="914400">
                        <a:lnSpc>
                          <a:spcPct val="100000"/>
                        </a:lnSpc>
                        <a:tabLst>
                          <a:tab pos="0" algn="l"/>
                        </a:tabLst>
                      </a:pPr>
                      <a:r>
                        <a:rPr lang="tr-TR" sz="1100" b="0" u="none" strike="noStrike">
                          <a:solidFill>
                            <a:schemeClr val="dk1"/>
                          </a:solidFill>
                          <a:effectLst/>
                          <a:uFillTx/>
                          <a:latin typeface="Calibri"/>
                        </a:rPr>
                        <a:t>Lüle Tasarım Mach Sayısı : </a:t>
                      </a:r>
                      <a:endParaRPr lang="tr-TR" sz="1100" b="0" u="none" strike="noStrike">
                        <a:solidFill>
                          <a:srgbClr val="000000"/>
                        </a:solidFill>
                        <a:effectLst/>
                        <a:uFillTx/>
                        <a:latin typeface="Arial"/>
                      </a:endParaRPr>
                    </a:p>
                  </a:txBody>
                  <a:tcPr anchor="b">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solidFill>
                  </a:tcPr>
                </a:tc>
                <a:tc>
                  <a:txBody>
                    <a:bodyPr/>
                    <a:lstStyle/>
                    <a:p>
                      <a:endParaRPr lang="tr-TR" sz="800" b="0" u="none" strike="noStrike">
                        <a:solidFill>
                          <a:schemeClr val="dk1"/>
                        </a:solidFill>
                        <a:effectLst/>
                        <a:uFillTx/>
                        <a:latin typeface="Calibri"/>
                      </a:endParaRPr>
                    </a:p>
                  </a:txBody>
                  <a:tcPr anchor="b">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solidFill>
                  </a:tcPr>
                </a:tc>
                <a:tc>
                  <a:txBody>
                    <a:bodyPr/>
                    <a:lstStyle/>
                    <a:p>
                      <a:endParaRPr lang="tr-TR" sz="800" b="0" u="none" strike="noStrike">
                        <a:solidFill>
                          <a:srgbClr val="000000"/>
                        </a:solidFill>
                        <a:effectLst/>
                        <a:uFillTx/>
                        <a:latin typeface="Calibri"/>
                      </a:endParaRPr>
                    </a:p>
                  </a:txBody>
                  <a:tcPr anchor="b">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solidFill>
                  </a:tcPr>
                </a:tc>
                <a:extLst>
                  <a:ext uri="{0D108BD9-81ED-4DB2-BD59-A6C34878D82A}">
                    <a16:rowId xmlns:a16="http://schemas.microsoft.com/office/drawing/2014/main" val="10003"/>
                  </a:ext>
                </a:extLst>
              </a:tr>
              <a:tr h="185760">
                <a:tc>
                  <a:txBody>
                    <a:bodyPr/>
                    <a:lstStyle/>
                    <a:p>
                      <a:pPr algn="r">
                        <a:lnSpc>
                          <a:spcPct val="100000"/>
                        </a:lnSpc>
                      </a:pPr>
                      <a:r>
                        <a:rPr lang="tr-TR" sz="1100" b="0" u="none" strike="noStrike">
                          <a:solidFill>
                            <a:schemeClr val="dk1"/>
                          </a:solidFill>
                          <a:effectLst/>
                          <a:uFillTx/>
                          <a:latin typeface="Calibri"/>
                        </a:rPr>
                        <a:t>Lüle Giriş Basıncı :</a:t>
                      </a:r>
                      <a:endParaRPr lang="tr-TR" sz="1100" b="0" u="none" strike="noStrike">
                        <a:solidFill>
                          <a:srgbClr val="000000"/>
                        </a:solidFill>
                        <a:effectLst/>
                        <a:uFillTx/>
                        <a:latin typeface="Arial"/>
                      </a:endParaRPr>
                    </a:p>
                  </a:txBody>
                  <a:tcPr anchor="b">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solidFill>
                  </a:tcPr>
                </a:tc>
                <a:tc>
                  <a:txBody>
                    <a:bodyPr/>
                    <a:lstStyle/>
                    <a:p>
                      <a:endParaRPr lang="tr-TR" sz="800" b="0" u="none" strike="noStrike">
                        <a:solidFill>
                          <a:schemeClr val="dk1"/>
                        </a:solidFill>
                        <a:effectLst/>
                        <a:uFillTx/>
                        <a:latin typeface="Calibri"/>
                      </a:endParaRPr>
                    </a:p>
                  </a:txBody>
                  <a:tcPr anchor="b">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solidFill>
                  </a:tcPr>
                </a:tc>
                <a:tc>
                  <a:txBody>
                    <a:bodyPr/>
                    <a:lstStyle/>
                    <a:p>
                      <a:endParaRPr lang="tr-TR" sz="800" b="0" u="none" strike="noStrike">
                        <a:solidFill>
                          <a:srgbClr val="000000"/>
                        </a:solidFill>
                        <a:effectLst/>
                        <a:uFillTx/>
                        <a:latin typeface="Calibri"/>
                      </a:endParaRPr>
                    </a:p>
                  </a:txBody>
                  <a:tcPr anchor="b">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solidFill>
                  </a:tcPr>
                </a:tc>
                <a:extLst>
                  <a:ext uri="{0D108BD9-81ED-4DB2-BD59-A6C34878D82A}">
                    <a16:rowId xmlns:a16="http://schemas.microsoft.com/office/drawing/2014/main" val="10004"/>
                  </a:ext>
                </a:extLst>
              </a:tr>
              <a:tr h="173520">
                <a:tc>
                  <a:txBody>
                    <a:bodyPr/>
                    <a:lstStyle/>
                    <a:p>
                      <a:pPr algn="r">
                        <a:lnSpc>
                          <a:spcPct val="100000"/>
                        </a:lnSpc>
                      </a:pPr>
                      <a:r>
                        <a:rPr lang="tr-TR" sz="1100" b="0" u="none" strike="noStrike">
                          <a:solidFill>
                            <a:schemeClr val="dk1"/>
                          </a:solidFill>
                          <a:effectLst/>
                          <a:uFillTx/>
                          <a:latin typeface="Calibri"/>
                        </a:rPr>
                        <a:t>Toplam Kütlesel Debi : </a:t>
                      </a:r>
                      <a:endParaRPr lang="tr-TR" sz="1100" b="0" u="none" strike="noStrike">
                        <a:solidFill>
                          <a:srgbClr val="000000"/>
                        </a:solidFill>
                        <a:effectLst/>
                        <a:uFillTx/>
                        <a:latin typeface="Arial"/>
                      </a:endParaRPr>
                    </a:p>
                  </a:txBody>
                  <a:tcPr anchor="b">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solidFill>
                  </a:tcPr>
                </a:tc>
                <a:tc>
                  <a:txBody>
                    <a:bodyPr/>
                    <a:lstStyle/>
                    <a:p>
                      <a:endParaRPr lang="tr-TR" sz="800" b="0" u="none" strike="noStrike">
                        <a:solidFill>
                          <a:schemeClr val="dk1"/>
                        </a:solidFill>
                        <a:effectLst/>
                        <a:uFillTx/>
                        <a:latin typeface="Calibri"/>
                      </a:endParaRPr>
                    </a:p>
                  </a:txBody>
                  <a:tcPr anchor="b">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solidFill>
                  </a:tcPr>
                </a:tc>
                <a:tc>
                  <a:txBody>
                    <a:bodyPr/>
                    <a:lstStyle/>
                    <a:p>
                      <a:endParaRPr lang="tr-TR" sz="800" b="0" u="none" strike="noStrike">
                        <a:solidFill>
                          <a:srgbClr val="000000"/>
                        </a:solidFill>
                        <a:effectLst/>
                        <a:uFillTx/>
                        <a:latin typeface="Calibri"/>
                      </a:endParaRPr>
                    </a:p>
                  </a:txBody>
                  <a:tcPr anchor="b">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solidFill>
                  </a:tcPr>
                </a:tc>
                <a:extLst>
                  <a:ext uri="{0D108BD9-81ED-4DB2-BD59-A6C34878D82A}">
                    <a16:rowId xmlns:a16="http://schemas.microsoft.com/office/drawing/2014/main" val="10005"/>
                  </a:ext>
                </a:extLst>
              </a:tr>
            </a:tbl>
          </a:graphicData>
        </a:graphic>
      </p:graphicFrame>
      <p:graphicFrame>
        <p:nvGraphicFramePr>
          <p:cNvPr id="77" name="Table 15"/>
          <p:cNvGraphicFramePr/>
          <p:nvPr>
            <p:extLst>
              <p:ext uri="{D42A27DB-BD31-4B8C-83A1-F6EECF244321}">
                <p14:modId xmlns:p14="http://schemas.microsoft.com/office/powerpoint/2010/main" val="768981061"/>
              </p:ext>
            </p:extLst>
          </p:nvPr>
        </p:nvGraphicFramePr>
        <p:xfrm>
          <a:off x="6612480" y="1913304"/>
          <a:ext cx="3801600" cy="944880"/>
        </p:xfrm>
        <a:graphic>
          <a:graphicData uri="http://schemas.openxmlformats.org/drawingml/2006/table">
            <a:tbl>
              <a:tblPr/>
              <a:tblGrid>
                <a:gridCol w="1070280">
                  <a:extLst>
                    <a:ext uri="{9D8B030D-6E8A-4147-A177-3AD203B41FA5}">
                      <a16:colId xmlns:a16="http://schemas.microsoft.com/office/drawing/2014/main" val="20000"/>
                    </a:ext>
                  </a:extLst>
                </a:gridCol>
                <a:gridCol w="1044000">
                  <a:extLst>
                    <a:ext uri="{9D8B030D-6E8A-4147-A177-3AD203B41FA5}">
                      <a16:colId xmlns:a16="http://schemas.microsoft.com/office/drawing/2014/main" val="20001"/>
                    </a:ext>
                  </a:extLst>
                </a:gridCol>
                <a:gridCol w="1687320">
                  <a:extLst>
                    <a:ext uri="{9D8B030D-6E8A-4147-A177-3AD203B41FA5}">
                      <a16:colId xmlns:a16="http://schemas.microsoft.com/office/drawing/2014/main" val="20002"/>
                    </a:ext>
                  </a:extLst>
                </a:gridCol>
              </a:tblGrid>
              <a:tr h="160200">
                <a:tc>
                  <a:txBody>
                    <a:bodyPr/>
                    <a:lstStyle/>
                    <a:p>
                      <a:pPr algn="ctr">
                        <a:lnSpc>
                          <a:spcPct val="100000"/>
                        </a:lnSpc>
                      </a:pPr>
                      <a:r>
                        <a:rPr lang="tr-TR" sz="1100" b="1" u="none" strike="noStrike">
                          <a:solidFill>
                            <a:schemeClr val="dk1"/>
                          </a:solidFill>
                          <a:effectLst/>
                          <a:uFillTx/>
                          <a:latin typeface="Calibri"/>
                        </a:rPr>
                        <a:t> </a:t>
                      </a:r>
                      <a:endParaRPr lang="tr-TR" sz="1100" b="0" u="none" strike="noStrike">
                        <a:solidFill>
                          <a:srgbClr val="000000"/>
                        </a:solidFill>
                        <a:effectLst/>
                        <a:uFillTx/>
                        <a:latin typeface="Arial"/>
                      </a:endParaRPr>
                    </a:p>
                  </a:txBody>
                  <a:tcPr anchor="b">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accent3">
                        <a:lumMod val="60000"/>
                        <a:lumOff val="40000"/>
                      </a:schemeClr>
                    </a:solidFill>
                  </a:tcPr>
                </a:tc>
                <a:tc>
                  <a:txBody>
                    <a:bodyPr/>
                    <a:lstStyle/>
                    <a:p>
                      <a:pPr algn="ctr">
                        <a:lnSpc>
                          <a:spcPct val="100000"/>
                        </a:lnSpc>
                      </a:pPr>
                      <a:r>
                        <a:rPr lang="tr-TR" sz="1100" b="1" u="none" strike="noStrike">
                          <a:solidFill>
                            <a:schemeClr val="dk1"/>
                          </a:solidFill>
                          <a:effectLst/>
                          <a:uFillTx/>
                          <a:latin typeface="Calibri"/>
                        </a:rPr>
                        <a:t>Değer</a:t>
                      </a:r>
                      <a:endParaRPr lang="tr-TR" sz="1100" b="0" u="none" strike="noStrike">
                        <a:solidFill>
                          <a:srgbClr val="000000"/>
                        </a:solidFill>
                        <a:effectLst/>
                        <a:uFillTx/>
                        <a:latin typeface="Arial"/>
                      </a:endParaRPr>
                    </a:p>
                  </a:txBody>
                  <a:tcPr anchor="b">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accent3">
                        <a:lumMod val="60000"/>
                        <a:lumOff val="40000"/>
                      </a:schemeClr>
                    </a:solidFill>
                  </a:tcPr>
                </a:tc>
                <a:tc>
                  <a:txBody>
                    <a:bodyPr/>
                    <a:lstStyle/>
                    <a:p>
                      <a:pPr algn="ctr">
                        <a:lnSpc>
                          <a:spcPct val="100000"/>
                        </a:lnSpc>
                      </a:pPr>
                      <a:r>
                        <a:rPr lang="tr-TR" sz="1100" b="1" u="none" strike="noStrike">
                          <a:solidFill>
                            <a:srgbClr val="000000"/>
                          </a:solidFill>
                          <a:effectLst/>
                          <a:uFillTx/>
                          <a:latin typeface="Calibri"/>
                        </a:rPr>
                        <a:t>Yorum</a:t>
                      </a:r>
                      <a:endParaRPr lang="tr-TR" sz="1100" b="0" u="none" strike="noStrike">
                        <a:solidFill>
                          <a:srgbClr val="000000"/>
                        </a:solidFill>
                        <a:effectLst/>
                        <a:uFillTx/>
                        <a:latin typeface="Arial"/>
                      </a:endParaRPr>
                    </a:p>
                  </a:txBody>
                  <a:tcPr anchor="b">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accent3">
                        <a:lumMod val="60000"/>
                        <a:lumOff val="40000"/>
                      </a:schemeClr>
                    </a:solidFill>
                  </a:tcPr>
                </a:tc>
                <a:extLst>
                  <a:ext uri="{0D108BD9-81ED-4DB2-BD59-A6C34878D82A}">
                    <a16:rowId xmlns:a16="http://schemas.microsoft.com/office/drawing/2014/main" val="10000"/>
                  </a:ext>
                </a:extLst>
              </a:tr>
              <a:tr h="175320">
                <a:tc>
                  <a:txBody>
                    <a:bodyPr/>
                    <a:lstStyle/>
                    <a:p>
                      <a:pPr algn="r">
                        <a:lnSpc>
                          <a:spcPct val="100000"/>
                        </a:lnSpc>
                      </a:pPr>
                      <a:r>
                        <a:rPr lang="tr-TR" sz="1100" b="0" u="none" strike="noStrike">
                          <a:solidFill>
                            <a:schemeClr val="dk1"/>
                          </a:solidFill>
                          <a:effectLst/>
                          <a:uFillTx/>
                          <a:latin typeface="Calibri"/>
                        </a:rPr>
                        <a:t>En Yüksek Hız(m/s):</a:t>
                      </a:r>
                      <a:endParaRPr lang="tr-TR" sz="1100" b="0" u="none" strike="noStrike">
                        <a:solidFill>
                          <a:srgbClr val="000000"/>
                        </a:solidFill>
                        <a:effectLst/>
                        <a:uFillTx/>
                        <a:latin typeface="Arial"/>
                      </a:endParaRPr>
                    </a:p>
                  </a:txBody>
                  <a:tcPr anchor="b">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solidFill>
                  </a:tcPr>
                </a:tc>
                <a:tc>
                  <a:txBody>
                    <a:bodyPr/>
                    <a:lstStyle/>
                    <a:p>
                      <a:pPr algn="ctr">
                        <a:lnSpc>
                          <a:spcPct val="100000"/>
                        </a:lnSpc>
                      </a:pPr>
                      <a:r>
                        <a:rPr lang="tr-TR" sz="800" b="0" u="none" strike="noStrike">
                          <a:solidFill>
                            <a:schemeClr val="dk1"/>
                          </a:solidFill>
                          <a:effectLst/>
                          <a:uFillTx/>
                          <a:latin typeface="Calibri"/>
                        </a:rPr>
                        <a:t> </a:t>
                      </a:r>
                      <a:endParaRPr lang="tr-TR" sz="800" b="0" u="none" strike="noStrike">
                        <a:solidFill>
                          <a:srgbClr val="000000"/>
                        </a:solidFill>
                        <a:effectLst/>
                        <a:uFillTx/>
                        <a:latin typeface="Arial"/>
                      </a:endParaRPr>
                    </a:p>
                  </a:txBody>
                  <a:tcPr anchor="b">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solidFill>
                  </a:tcPr>
                </a:tc>
                <a:tc>
                  <a:txBody>
                    <a:bodyPr/>
                    <a:lstStyle/>
                    <a:p>
                      <a:pPr algn="ctr">
                        <a:lnSpc>
                          <a:spcPct val="100000"/>
                        </a:lnSpc>
                      </a:pPr>
                      <a:r>
                        <a:rPr lang="tr-TR" sz="900" b="0" u="none" strike="noStrike">
                          <a:solidFill>
                            <a:srgbClr val="000000"/>
                          </a:solidFill>
                          <a:effectLst/>
                          <a:uFillTx/>
                          <a:latin typeface="Calibri"/>
                        </a:rPr>
                        <a:t> </a:t>
                      </a:r>
                      <a:endParaRPr lang="tr-TR" sz="900" b="0" u="none" strike="noStrike">
                        <a:solidFill>
                          <a:srgbClr val="000000"/>
                        </a:solidFill>
                        <a:effectLst/>
                        <a:uFillTx/>
                        <a:latin typeface="Arial"/>
                      </a:endParaRPr>
                    </a:p>
                  </a:txBody>
                  <a:tcPr anchor="b">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solidFill>
                  </a:tcPr>
                </a:tc>
                <a:extLst>
                  <a:ext uri="{0D108BD9-81ED-4DB2-BD59-A6C34878D82A}">
                    <a16:rowId xmlns:a16="http://schemas.microsoft.com/office/drawing/2014/main" val="10001"/>
                  </a:ext>
                </a:extLst>
              </a:tr>
              <a:tr h="175320">
                <a:tc>
                  <a:txBody>
                    <a:bodyPr/>
                    <a:lstStyle/>
                    <a:p>
                      <a:pPr algn="r">
                        <a:lnSpc>
                          <a:spcPct val="100000"/>
                        </a:lnSpc>
                      </a:pPr>
                      <a:r>
                        <a:rPr lang="tr-TR" sz="1100" b="0" u="none" strike="noStrike">
                          <a:solidFill>
                            <a:schemeClr val="dk1"/>
                          </a:solidFill>
                          <a:effectLst/>
                          <a:uFillTx/>
                          <a:latin typeface="Calibri"/>
                        </a:rPr>
                        <a:t>İrtifa(m):</a:t>
                      </a:r>
                      <a:endParaRPr lang="tr-TR" sz="1100" b="0" u="none" strike="noStrike">
                        <a:solidFill>
                          <a:srgbClr val="000000"/>
                        </a:solidFill>
                        <a:effectLst/>
                        <a:uFillTx/>
                        <a:latin typeface="Arial"/>
                      </a:endParaRPr>
                    </a:p>
                  </a:txBody>
                  <a:tcPr anchor="b">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solidFill>
                  </a:tcPr>
                </a:tc>
                <a:tc>
                  <a:txBody>
                    <a:bodyPr/>
                    <a:lstStyle/>
                    <a:p>
                      <a:pPr algn="ctr">
                        <a:lnSpc>
                          <a:spcPct val="100000"/>
                        </a:lnSpc>
                      </a:pPr>
                      <a:r>
                        <a:rPr lang="tr-TR" sz="800" b="0" u="none" strike="noStrike">
                          <a:solidFill>
                            <a:schemeClr val="dk1"/>
                          </a:solidFill>
                          <a:effectLst/>
                          <a:uFillTx/>
                          <a:latin typeface="Calibri"/>
                        </a:rPr>
                        <a:t> </a:t>
                      </a:r>
                      <a:endParaRPr lang="tr-TR" sz="800" b="0" u="none" strike="noStrike">
                        <a:solidFill>
                          <a:srgbClr val="000000"/>
                        </a:solidFill>
                        <a:effectLst/>
                        <a:uFillTx/>
                        <a:latin typeface="Arial"/>
                      </a:endParaRPr>
                    </a:p>
                  </a:txBody>
                  <a:tcPr anchor="b">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solidFill>
                  </a:tcPr>
                </a:tc>
                <a:tc>
                  <a:txBody>
                    <a:bodyPr/>
                    <a:lstStyle/>
                    <a:p>
                      <a:pPr algn="ctr">
                        <a:lnSpc>
                          <a:spcPct val="100000"/>
                        </a:lnSpc>
                      </a:pPr>
                      <a:r>
                        <a:rPr lang="tr-TR" sz="900" b="0" u="none" strike="noStrike">
                          <a:solidFill>
                            <a:srgbClr val="000000"/>
                          </a:solidFill>
                          <a:effectLst/>
                          <a:uFillTx/>
                          <a:latin typeface="Calibri"/>
                        </a:rPr>
                        <a:t> </a:t>
                      </a:r>
                      <a:endParaRPr lang="tr-TR" sz="900" b="0" u="none" strike="noStrike">
                        <a:solidFill>
                          <a:srgbClr val="000000"/>
                        </a:solidFill>
                        <a:effectLst/>
                        <a:uFillTx/>
                        <a:latin typeface="Arial"/>
                      </a:endParaRPr>
                    </a:p>
                  </a:txBody>
                  <a:tcPr anchor="b">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solidFill>
                  </a:tcPr>
                </a:tc>
                <a:extLst>
                  <a:ext uri="{0D108BD9-81ED-4DB2-BD59-A6C34878D82A}">
                    <a16:rowId xmlns:a16="http://schemas.microsoft.com/office/drawing/2014/main" val="10002"/>
                  </a:ext>
                </a:extLst>
              </a:tr>
            </a:tbl>
          </a:graphicData>
        </a:graphic>
      </p:graphicFrame>
      <p:sp>
        <p:nvSpPr>
          <p:cNvPr id="78" name="Rectangle 11"/>
          <p:cNvSpPr/>
          <p:nvPr/>
        </p:nvSpPr>
        <p:spPr>
          <a:xfrm>
            <a:off x="6612480" y="1529184"/>
            <a:ext cx="3801600" cy="361080"/>
          </a:xfrm>
          <a:prstGeom prst="rect">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tr-TR" sz="1550" b="0" u="none" strike="noStrike" dirty="0">
                <a:solidFill>
                  <a:schemeClr val="lt1"/>
                </a:solidFill>
                <a:effectLst/>
                <a:uFillTx/>
                <a:latin typeface="Calibri"/>
              </a:rPr>
              <a:t>Tahmin Edilen Uçuş Verileri ve Analizleri</a:t>
            </a:r>
            <a:endParaRPr lang="tr-TR" sz="1550" b="0" u="none" strike="noStrike" dirty="0">
              <a:solidFill>
                <a:srgbClr val="FFFFFF"/>
              </a:solidFill>
              <a:effectLst/>
              <a:uFillTx/>
              <a:latin typeface="Arial"/>
            </a:endParaRPr>
          </a:p>
        </p:txBody>
      </p:sp>
      <p:sp>
        <p:nvSpPr>
          <p:cNvPr id="79" name="Rectangle 19"/>
          <p:cNvSpPr/>
          <p:nvPr/>
        </p:nvSpPr>
        <p:spPr>
          <a:xfrm>
            <a:off x="138240" y="4221748"/>
            <a:ext cx="6005520" cy="361080"/>
          </a:xfrm>
          <a:prstGeom prst="rect">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tr-TR" sz="1550" b="0" u="none" strike="noStrike">
                <a:solidFill>
                  <a:schemeClr val="lt1"/>
                </a:solidFill>
                <a:effectLst/>
                <a:uFillTx/>
                <a:latin typeface="Calibri"/>
              </a:rPr>
              <a:t>Güdüm Kontrol Sistemi</a:t>
            </a:r>
            <a:endParaRPr lang="tr-TR" sz="1550" b="0" u="none" strike="noStrike">
              <a:solidFill>
                <a:srgbClr val="FFFFFF"/>
              </a:solidFill>
              <a:effectLst/>
              <a:uFillTx/>
              <a:latin typeface="Arial"/>
            </a:endParaRPr>
          </a:p>
        </p:txBody>
      </p:sp>
      <p:graphicFrame>
        <p:nvGraphicFramePr>
          <p:cNvPr id="80" name="Table 14"/>
          <p:cNvGraphicFramePr/>
          <p:nvPr>
            <p:extLst>
              <p:ext uri="{D42A27DB-BD31-4B8C-83A1-F6EECF244321}">
                <p14:modId xmlns:p14="http://schemas.microsoft.com/office/powerpoint/2010/main" val="4283691504"/>
              </p:ext>
            </p:extLst>
          </p:nvPr>
        </p:nvGraphicFramePr>
        <p:xfrm>
          <a:off x="138240" y="4592188"/>
          <a:ext cx="6005160" cy="2074320"/>
        </p:xfrm>
        <a:graphic>
          <a:graphicData uri="http://schemas.openxmlformats.org/drawingml/2006/table">
            <a:tbl>
              <a:tblPr/>
              <a:tblGrid>
                <a:gridCol w="1683720">
                  <a:extLst>
                    <a:ext uri="{9D8B030D-6E8A-4147-A177-3AD203B41FA5}">
                      <a16:colId xmlns:a16="http://schemas.microsoft.com/office/drawing/2014/main" val="20000"/>
                    </a:ext>
                  </a:extLst>
                </a:gridCol>
                <a:gridCol w="2058120">
                  <a:extLst>
                    <a:ext uri="{9D8B030D-6E8A-4147-A177-3AD203B41FA5}">
                      <a16:colId xmlns:a16="http://schemas.microsoft.com/office/drawing/2014/main" val="20001"/>
                    </a:ext>
                  </a:extLst>
                </a:gridCol>
                <a:gridCol w="2263320">
                  <a:extLst>
                    <a:ext uri="{9D8B030D-6E8A-4147-A177-3AD203B41FA5}">
                      <a16:colId xmlns:a16="http://schemas.microsoft.com/office/drawing/2014/main" val="20002"/>
                    </a:ext>
                  </a:extLst>
                </a:gridCol>
              </a:tblGrid>
              <a:tr h="210960">
                <a:tc>
                  <a:txBody>
                    <a:bodyPr/>
                    <a:lstStyle/>
                    <a:p>
                      <a:pPr algn="ctr">
                        <a:lnSpc>
                          <a:spcPct val="100000"/>
                        </a:lnSpc>
                      </a:pPr>
                      <a:r>
                        <a:rPr lang="tr-TR" sz="1100" b="1" u="none" strike="noStrike">
                          <a:solidFill>
                            <a:schemeClr val="dk1"/>
                          </a:solidFill>
                          <a:effectLst/>
                          <a:uFillTx/>
                          <a:latin typeface="Calibri"/>
                        </a:rPr>
                        <a:t> </a:t>
                      </a:r>
                      <a:endParaRPr lang="tr-TR" sz="1100" b="0" u="none" strike="noStrike">
                        <a:solidFill>
                          <a:srgbClr val="000000"/>
                        </a:solidFill>
                        <a:effectLst/>
                        <a:uFillTx/>
                        <a:latin typeface="Arial"/>
                      </a:endParaRPr>
                    </a:p>
                  </a:txBody>
                  <a:tcPr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accent3">
                        <a:lumMod val="60000"/>
                        <a:lumOff val="40000"/>
                      </a:schemeClr>
                    </a:solidFill>
                  </a:tcPr>
                </a:tc>
                <a:tc>
                  <a:txBody>
                    <a:bodyPr/>
                    <a:lstStyle/>
                    <a:p>
                      <a:pPr algn="ctr">
                        <a:lnSpc>
                          <a:spcPct val="100000"/>
                        </a:lnSpc>
                      </a:pPr>
                      <a:r>
                        <a:rPr lang="tr-TR" sz="1100" b="1" u="none" strike="noStrike">
                          <a:solidFill>
                            <a:schemeClr val="dk1"/>
                          </a:solidFill>
                          <a:effectLst/>
                          <a:uFillTx/>
                          <a:latin typeface="Calibri"/>
                        </a:rPr>
                        <a:t>Değer/Tanım</a:t>
                      </a:r>
                      <a:endParaRPr lang="tr-TR" sz="1100" b="0" u="none" strike="noStrike">
                        <a:solidFill>
                          <a:srgbClr val="000000"/>
                        </a:solidFill>
                        <a:effectLst/>
                        <a:uFillTx/>
                        <a:latin typeface="Arial"/>
                      </a:endParaRPr>
                    </a:p>
                  </a:txBody>
                  <a:tcPr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accent3">
                        <a:lumMod val="60000"/>
                        <a:lumOff val="40000"/>
                      </a:schemeClr>
                    </a:solidFill>
                  </a:tcPr>
                </a:tc>
                <a:tc>
                  <a:txBody>
                    <a:bodyPr/>
                    <a:lstStyle/>
                    <a:p>
                      <a:pPr algn="ctr">
                        <a:lnSpc>
                          <a:spcPct val="100000"/>
                        </a:lnSpc>
                      </a:pPr>
                      <a:r>
                        <a:rPr lang="tr-TR" sz="1100" b="1" u="none" strike="noStrike">
                          <a:solidFill>
                            <a:srgbClr val="000000"/>
                          </a:solidFill>
                          <a:effectLst/>
                          <a:uFillTx/>
                          <a:latin typeface="Calibri"/>
                        </a:rPr>
                        <a:t>Yorum</a:t>
                      </a:r>
                      <a:endParaRPr lang="tr-TR" sz="1100" b="0" u="none" strike="noStrike">
                        <a:solidFill>
                          <a:srgbClr val="000000"/>
                        </a:solidFill>
                        <a:effectLst/>
                        <a:uFillTx/>
                        <a:latin typeface="Arial"/>
                      </a:endParaRPr>
                    </a:p>
                  </a:txBody>
                  <a:tcPr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accent3">
                        <a:lumMod val="60000"/>
                        <a:lumOff val="40000"/>
                      </a:schemeClr>
                    </a:solidFill>
                  </a:tcPr>
                </a:tc>
                <a:extLst>
                  <a:ext uri="{0D108BD9-81ED-4DB2-BD59-A6C34878D82A}">
                    <a16:rowId xmlns:a16="http://schemas.microsoft.com/office/drawing/2014/main" val="10000"/>
                  </a:ext>
                </a:extLst>
              </a:tr>
              <a:tr h="559800">
                <a:tc>
                  <a:txBody>
                    <a:bodyPr/>
                    <a:lstStyle/>
                    <a:p>
                      <a:pPr algn="ctr" defTabSz="914400">
                        <a:lnSpc>
                          <a:spcPct val="100000"/>
                        </a:lnSpc>
                        <a:tabLst>
                          <a:tab pos="0" algn="l"/>
                        </a:tabLst>
                      </a:pPr>
                      <a:r>
                        <a:rPr lang="tr-TR" sz="1100" b="0" u="none" strike="noStrike">
                          <a:solidFill>
                            <a:schemeClr val="dk1"/>
                          </a:solidFill>
                          <a:effectLst/>
                          <a:uFillTx/>
                          <a:latin typeface="Calibri"/>
                        </a:rPr>
                        <a:t>Ağırlık Merkezi (Cg) etrafındaki Moment Vektörü:</a:t>
                      </a:r>
                      <a:endParaRPr lang="tr-TR" sz="1100" b="0" u="none" strike="noStrike">
                        <a:solidFill>
                          <a:srgbClr val="000000"/>
                        </a:solidFill>
                        <a:effectLst/>
                        <a:uFillTx/>
                        <a:latin typeface="Arial"/>
                      </a:endParaRPr>
                    </a:p>
                  </a:txBody>
                  <a:tcPr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solidFill>
                  </a:tcPr>
                </a:tc>
                <a:tc>
                  <a:txBody>
                    <a:bodyPr/>
                    <a:lstStyle/>
                    <a:p>
                      <a:endParaRPr lang="tr-TR" sz="800" b="0" u="none" strike="noStrike">
                        <a:solidFill>
                          <a:schemeClr val="dk1"/>
                        </a:solidFill>
                        <a:effectLst/>
                        <a:uFillTx/>
                        <a:latin typeface="Calibri"/>
                      </a:endParaRPr>
                    </a:p>
                  </a:txBody>
                  <a:tcPr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solidFill>
                  </a:tcPr>
                </a:tc>
                <a:tc>
                  <a:txBody>
                    <a:bodyPr/>
                    <a:lstStyle/>
                    <a:p>
                      <a:endParaRPr lang="tr-TR" sz="800" b="0" u="none" strike="noStrike">
                        <a:solidFill>
                          <a:srgbClr val="000000"/>
                        </a:solidFill>
                        <a:effectLst/>
                        <a:uFillTx/>
                        <a:latin typeface="Calibri"/>
                      </a:endParaRPr>
                    </a:p>
                  </a:txBody>
                  <a:tcPr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solidFill>
                  </a:tcPr>
                </a:tc>
                <a:extLst>
                  <a:ext uri="{0D108BD9-81ED-4DB2-BD59-A6C34878D82A}">
                    <a16:rowId xmlns:a16="http://schemas.microsoft.com/office/drawing/2014/main" val="10001"/>
                  </a:ext>
                </a:extLst>
              </a:tr>
              <a:tr h="291240">
                <a:tc>
                  <a:txBody>
                    <a:bodyPr/>
                    <a:lstStyle/>
                    <a:p>
                      <a:endParaRPr lang="tr-TR" sz="1100" b="0" u="none" strike="noStrike">
                        <a:solidFill>
                          <a:schemeClr val="dk1"/>
                        </a:solidFill>
                        <a:effectLst/>
                        <a:uFillTx/>
                        <a:latin typeface="Calibri"/>
                      </a:endParaRPr>
                    </a:p>
                  </a:txBody>
                  <a:tcPr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accent3">
                        <a:lumMod val="60000"/>
                        <a:lumOff val="40000"/>
                      </a:schemeClr>
                    </a:solidFill>
                  </a:tcPr>
                </a:tc>
                <a:tc>
                  <a:txBody>
                    <a:bodyPr/>
                    <a:lstStyle/>
                    <a:p>
                      <a:pPr algn="ctr" defTabSz="914400">
                        <a:lnSpc>
                          <a:spcPct val="100000"/>
                        </a:lnSpc>
                      </a:pPr>
                      <a:r>
                        <a:rPr lang="tr-TR" sz="1100" b="1" u="none" strike="noStrike">
                          <a:solidFill>
                            <a:schemeClr val="dk1"/>
                          </a:solidFill>
                          <a:effectLst/>
                          <a:uFillTx/>
                          <a:latin typeface="Calibri"/>
                        </a:rPr>
                        <a:t>Yöntemin Adı</a:t>
                      </a:r>
                      <a:endParaRPr lang="tr-TR" sz="1100" b="0" u="none" strike="noStrike">
                        <a:solidFill>
                          <a:srgbClr val="000000"/>
                        </a:solidFill>
                        <a:effectLst/>
                        <a:uFillTx/>
                        <a:latin typeface="Arial"/>
                      </a:endParaRPr>
                    </a:p>
                  </a:txBody>
                  <a:tcPr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accent3">
                        <a:lumMod val="60000"/>
                        <a:lumOff val="40000"/>
                      </a:schemeClr>
                    </a:solidFill>
                  </a:tcPr>
                </a:tc>
                <a:tc>
                  <a:txBody>
                    <a:bodyPr/>
                    <a:lstStyle/>
                    <a:p>
                      <a:pPr algn="ctr" defTabSz="914400">
                        <a:lnSpc>
                          <a:spcPct val="100000"/>
                        </a:lnSpc>
                      </a:pPr>
                      <a:r>
                        <a:rPr lang="tr-TR" sz="1100" b="1" u="none" strike="noStrike">
                          <a:solidFill>
                            <a:schemeClr val="dk1"/>
                          </a:solidFill>
                          <a:effectLst/>
                          <a:uFillTx/>
                          <a:latin typeface="Calibri"/>
                        </a:rPr>
                        <a:t>Bileşenleri</a:t>
                      </a:r>
                      <a:endParaRPr lang="tr-TR" sz="1100" b="0" u="none" strike="noStrike">
                        <a:solidFill>
                          <a:srgbClr val="000000"/>
                        </a:solidFill>
                        <a:effectLst/>
                        <a:uFillTx/>
                        <a:latin typeface="Arial"/>
                      </a:endParaRPr>
                    </a:p>
                  </a:txBody>
                  <a:tcPr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accent3">
                        <a:lumMod val="60000"/>
                        <a:lumOff val="40000"/>
                      </a:schemeClr>
                    </a:solidFill>
                  </a:tcPr>
                </a:tc>
                <a:extLst>
                  <a:ext uri="{0D108BD9-81ED-4DB2-BD59-A6C34878D82A}">
                    <a16:rowId xmlns:a16="http://schemas.microsoft.com/office/drawing/2014/main" val="10002"/>
                  </a:ext>
                </a:extLst>
              </a:tr>
              <a:tr h="462600">
                <a:tc>
                  <a:txBody>
                    <a:bodyPr/>
                    <a:lstStyle/>
                    <a:p>
                      <a:pPr algn="ctr" defTabSz="914400">
                        <a:lnSpc>
                          <a:spcPct val="100000"/>
                        </a:lnSpc>
                        <a:tabLst>
                          <a:tab pos="0" algn="l"/>
                        </a:tabLst>
                      </a:pPr>
                      <a:r>
                        <a:rPr lang="tr-TR" sz="1100" b="0" u="none" strike="noStrike">
                          <a:solidFill>
                            <a:schemeClr val="dk1"/>
                          </a:solidFill>
                          <a:effectLst/>
                          <a:uFillTx/>
                          <a:latin typeface="Calibri"/>
                        </a:rPr>
                        <a:t>İtki Sistemi </a:t>
                      </a:r>
                      <a:endParaRPr lang="tr-TR" sz="1100" b="0" u="none" strike="noStrike">
                        <a:solidFill>
                          <a:srgbClr val="000000"/>
                        </a:solidFill>
                        <a:effectLst/>
                        <a:uFillTx/>
                        <a:latin typeface="Arial"/>
                      </a:endParaRPr>
                    </a:p>
                  </a:txBody>
                  <a:tcPr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solidFill>
                  </a:tcPr>
                </a:tc>
                <a:tc>
                  <a:txBody>
                    <a:bodyPr/>
                    <a:lstStyle/>
                    <a:p>
                      <a:pPr marL="171360" indent="-171360">
                        <a:lnSpc>
                          <a:spcPct val="100000"/>
                        </a:lnSpc>
                        <a:buClr>
                          <a:srgbClr val="000000"/>
                        </a:buClr>
                        <a:buFont typeface="Wingdings" charset="2"/>
                        <a:buChar char=""/>
                      </a:pPr>
                      <a:r>
                        <a:rPr lang="tr-TR" sz="900" b="0" u="none" strike="noStrike">
                          <a:solidFill>
                            <a:schemeClr val="dk1"/>
                          </a:solidFill>
                          <a:effectLst/>
                          <a:uFillTx/>
                          <a:latin typeface="Calibri"/>
                        </a:rPr>
                        <a:t>İtiş Vektörlemesi</a:t>
                      </a:r>
                      <a:endParaRPr lang="tr-TR" sz="900" b="0" u="none" strike="noStrike">
                        <a:solidFill>
                          <a:srgbClr val="000000"/>
                        </a:solidFill>
                        <a:effectLst/>
                        <a:uFillTx/>
                        <a:latin typeface="Arial"/>
                      </a:endParaRPr>
                    </a:p>
                    <a:p>
                      <a:pPr marL="171360" indent="-171360">
                        <a:lnSpc>
                          <a:spcPct val="100000"/>
                        </a:lnSpc>
                        <a:buClr>
                          <a:srgbClr val="000000"/>
                        </a:buClr>
                        <a:buFont typeface="Wingdings" charset="2"/>
                        <a:buChar char=""/>
                      </a:pPr>
                      <a:r>
                        <a:rPr lang="tr-TR" sz="900" b="0" u="none" strike="noStrike">
                          <a:solidFill>
                            <a:schemeClr val="dk1"/>
                          </a:solidFill>
                          <a:effectLst/>
                          <a:uFillTx/>
                          <a:latin typeface="Calibri"/>
                        </a:rPr>
                        <a:t>Sabit Lüle</a:t>
                      </a:r>
                      <a:endParaRPr lang="tr-TR" sz="900" b="0" u="none" strike="noStrike">
                        <a:solidFill>
                          <a:srgbClr val="000000"/>
                        </a:solidFill>
                        <a:effectLst/>
                        <a:uFillTx/>
                        <a:latin typeface="Arial"/>
                      </a:endParaRPr>
                    </a:p>
                    <a:p>
                      <a:pPr marL="171360" indent="-171360">
                        <a:lnSpc>
                          <a:spcPct val="100000"/>
                        </a:lnSpc>
                        <a:buClr>
                          <a:srgbClr val="000000"/>
                        </a:buClr>
                        <a:buFont typeface="Wingdings" charset="2"/>
                        <a:buChar char=""/>
                      </a:pPr>
                      <a:r>
                        <a:rPr lang="tr-TR" sz="900" b="0" u="none" strike="noStrike">
                          <a:solidFill>
                            <a:schemeClr val="dk1"/>
                          </a:solidFill>
                          <a:effectLst/>
                          <a:uFillTx/>
                          <a:latin typeface="Calibri"/>
                        </a:rPr>
                        <a:t>Diğer (Açıklayınız)</a:t>
                      </a:r>
                      <a:endParaRPr lang="tr-TR" sz="900" b="0" u="none" strike="noStrike">
                        <a:solidFill>
                          <a:srgbClr val="000000"/>
                        </a:solidFill>
                        <a:effectLst/>
                        <a:uFillTx/>
                        <a:latin typeface="Arial"/>
                      </a:endParaRPr>
                    </a:p>
                  </a:txBody>
                  <a:tcPr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solidFill>
                  </a:tcPr>
                </a:tc>
                <a:tc>
                  <a:txBody>
                    <a:bodyPr/>
                    <a:lstStyle/>
                    <a:p>
                      <a:endParaRPr lang="tr-TR" sz="800" b="0" u="none" strike="noStrike" dirty="0">
                        <a:solidFill>
                          <a:srgbClr val="000000"/>
                        </a:solidFill>
                        <a:effectLst/>
                        <a:uFillTx/>
                        <a:latin typeface="Calibri"/>
                      </a:endParaRPr>
                    </a:p>
                  </a:txBody>
                  <a:tcPr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solidFill>
                  </a:tcPr>
                </a:tc>
                <a:extLst>
                  <a:ext uri="{0D108BD9-81ED-4DB2-BD59-A6C34878D82A}">
                    <a16:rowId xmlns:a16="http://schemas.microsoft.com/office/drawing/2014/main" val="10003"/>
                  </a:ext>
                </a:extLst>
              </a:tr>
              <a:tr h="386280">
                <a:tc>
                  <a:txBody>
                    <a:bodyPr/>
                    <a:lstStyle/>
                    <a:p>
                      <a:pPr algn="ctr" defTabSz="914400">
                        <a:lnSpc>
                          <a:spcPct val="100000"/>
                        </a:lnSpc>
                        <a:tabLst>
                          <a:tab pos="0" algn="l"/>
                        </a:tabLst>
                      </a:pPr>
                      <a:r>
                        <a:rPr lang="tr-TR" sz="1100" b="0" u="none" strike="noStrike">
                          <a:solidFill>
                            <a:schemeClr val="dk1"/>
                          </a:solidFill>
                          <a:effectLst/>
                          <a:uFillTx/>
                          <a:latin typeface="Calibri"/>
                        </a:rPr>
                        <a:t>Reaksiyon Kontrol Sistemi (Varsa)</a:t>
                      </a:r>
                      <a:endParaRPr lang="tr-TR" sz="1100" b="0" u="none" strike="noStrike">
                        <a:solidFill>
                          <a:srgbClr val="000000"/>
                        </a:solidFill>
                        <a:effectLst/>
                        <a:uFillTx/>
                        <a:latin typeface="Arial"/>
                      </a:endParaRPr>
                    </a:p>
                  </a:txBody>
                  <a:tcPr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solidFill>
                  </a:tcPr>
                </a:tc>
                <a:tc>
                  <a:txBody>
                    <a:bodyPr/>
                    <a:lstStyle/>
                    <a:p>
                      <a:endParaRPr lang="tr-TR" sz="800" b="0" u="none" strike="noStrike">
                        <a:solidFill>
                          <a:schemeClr val="dk1"/>
                        </a:solidFill>
                        <a:effectLst/>
                        <a:uFillTx/>
                        <a:latin typeface="Calibri"/>
                      </a:endParaRPr>
                    </a:p>
                  </a:txBody>
                  <a:tcPr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solidFill>
                  </a:tcPr>
                </a:tc>
                <a:tc>
                  <a:txBody>
                    <a:bodyPr/>
                    <a:lstStyle/>
                    <a:p>
                      <a:endParaRPr lang="tr-TR" sz="800" b="0" u="none" strike="noStrike" dirty="0">
                        <a:solidFill>
                          <a:srgbClr val="000000"/>
                        </a:solidFill>
                        <a:effectLst/>
                        <a:uFillTx/>
                        <a:latin typeface="Calibri"/>
                      </a:endParaRPr>
                    </a:p>
                  </a:txBody>
                  <a:tcPr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solidFill>
                  </a:tcPr>
                </a:tc>
                <a:extLst>
                  <a:ext uri="{0D108BD9-81ED-4DB2-BD59-A6C34878D82A}">
                    <a16:rowId xmlns:a16="http://schemas.microsoft.com/office/drawing/2014/main" val="10004"/>
                  </a:ext>
                </a:extLst>
              </a:tr>
            </a:tbl>
          </a:graphicData>
        </a:graphic>
      </p:graphicFrame>
      <p:sp>
        <p:nvSpPr>
          <p:cNvPr id="81" name="PlaceHolder 3"/>
          <p:cNvSpPr>
            <a:spLocks noGrp="1"/>
          </p:cNvSpPr>
          <p:nvPr>
            <p:ph type="dt" idx="33"/>
          </p:nvPr>
        </p:nvSpPr>
        <p:spPr>
          <a:xfrm>
            <a:off x="802800" y="6905520"/>
            <a:ext cx="1320840" cy="16128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FB573536-5B4D-4109-81B0-3B139C9E1A84}" type="datetime2">
              <a:rPr lang="tr-TR" sz="1050" b="0" u="none" strike="noStrike">
                <a:solidFill>
                  <a:srgbClr val="898989"/>
                </a:solidFill>
                <a:effectLst/>
                <a:uFillTx/>
                <a:latin typeface="Calibri"/>
              </a:rPr>
              <a:t>21 Nisan 2026 Salı</a:t>
            </a:fld>
            <a:endParaRPr lang="tr-TR" sz="1050" b="0" u="none" strike="noStrike">
              <a:solidFill>
                <a:srgbClr val="000000"/>
              </a:solidFill>
              <a:effectLst/>
              <a:uFillTx/>
              <a:latin typeface="Times New Roman"/>
            </a:endParaRPr>
          </a:p>
        </p:txBody>
      </p:sp>
      <p:sp>
        <p:nvSpPr>
          <p:cNvPr id="82" name="PlaceHolder 4"/>
          <p:cNvSpPr>
            <a:spLocks noGrp="1"/>
          </p:cNvSpPr>
          <p:nvPr>
            <p:ph type="ftr" idx="34"/>
          </p:nvPr>
        </p:nvSpPr>
        <p:spPr>
          <a:xfrm>
            <a:off x="3542040" y="6814080"/>
            <a:ext cx="3608640" cy="320040"/>
          </a:xfrm>
          <a:prstGeom prst="rect">
            <a:avLst/>
          </a:prstGeom>
          <a:noFill/>
          <a:ln w="0">
            <a:noFill/>
          </a:ln>
        </p:spPr>
        <p:txBody>
          <a:bodyPr lIns="0" tIns="0" rIns="0" bIns="0" anchor="t">
            <a:noAutofit/>
          </a:bodyPr>
          <a:lstStyle>
            <a:lvl1pPr indent="0" algn="ctr">
              <a:lnSpc>
                <a:spcPct val="100000"/>
              </a:lnSpc>
              <a:buNone/>
              <a:defRPr lang="tr-TR" sz="1050" b="0" u="none" strike="noStrike">
                <a:solidFill>
                  <a:srgbClr val="898989"/>
                </a:solidFill>
                <a:effectLst/>
                <a:uFillTx/>
                <a:latin typeface="Calibri"/>
              </a:defRPr>
            </a:lvl1pPr>
          </a:lstStyle>
          <a:p>
            <a:pPr indent="0" algn="ctr">
              <a:lnSpc>
                <a:spcPct val="100000"/>
              </a:lnSpc>
              <a:buNone/>
            </a:pPr>
            <a:r>
              <a:rPr lang="tr-TR" sz="1050" b="0" u="none" strike="noStrike" dirty="0">
                <a:solidFill>
                  <a:srgbClr val="898989"/>
                </a:solidFill>
                <a:effectLst/>
                <a:uFillTx/>
                <a:latin typeface="Calibri"/>
              </a:rPr>
              <a:t>2026 TEKNOFEST DİKEY İNİŞLİ ROKET YARIŞMASI</a:t>
            </a:r>
            <a:br>
              <a:rPr sz="1050" dirty="0"/>
            </a:br>
            <a:r>
              <a:rPr lang="tr-TR" sz="1050" b="0" u="none" strike="noStrike" dirty="0">
                <a:solidFill>
                  <a:srgbClr val="898989"/>
                </a:solidFill>
                <a:effectLst/>
                <a:uFillTx/>
                <a:latin typeface="Calibri"/>
              </a:rPr>
              <a:t> </a:t>
            </a:r>
            <a:r>
              <a:rPr lang="en-US" sz="1050" b="0" u="none" strike="noStrike" dirty="0">
                <a:solidFill>
                  <a:srgbClr val="898989"/>
                </a:solidFill>
                <a:effectLst/>
                <a:uFillTx/>
                <a:latin typeface="Calibri"/>
              </a:rPr>
              <a:t>KRİTİK</a:t>
            </a:r>
            <a:r>
              <a:rPr lang="tr-TR" sz="1050" b="0" u="none" strike="noStrike" dirty="0">
                <a:solidFill>
                  <a:srgbClr val="898989"/>
                </a:solidFill>
                <a:effectLst/>
                <a:uFillTx/>
                <a:latin typeface="Calibri"/>
              </a:rPr>
              <a:t> TASARIM RAPORU (</a:t>
            </a:r>
            <a:r>
              <a:rPr lang="en-US" sz="1050" b="0" u="none" strike="noStrike" dirty="0">
                <a:solidFill>
                  <a:srgbClr val="898989"/>
                </a:solidFill>
                <a:effectLst/>
                <a:uFillTx/>
                <a:latin typeface="Calibri"/>
              </a:rPr>
              <a:t>K</a:t>
            </a:r>
            <a:r>
              <a:rPr lang="tr-TR" sz="1050" b="0" u="none" strike="noStrike" dirty="0">
                <a:solidFill>
                  <a:srgbClr val="898989"/>
                </a:solidFill>
                <a:effectLst/>
                <a:uFillTx/>
                <a:latin typeface="Calibri"/>
              </a:rPr>
              <a:t>TR)</a:t>
            </a:r>
            <a:endParaRPr lang="tr-TR" sz="1050" b="0" u="none" strike="noStrike" dirty="0">
              <a:solidFill>
                <a:srgbClr val="000000"/>
              </a:solidFill>
              <a:effectLst/>
              <a:uFillTx/>
              <a:latin typeface="Times New Roman"/>
            </a:endParaRPr>
          </a:p>
        </p:txBody>
      </p:sp>
      <p:sp>
        <p:nvSpPr>
          <p:cNvPr id="83" name="TextBox 9"/>
          <p:cNvSpPr/>
          <p:nvPr/>
        </p:nvSpPr>
        <p:spPr>
          <a:xfrm>
            <a:off x="6480" y="544680"/>
            <a:ext cx="1027440" cy="569880"/>
          </a:xfrm>
          <a:prstGeom prst="rect">
            <a:avLst/>
          </a:prstGeom>
          <a:noFill/>
          <a:ln w="0">
            <a:solidFill>
              <a:srgbClr val="000000"/>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tr-TR" sz="1550" b="0" u="none" strike="noStrike">
                <a:solidFill>
                  <a:srgbClr val="000000"/>
                </a:solidFill>
                <a:effectLst/>
                <a:uFillTx/>
                <a:latin typeface="Calibri"/>
              </a:rPr>
              <a:t>Takım Logosu</a:t>
            </a:r>
            <a:endParaRPr lang="tr-TR" sz="1550" b="0" u="none" strike="noStrike">
              <a:solidFill>
                <a:srgbClr val="000000"/>
              </a:solidFill>
              <a:effectLst/>
              <a:uFillTx/>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Straight Connector 4"/>
          <p:cNvCxnSpPr/>
          <p:nvPr/>
        </p:nvCxnSpPr>
        <p:spPr>
          <a:xfrm flipV="1">
            <a:off x="0" y="1352520"/>
            <a:ext cx="10693440" cy="23040"/>
          </a:xfrm>
          <a:prstGeom prst="straightConnector1">
            <a:avLst/>
          </a:prstGeom>
          <a:ln w="38100">
            <a:solidFill>
              <a:srgbClr val="4A7EBB"/>
            </a:solidFill>
            <a:round/>
          </a:ln>
        </p:spPr>
      </p:cxnSp>
      <p:cxnSp>
        <p:nvCxnSpPr>
          <p:cNvPr id="85" name="Straight Connector 5"/>
          <p:cNvCxnSpPr/>
          <p:nvPr/>
        </p:nvCxnSpPr>
        <p:spPr>
          <a:xfrm flipV="1">
            <a:off x="0" y="6714360"/>
            <a:ext cx="10693440" cy="23040"/>
          </a:xfrm>
          <a:prstGeom prst="straightConnector1">
            <a:avLst/>
          </a:prstGeom>
          <a:ln w="38100">
            <a:solidFill>
              <a:srgbClr val="4A7EBB"/>
            </a:solidFill>
            <a:round/>
          </a:ln>
        </p:spPr>
      </p:cxnSp>
      <p:sp>
        <p:nvSpPr>
          <p:cNvPr id="86" name="PlaceHolder 1"/>
          <p:cNvSpPr>
            <a:spLocks noGrp="1"/>
          </p:cNvSpPr>
          <p:nvPr>
            <p:ph type="sldNum" idx="35"/>
          </p:nvPr>
        </p:nvSpPr>
        <p:spPr>
          <a:xfrm>
            <a:off x="9724320" y="6905520"/>
            <a:ext cx="201600" cy="16092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62953827-B800-4429-8FBA-259844A34F20}" type="slidenum">
              <a:rPr lang="tr-TR" sz="1050" b="0" u="none" strike="noStrike">
                <a:solidFill>
                  <a:srgbClr val="898989"/>
                </a:solidFill>
                <a:effectLst/>
                <a:uFillTx/>
                <a:latin typeface="Calibri"/>
              </a:rPr>
              <a:t>6</a:t>
            </a:fld>
            <a:endParaRPr lang="tr-TR" sz="1050" b="0" u="none" strike="noStrike">
              <a:solidFill>
                <a:srgbClr val="000000"/>
              </a:solidFill>
              <a:effectLst/>
              <a:uFillTx/>
              <a:latin typeface="Times New Roman"/>
            </a:endParaRPr>
          </a:p>
        </p:txBody>
      </p:sp>
      <p:pic>
        <p:nvPicPr>
          <p:cNvPr id="87" name="Picture 6"/>
          <p:cNvPicPr/>
          <p:nvPr/>
        </p:nvPicPr>
        <p:blipFill>
          <a:blip r:embed="rId3"/>
          <a:stretch/>
        </p:blipFill>
        <p:spPr>
          <a:xfrm>
            <a:off x="9630360" y="276120"/>
            <a:ext cx="1062720" cy="1062720"/>
          </a:xfrm>
          <a:prstGeom prst="rect">
            <a:avLst/>
          </a:prstGeom>
          <a:noFill/>
          <a:ln w="0">
            <a:noFill/>
          </a:ln>
        </p:spPr>
      </p:pic>
      <p:sp>
        <p:nvSpPr>
          <p:cNvPr id="88" name="TextBox 9"/>
          <p:cNvSpPr/>
          <p:nvPr/>
        </p:nvSpPr>
        <p:spPr>
          <a:xfrm>
            <a:off x="433080" y="2078280"/>
            <a:ext cx="9826920" cy="331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50560" indent="-250560" algn="just">
              <a:lnSpc>
                <a:spcPct val="100000"/>
              </a:lnSpc>
              <a:buClr>
                <a:srgbClr val="000000"/>
              </a:buClr>
              <a:buFont typeface="Arial"/>
              <a:buChar char="•"/>
            </a:pPr>
            <a:r>
              <a:rPr lang="tr-TR" sz="1550" b="0" u="none" strike="noStrike">
                <a:solidFill>
                  <a:srgbClr val="000000"/>
                </a:solidFill>
                <a:effectLst/>
                <a:uFillTx/>
                <a:latin typeface="Calibri"/>
              </a:rPr>
              <a:t>Bu bölümde yarışma roketinin 3 boyutlu CAD görünümü verilmelidir.</a:t>
            </a:r>
            <a:endParaRPr lang="tr-TR" sz="1550" b="0" u="none" strike="noStrike">
              <a:solidFill>
                <a:srgbClr val="000000"/>
              </a:solidFill>
              <a:effectLst/>
              <a:uFillTx/>
              <a:latin typeface="Arial"/>
            </a:endParaRPr>
          </a:p>
        </p:txBody>
      </p:sp>
      <p:sp>
        <p:nvSpPr>
          <p:cNvPr id="89" name="Title 1"/>
          <p:cNvSpPr/>
          <p:nvPr/>
        </p:nvSpPr>
        <p:spPr>
          <a:xfrm>
            <a:off x="1435680" y="381240"/>
            <a:ext cx="8019720" cy="857160"/>
          </a:xfrm>
          <a:prstGeom prst="rect">
            <a:avLst/>
          </a:prstGeom>
          <a:noFill/>
          <a:ln w="0">
            <a:noFill/>
          </a:ln>
        </p:spPr>
        <p:style>
          <a:lnRef idx="0">
            <a:scrgbClr r="0" g="0" b="0"/>
          </a:lnRef>
          <a:fillRef idx="0">
            <a:scrgbClr r="0" g="0" b="0"/>
          </a:fillRef>
          <a:effectRef idx="0">
            <a:scrgbClr r="0" g="0" b="0"/>
          </a:effectRef>
          <a:fontRef idx="minor"/>
        </p:style>
        <p:txBody>
          <a:bodyPr lIns="80280" tIns="39960" rIns="80280" bIns="39960" anchor="b">
            <a:normAutofit/>
          </a:bodyPr>
          <a:lstStyle/>
          <a:p>
            <a:pPr algn="ctr" defTabSz="914400">
              <a:lnSpc>
                <a:spcPct val="90000"/>
              </a:lnSpc>
            </a:pPr>
            <a:r>
              <a:rPr lang="tr-TR" sz="3950" b="1" u="none" strike="noStrike">
                <a:solidFill>
                  <a:srgbClr val="0070C0"/>
                </a:solidFill>
                <a:effectLst/>
                <a:uFillTx/>
                <a:latin typeface="Calibri"/>
              </a:rPr>
              <a:t>Yarışma Roketi Genel Görünümü</a:t>
            </a:r>
            <a:endParaRPr lang="tr-TR" sz="3950" b="0" u="none" strike="noStrike">
              <a:solidFill>
                <a:srgbClr val="000000"/>
              </a:solidFill>
              <a:effectLst/>
              <a:uFillTx/>
              <a:latin typeface="Arial"/>
            </a:endParaRPr>
          </a:p>
        </p:txBody>
      </p:sp>
      <p:sp>
        <p:nvSpPr>
          <p:cNvPr id="90" name="PlaceHolder 2"/>
          <p:cNvSpPr>
            <a:spLocks noGrp="1"/>
          </p:cNvSpPr>
          <p:nvPr>
            <p:ph type="dt" idx="36"/>
          </p:nvPr>
        </p:nvSpPr>
        <p:spPr>
          <a:xfrm>
            <a:off x="802800" y="6905520"/>
            <a:ext cx="1320840" cy="16128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8B694EA9-2E00-4DBE-A8FE-2DA9B768442A}" type="datetime2">
              <a:rPr lang="tr-TR" sz="1050" b="0" u="none" strike="noStrike">
                <a:solidFill>
                  <a:srgbClr val="898989"/>
                </a:solidFill>
                <a:effectLst/>
                <a:uFillTx/>
                <a:latin typeface="Calibri"/>
              </a:rPr>
              <a:t>21 Nisan 2026 Salı</a:t>
            </a:fld>
            <a:endParaRPr lang="tr-TR" sz="1050" b="0" u="none" strike="noStrike">
              <a:solidFill>
                <a:srgbClr val="000000"/>
              </a:solidFill>
              <a:effectLst/>
              <a:uFillTx/>
              <a:latin typeface="Times New Roman"/>
            </a:endParaRPr>
          </a:p>
        </p:txBody>
      </p:sp>
      <p:sp>
        <p:nvSpPr>
          <p:cNvPr id="91" name="PlaceHolder 3"/>
          <p:cNvSpPr>
            <a:spLocks noGrp="1"/>
          </p:cNvSpPr>
          <p:nvPr>
            <p:ph type="ftr" idx="37"/>
          </p:nvPr>
        </p:nvSpPr>
        <p:spPr>
          <a:xfrm>
            <a:off x="3542040" y="6814080"/>
            <a:ext cx="3608640" cy="320040"/>
          </a:xfrm>
          <a:prstGeom prst="rect">
            <a:avLst/>
          </a:prstGeom>
          <a:noFill/>
          <a:ln w="0">
            <a:noFill/>
          </a:ln>
        </p:spPr>
        <p:txBody>
          <a:bodyPr lIns="0" tIns="0" rIns="0" bIns="0" anchor="t">
            <a:noAutofit/>
          </a:bodyPr>
          <a:lstStyle>
            <a:lvl1pPr indent="0" algn="ctr">
              <a:lnSpc>
                <a:spcPct val="100000"/>
              </a:lnSpc>
              <a:buNone/>
              <a:defRPr lang="tr-TR" sz="1050" b="0" u="none" strike="noStrike">
                <a:solidFill>
                  <a:srgbClr val="898989"/>
                </a:solidFill>
                <a:effectLst/>
                <a:uFillTx/>
                <a:latin typeface="Calibri"/>
              </a:defRPr>
            </a:lvl1pPr>
          </a:lstStyle>
          <a:p>
            <a:pPr indent="0" algn="ctr">
              <a:lnSpc>
                <a:spcPct val="100000"/>
              </a:lnSpc>
              <a:buNone/>
            </a:pPr>
            <a:r>
              <a:rPr lang="tr-TR" sz="1050" b="0" u="none" strike="noStrike" dirty="0">
                <a:solidFill>
                  <a:srgbClr val="898989"/>
                </a:solidFill>
                <a:effectLst/>
                <a:uFillTx/>
                <a:latin typeface="Calibri"/>
              </a:rPr>
              <a:t>2026 TEKNOFEST DİKEY İNİŞLİ ROKET YARIŞMASI</a:t>
            </a:r>
            <a:br>
              <a:rPr sz="1050" dirty="0"/>
            </a:br>
            <a:r>
              <a:rPr lang="tr-TR" sz="1050" b="0" u="none" strike="noStrike" dirty="0">
                <a:solidFill>
                  <a:srgbClr val="898989"/>
                </a:solidFill>
                <a:effectLst/>
                <a:uFillTx/>
                <a:latin typeface="Calibri"/>
              </a:rPr>
              <a:t> </a:t>
            </a:r>
            <a:r>
              <a:rPr lang="en-US" sz="1050" b="0" u="none" strike="noStrike" dirty="0">
                <a:solidFill>
                  <a:srgbClr val="898989"/>
                </a:solidFill>
                <a:effectLst/>
                <a:uFillTx/>
                <a:latin typeface="Calibri"/>
              </a:rPr>
              <a:t>KRİTİK</a:t>
            </a:r>
            <a:r>
              <a:rPr lang="tr-TR" sz="1050" b="0" u="none" strike="noStrike" dirty="0">
                <a:solidFill>
                  <a:srgbClr val="898989"/>
                </a:solidFill>
                <a:effectLst/>
                <a:uFillTx/>
                <a:latin typeface="Calibri"/>
              </a:rPr>
              <a:t> TASARIM RAPORU (</a:t>
            </a:r>
            <a:r>
              <a:rPr lang="en-US" sz="1050" b="0" u="none" strike="noStrike" dirty="0">
                <a:solidFill>
                  <a:srgbClr val="898989"/>
                </a:solidFill>
                <a:effectLst/>
                <a:uFillTx/>
                <a:latin typeface="Calibri"/>
              </a:rPr>
              <a:t>K</a:t>
            </a:r>
            <a:r>
              <a:rPr lang="tr-TR" sz="1050" b="0" u="none" strike="noStrike" dirty="0">
                <a:solidFill>
                  <a:srgbClr val="898989"/>
                </a:solidFill>
                <a:effectLst/>
                <a:uFillTx/>
                <a:latin typeface="Calibri"/>
              </a:rPr>
              <a:t>TR)</a:t>
            </a:r>
            <a:endParaRPr lang="tr-TR" sz="1050" b="0" u="none" strike="noStrike" dirty="0">
              <a:solidFill>
                <a:srgbClr val="000000"/>
              </a:solidFill>
              <a:effectLst/>
              <a:uFillTx/>
              <a:latin typeface="Times New Roman"/>
            </a:endParaRPr>
          </a:p>
        </p:txBody>
      </p:sp>
      <p:sp>
        <p:nvSpPr>
          <p:cNvPr id="92" name="TextBox 9"/>
          <p:cNvSpPr/>
          <p:nvPr/>
        </p:nvSpPr>
        <p:spPr>
          <a:xfrm>
            <a:off x="6480" y="544680"/>
            <a:ext cx="1027440" cy="569880"/>
          </a:xfrm>
          <a:prstGeom prst="rect">
            <a:avLst/>
          </a:prstGeom>
          <a:noFill/>
          <a:ln w="0">
            <a:solidFill>
              <a:srgbClr val="000000"/>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tr-TR" sz="1550" b="0" u="none" strike="noStrike">
                <a:solidFill>
                  <a:srgbClr val="000000"/>
                </a:solidFill>
                <a:effectLst/>
                <a:uFillTx/>
                <a:latin typeface="Calibri"/>
              </a:rPr>
              <a:t>Takım Logosu</a:t>
            </a:r>
            <a:endParaRPr lang="tr-TR" sz="1550" b="0" u="none" strike="noStrike">
              <a:solidFill>
                <a:srgbClr val="000000"/>
              </a:solidFill>
              <a:effectLst/>
              <a:uFillTx/>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3" name="Straight Connector 4"/>
          <p:cNvCxnSpPr/>
          <p:nvPr/>
        </p:nvCxnSpPr>
        <p:spPr>
          <a:xfrm flipV="1">
            <a:off x="0" y="1352520"/>
            <a:ext cx="10693440" cy="23040"/>
          </a:xfrm>
          <a:prstGeom prst="straightConnector1">
            <a:avLst/>
          </a:prstGeom>
          <a:ln w="38100">
            <a:solidFill>
              <a:srgbClr val="4A7EBB"/>
            </a:solidFill>
            <a:round/>
          </a:ln>
        </p:spPr>
      </p:cxnSp>
      <p:cxnSp>
        <p:nvCxnSpPr>
          <p:cNvPr id="94" name="Straight Connector 5"/>
          <p:cNvCxnSpPr/>
          <p:nvPr/>
        </p:nvCxnSpPr>
        <p:spPr>
          <a:xfrm flipV="1">
            <a:off x="0" y="6714360"/>
            <a:ext cx="10693440" cy="23040"/>
          </a:xfrm>
          <a:prstGeom prst="straightConnector1">
            <a:avLst/>
          </a:prstGeom>
          <a:ln w="38100">
            <a:solidFill>
              <a:srgbClr val="4A7EBB"/>
            </a:solidFill>
            <a:round/>
          </a:ln>
        </p:spPr>
      </p:cxnSp>
      <p:sp>
        <p:nvSpPr>
          <p:cNvPr id="95" name="PlaceHolder 1"/>
          <p:cNvSpPr>
            <a:spLocks noGrp="1"/>
          </p:cNvSpPr>
          <p:nvPr>
            <p:ph type="sldNum" idx="38"/>
          </p:nvPr>
        </p:nvSpPr>
        <p:spPr>
          <a:xfrm>
            <a:off x="9724320" y="6905520"/>
            <a:ext cx="201600" cy="16092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CBA2CCF4-7859-42C7-A700-0F7391EB71AA}" type="slidenum">
              <a:rPr lang="tr-TR" sz="1050" b="0" u="none" strike="noStrike">
                <a:solidFill>
                  <a:srgbClr val="898989"/>
                </a:solidFill>
                <a:effectLst/>
                <a:uFillTx/>
                <a:latin typeface="Calibri"/>
              </a:rPr>
              <a:t>7</a:t>
            </a:fld>
            <a:endParaRPr lang="tr-TR" sz="1050" b="0" u="none" strike="noStrike">
              <a:solidFill>
                <a:srgbClr val="000000"/>
              </a:solidFill>
              <a:effectLst/>
              <a:uFillTx/>
              <a:latin typeface="Times New Roman"/>
            </a:endParaRPr>
          </a:p>
        </p:txBody>
      </p:sp>
      <p:sp>
        <p:nvSpPr>
          <p:cNvPr id="96" name="TextBox 9"/>
          <p:cNvSpPr/>
          <p:nvPr/>
        </p:nvSpPr>
        <p:spPr>
          <a:xfrm>
            <a:off x="166320" y="2098440"/>
            <a:ext cx="10157040" cy="200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50560" indent="-250560" algn="just">
              <a:lnSpc>
                <a:spcPct val="100000"/>
              </a:lnSpc>
              <a:buClr>
                <a:srgbClr val="000000"/>
              </a:buClr>
              <a:buFont typeface="Arial"/>
              <a:buChar char="•"/>
            </a:pPr>
            <a:r>
              <a:rPr lang="tr-TR" sz="1550" b="0" u="none" strike="noStrike">
                <a:solidFill>
                  <a:srgbClr val="000000"/>
                </a:solidFill>
                <a:effectLst/>
                <a:uFillTx/>
                <a:latin typeface="Calibri"/>
              </a:rPr>
              <a:t>Gövde, iniş takımı, soğuk itki sistemi, dolum arayüzü ve elektronik kart vb. roketin her bir alt sisteminin boyutsal detayı patlatılmış montaj görüntüsü olarak verilmelidir.</a:t>
            </a:r>
            <a:endParaRPr lang="tr-TR" sz="1550" b="0" u="none" strike="noStrike">
              <a:solidFill>
                <a:srgbClr val="000000"/>
              </a:solidFill>
              <a:effectLst/>
              <a:uFillTx/>
              <a:latin typeface="Arial"/>
            </a:endParaRPr>
          </a:p>
          <a:p>
            <a:pPr algn="just">
              <a:lnSpc>
                <a:spcPct val="100000"/>
              </a:lnSpc>
            </a:pPr>
            <a:endParaRPr lang="tr-TR" sz="1550" b="0" u="none" strike="noStrike">
              <a:solidFill>
                <a:srgbClr val="000000"/>
              </a:solidFill>
              <a:effectLst/>
              <a:uFillTx/>
              <a:latin typeface="Arial"/>
            </a:endParaRPr>
          </a:p>
          <a:p>
            <a:pPr marL="250560" indent="-250560" algn="just">
              <a:lnSpc>
                <a:spcPct val="100000"/>
              </a:lnSpc>
              <a:buClr>
                <a:srgbClr val="000000"/>
              </a:buClr>
              <a:buFont typeface="Arial"/>
              <a:buChar char="•"/>
            </a:pPr>
            <a:r>
              <a:rPr lang="tr-TR" sz="1550" b="0" u="none" strike="noStrike">
                <a:solidFill>
                  <a:srgbClr val="000000"/>
                </a:solidFill>
                <a:effectLst/>
                <a:uFillTx/>
                <a:latin typeface="Calibri"/>
              </a:rPr>
              <a:t>Genel bir CAD görseli üzerinden roket bölümleri (Gövde, iniş takımı, soğuk itki sistemi, elektronik kart vb. ) verilmelidir. </a:t>
            </a:r>
            <a:endParaRPr lang="tr-TR" sz="1550" b="0" u="none" strike="noStrike">
              <a:solidFill>
                <a:srgbClr val="000000"/>
              </a:solidFill>
              <a:effectLst/>
              <a:uFillTx/>
              <a:latin typeface="Arial"/>
            </a:endParaRPr>
          </a:p>
          <a:p>
            <a:pPr algn="just">
              <a:lnSpc>
                <a:spcPct val="100000"/>
              </a:lnSpc>
            </a:pPr>
            <a:endParaRPr lang="tr-TR" sz="1550" b="0" u="none" strike="noStrike">
              <a:solidFill>
                <a:srgbClr val="000000"/>
              </a:solidFill>
              <a:effectLst/>
              <a:uFillTx/>
              <a:latin typeface="Arial"/>
            </a:endParaRPr>
          </a:p>
          <a:p>
            <a:pPr marL="250560" indent="-250560" algn="just">
              <a:lnSpc>
                <a:spcPct val="100000"/>
              </a:lnSpc>
              <a:buClr>
                <a:srgbClr val="000000"/>
              </a:buClr>
              <a:buFont typeface="Arial"/>
              <a:buChar char="•"/>
            </a:pPr>
            <a:r>
              <a:rPr lang="tr-TR" sz="1550" b="0" u="none" strike="noStrike">
                <a:solidFill>
                  <a:srgbClr val="000000"/>
                </a:solidFill>
                <a:effectLst/>
                <a:uFillTx/>
                <a:latin typeface="Calibri"/>
              </a:rPr>
              <a:t>Fiziksel ölçüler görsel üzerinde verilmelidir. </a:t>
            </a:r>
            <a:endParaRPr lang="tr-TR" sz="1550" b="0" u="none" strike="noStrike">
              <a:solidFill>
                <a:srgbClr val="000000"/>
              </a:solidFill>
              <a:effectLst/>
              <a:uFillTx/>
              <a:latin typeface="Arial"/>
            </a:endParaRPr>
          </a:p>
          <a:p>
            <a:pPr algn="just">
              <a:lnSpc>
                <a:spcPct val="100000"/>
              </a:lnSpc>
            </a:pPr>
            <a:endParaRPr lang="tr-TR" sz="1550" b="0" u="none" strike="noStrike">
              <a:solidFill>
                <a:srgbClr val="000000"/>
              </a:solidFill>
              <a:effectLst/>
              <a:uFillTx/>
              <a:latin typeface="Arial"/>
            </a:endParaRPr>
          </a:p>
          <a:p>
            <a:pPr marL="250560" indent="-250560" algn="just">
              <a:lnSpc>
                <a:spcPct val="100000"/>
              </a:lnSpc>
              <a:buClr>
                <a:srgbClr val="000000"/>
              </a:buClr>
              <a:buFont typeface="Arial"/>
              <a:buChar char="•"/>
            </a:pPr>
            <a:r>
              <a:rPr lang="tr-TR" sz="1550" b="0" u="none" strike="noStrike">
                <a:solidFill>
                  <a:srgbClr val="000000"/>
                </a:solidFill>
                <a:effectLst/>
                <a:uFillTx/>
                <a:latin typeface="Calibri"/>
              </a:rPr>
              <a:t>Bu bölüm 2 yansıyı geçmemelidir. Roketin </a:t>
            </a:r>
            <a:r>
              <a:rPr lang="tr-TR" sz="1550" b="1" u="sng" strike="noStrike">
                <a:solidFill>
                  <a:srgbClr val="000000"/>
                </a:solidFill>
                <a:effectLst/>
                <a:uFillTx/>
                <a:latin typeface="Calibri"/>
              </a:rPr>
              <a:t>en güncel durumunu yansıtmalıdır</a:t>
            </a:r>
            <a:r>
              <a:rPr lang="tr-TR" sz="1550" b="0" u="sng" strike="noStrike">
                <a:solidFill>
                  <a:srgbClr val="000000"/>
                </a:solidFill>
                <a:effectLst/>
                <a:uFillTx/>
                <a:latin typeface="Calibri"/>
              </a:rPr>
              <a:t>. </a:t>
            </a:r>
            <a:endParaRPr lang="tr-TR" sz="1550" b="0" u="none" strike="noStrike">
              <a:solidFill>
                <a:srgbClr val="000000"/>
              </a:solidFill>
              <a:effectLst/>
              <a:uFillTx/>
              <a:latin typeface="Arial"/>
            </a:endParaRPr>
          </a:p>
        </p:txBody>
      </p:sp>
      <p:pic>
        <p:nvPicPr>
          <p:cNvPr id="97" name="Picture 6"/>
          <p:cNvPicPr/>
          <p:nvPr/>
        </p:nvPicPr>
        <p:blipFill>
          <a:blip r:embed="rId3"/>
          <a:stretch/>
        </p:blipFill>
        <p:spPr>
          <a:xfrm>
            <a:off x="9630360" y="276120"/>
            <a:ext cx="1062720" cy="1062720"/>
          </a:xfrm>
          <a:prstGeom prst="rect">
            <a:avLst/>
          </a:prstGeom>
          <a:noFill/>
          <a:ln w="0">
            <a:noFill/>
          </a:ln>
        </p:spPr>
      </p:pic>
      <p:sp>
        <p:nvSpPr>
          <p:cNvPr id="98" name="Rectangle 13"/>
          <p:cNvSpPr/>
          <p:nvPr/>
        </p:nvSpPr>
        <p:spPr>
          <a:xfrm>
            <a:off x="0" y="6405480"/>
            <a:ext cx="10157040" cy="27554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tr-TR" sz="1200" b="0" i="1" u="none" strike="noStrike" dirty="0">
                <a:solidFill>
                  <a:srgbClr val="000000"/>
                </a:solidFill>
                <a:effectLst/>
                <a:uFillTx/>
                <a:latin typeface="Calibri"/>
              </a:rPr>
              <a:t>Bu bölümde şartnamede yer alan</a:t>
            </a:r>
            <a:r>
              <a:rPr lang="tr-TR" sz="1200" b="1" i="1" dirty="0">
                <a:solidFill>
                  <a:srgbClr val="000000"/>
                </a:solidFill>
              </a:rPr>
              <a:t> 4.2.a, 4.2.b, 4.2.c, 4.2.e, 4.2.h, 4.2.k </a:t>
            </a:r>
            <a:r>
              <a:rPr lang="tr-TR" sz="1200" b="0" i="1" u="none" strike="noStrike" dirty="0">
                <a:solidFill>
                  <a:srgbClr val="000000"/>
                </a:solidFill>
                <a:effectLst/>
                <a:uFillTx/>
                <a:latin typeface="Calibri"/>
              </a:rPr>
              <a:t>numaralı gereksinimlerin karşılanıp karşılanmadığı kontrol edilecektir.</a:t>
            </a:r>
            <a:endParaRPr lang="tr-TR" sz="1200" b="0" u="none" strike="noStrike" dirty="0">
              <a:solidFill>
                <a:srgbClr val="000000"/>
              </a:solidFill>
              <a:effectLst/>
              <a:uFillTx/>
              <a:latin typeface="Arial"/>
            </a:endParaRPr>
          </a:p>
        </p:txBody>
      </p:sp>
      <p:sp>
        <p:nvSpPr>
          <p:cNvPr id="99" name="Title 1"/>
          <p:cNvSpPr/>
          <p:nvPr/>
        </p:nvSpPr>
        <p:spPr>
          <a:xfrm>
            <a:off x="1235160" y="494640"/>
            <a:ext cx="8019720" cy="658440"/>
          </a:xfrm>
          <a:prstGeom prst="rect">
            <a:avLst/>
          </a:prstGeom>
          <a:noFill/>
          <a:ln w="0">
            <a:noFill/>
          </a:ln>
        </p:spPr>
        <p:style>
          <a:lnRef idx="0">
            <a:scrgbClr r="0" g="0" b="0"/>
          </a:lnRef>
          <a:fillRef idx="0">
            <a:scrgbClr r="0" g="0" b="0"/>
          </a:fillRef>
          <a:effectRef idx="0">
            <a:scrgbClr r="0" g="0" b="0"/>
          </a:effectRef>
          <a:fontRef idx="minor"/>
        </p:style>
        <p:txBody>
          <a:bodyPr lIns="80280" tIns="39960" rIns="80280" bIns="39960" anchor="b">
            <a:noAutofit/>
          </a:bodyPr>
          <a:lstStyle/>
          <a:p>
            <a:pPr algn="ctr" defTabSz="914400">
              <a:lnSpc>
                <a:spcPct val="90000"/>
              </a:lnSpc>
            </a:pPr>
            <a:r>
              <a:rPr lang="tr-TR" sz="3950" b="1" u="none" strike="noStrike">
                <a:solidFill>
                  <a:srgbClr val="0070C0"/>
                </a:solidFill>
                <a:effectLst/>
                <a:uFillTx/>
                <a:latin typeface="Calibri"/>
              </a:rPr>
              <a:t>Genel Tasarım</a:t>
            </a:r>
            <a:endParaRPr lang="tr-TR" sz="3950" b="0" u="none" strike="noStrike">
              <a:solidFill>
                <a:srgbClr val="000000"/>
              </a:solidFill>
              <a:effectLst/>
              <a:uFillTx/>
              <a:latin typeface="Arial"/>
            </a:endParaRPr>
          </a:p>
        </p:txBody>
      </p:sp>
      <p:pic>
        <p:nvPicPr>
          <p:cNvPr id="100" name="Resim 14"/>
          <p:cNvPicPr/>
          <p:nvPr/>
        </p:nvPicPr>
        <p:blipFill>
          <a:blip r:embed="rId4"/>
          <a:stretch/>
        </p:blipFill>
        <p:spPr>
          <a:xfrm>
            <a:off x="1604880" y="3957840"/>
            <a:ext cx="7149960" cy="2024280"/>
          </a:xfrm>
          <a:prstGeom prst="rect">
            <a:avLst/>
          </a:prstGeom>
          <a:noFill/>
          <a:ln w="0">
            <a:noFill/>
          </a:ln>
        </p:spPr>
      </p:pic>
      <p:sp>
        <p:nvSpPr>
          <p:cNvPr id="101" name="TextBox 1"/>
          <p:cNvSpPr/>
          <p:nvPr/>
        </p:nvSpPr>
        <p:spPr>
          <a:xfrm>
            <a:off x="6480" y="544680"/>
            <a:ext cx="1027440" cy="569880"/>
          </a:xfrm>
          <a:prstGeom prst="rect">
            <a:avLst/>
          </a:prstGeom>
          <a:noFill/>
          <a:ln w="0">
            <a:solidFill>
              <a:srgbClr val="000000"/>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tr-TR" sz="1550" b="0" u="none" strike="noStrike">
                <a:solidFill>
                  <a:srgbClr val="000000"/>
                </a:solidFill>
                <a:effectLst/>
                <a:uFillTx/>
                <a:latin typeface="Calibri"/>
              </a:rPr>
              <a:t>Takım Logosu</a:t>
            </a:r>
            <a:endParaRPr lang="tr-TR" sz="1550" b="0" u="none" strike="noStrike">
              <a:solidFill>
                <a:srgbClr val="000000"/>
              </a:solidFill>
              <a:effectLst/>
              <a:uFillTx/>
              <a:latin typeface="Arial"/>
            </a:endParaRPr>
          </a:p>
        </p:txBody>
      </p:sp>
      <p:sp>
        <p:nvSpPr>
          <p:cNvPr id="102" name="PlaceHolder 2"/>
          <p:cNvSpPr>
            <a:spLocks noGrp="1"/>
          </p:cNvSpPr>
          <p:nvPr>
            <p:ph type="dt" idx="39"/>
          </p:nvPr>
        </p:nvSpPr>
        <p:spPr>
          <a:xfrm>
            <a:off x="802800" y="6905520"/>
            <a:ext cx="1320840" cy="16128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6547B462-C61E-443E-A41F-F7A6AEDD1167}" type="datetime2">
              <a:rPr lang="tr-TR" sz="1050" b="0" u="none" strike="noStrike">
                <a:solidFill>
                  <a:srgbClr val="898989"/>
                </a:solidFill>
                <a:effectLst/>
                <a:uFillTx/>
                <a:latin typeface="Calibri"/>
              </a:rPr>
              <a:t>21 Nisan 2026 Salı</a:t>
            </a:fld>
            <a:endParaRPr lang="tr-TR" sz="1050" b="0" u="none" strike="noStrike">
              <a:solidFill>
                <a:srgbClr val="000000"/>
              </a:solidFill>
              <a:effectLst/>
              <a:uFillTx/>
              <a:latin typeface="Times New Roman"/>
            </a:endParaRPr>
          </a:p>
        </p:txBody>
      </p:sp>
      <p:sp>
        <p:nvSpPr>
          <p:cNvPr id="103" name="PlaceHolder 3"/>
          <p:cNvSpPr>
            <a:spLocks noGrp="1"/>
          </p:cNvSpPr>
          <p:nvPr>
            <p:ph type="ftr" idx="40"/>
          </p:nvPr>
        </p:nvSpPr>
        <p:spPr>
          <a:xfrm>
            <a:off x="3542040" y="6814080"/>
            <a:ext cx="3608640" cy="320040"/>
          </a:xfrm>
          <a:prstGeom prst="rect">
            <a:avLst/>
          </a:prstGeom>
          <a:noFill/>
          <a:ln w="0">
            <a:noFill/>
          </a:ln>
        </p:spPr>
        <p:txBody>
          <a:bodyPr lIns="0" tIns="0" rIns="0" bIns="0" anchor="t">
            <a:noAutofit/>
          </a:bodyPr>
          <a:lstStyle>
            <a:lvl1pPr indent="0" algn="ctr">
              <a:lnSpc>
                <a:spcPct val="100000"/>
              </a:lnSpc>
              <a:buNone/>
              <a:defRPr lang="tr-TR" sz="1050" b="0" u="none" strike="noStrike">
                <a:solidFill>
                  <a:srgbClr val="898989"/>
                </a:solidFill>
                <a:effectLst/>
                <a:uFillTx/>
                <a:latin typeface="Calibri"/>
              </a:defRPr>
            </a:lvl1pPr>
          </a:lstStyle>
          <a:p>
            <a:pPr indent="0" algn="ctr">
              <a:lnSpc>
                <a:spcPct val="100000"/>
              </a:lnSpc>
              <a:buNone/>
            </a:pPr>
            <a:r>
              <a:rPr lang="tr-TR" sz="1050" b="0" u="none" strike="noStrike" dirty="0">
                <a:solidFill>
                  <a:srgbClr val="898989"/>
                </a:solidFill>
                <a:effectLst/>
                <a:uFillTx/>
                <a:latin typeface="Calibri"/>
              </a:rPr>
              <a:t>2026 TEKNOFEST DİKEY İNİŞLİ ROKET YARIŞMASI</a:t>
            </a:r>
            <a:br>
              <a:rPr sz="1050" dirty="0"/>
            </a:br>
            <a:r>
              <a:rPr lang="tr-TR" sz="1050" b="0" u="none" strike="noStrike" dirty="0">
                <a:solidFill>
                  <a:srgbClr val="898989"/>
                </a:solidFill>
                <a:effectLst/>
                <a:uFillTx/>
                <a:latin typeface="Calibri"/>
              </a:rPr>
              <a:t> </a:t>
            </a:r>
            <a:r>
              <a:rPr lang="en-US" sz="1050" b="0" u="none" strike="noStrike" dirty="0">
                <a:solidFill>
                  <a:srgbClr val="898989"/>
                </a:solidFill>
                <a:effectLst/>
                <a:uFillTx/>
                <a:latin typeface="Calibri"/>
              </a:rPr>
              <a:t>KRİTİK</a:t>
            </a:r>
            <a:r>
              <a:rPr lang="tr-TR" sz="1050" b="0" u="none" strike="noStrike" dirty="0">
                <a:solidFill>
                  <a:srgbClr val="898989"/>
                </a:solidFill>
                <a:effectLst/>
                <a:uFillTx/>
                <a:latin typeface="Calibri"/>
              </a:rPr>
              <a:t> TASARIM RAPORU (</a:t>
            </a:r>
            <a:r>
              <a:rPr lang="en-US" sz="1050" b="0" u="none" strike="noStrike" dirty="0">
                <a:solidFill>
                  <a:srgbClr val="898989"/>
                </a:solidFill>
                <a:effectLst/>
                <a:uFillTx/>
                <a:latin typeface="Calibri"/>
              </a:rPr>
              <a:t>K</a:t>
            </a:r>
            <a:r>
              <a:rPr lang="tr-TR" sz="1050" b="0" u="none" strike="noStrike" dirty="0">
                <a:solidFill>
                  <a:srgbClr val="898989"/>
                </a:solidFill>
                <a:effectLst/>
                <a:uFillTx/>
                <a:latin typeface="Calibri"/>
              </a:rPr>
              <a:t>TR)</a:t>
            </a:r>
            <a:endParaRPr lang="tr-TR" sz="1050" b="0" u="none" strike="noStrike" dirty="0">
              <a:solidFill>
                <a:srgbClr val="000000"/>
              </a:solidFill>
              <a:effectLst/>
              <a:uFillTx/>
              <a:latin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PlaceHolder 1"/>
          <p:cNvSpPr>
            <a:spLocks noGrp="1"/>
          </p:cNvSpPr>
          <p:nvPr>
            <p:ph type="title"/>
          </p:nvPr>
        </p:nvSpPr>
        <p:spPr>
          <a:xfrm>
            <a:off x="1235160" y="494640"/>
            <a:ext cx="8019720" cy="658440"/>
          </a:xfrm>
          <a:prstGeom prst="rect">
            <a:avLst/>
          </a:prstGeom>
          <a:noFill/>
          <a:ln w="0">
            <a:noFill/>
          </a:ln>
        </p:spPr>
        <p:txBody>
          <a:bodyPr lIns="0" tIns="0" rIns="0" bIns="0" anchor="b">
            <a:normAutofit/>
          </a:bodyPr>
          <a:lstStyle/>
          <a:p>
            <a:pPr indent="0" algn="ctr">
              <a:lnSpc>
                <a:spcPct val="100000"/>
              </a:lnSpc>
              <a:buNone/>
            </a:pPr>
            <a:r>
              <a:rPr lang="tr-TR" sz="3950" b="1" u="none" strike="noStrike">
                <a:solidFill>
                  <a:srgbClr val="0070C0"/>
                </a:solidFill>
                <a:effectLst/>
                <a:uFillTx/>
                <a:latin typeface="Calibri"/>
              </a:rPr>
              <a:t>Genel Tasarım</a:t>
            </a:r>
            <a:endParaRPr lang="tr-TR" sz="3950" b="0" u="none" strike="noStrike">
              <a:solidFill>
                <a:srgbClr val="000000"/>
              </a:solidFill>
              <a:effectLst/>
              <a:uFillTx/>
              <a:latin typeface="Calibri"/>
            </a:endParaRPr>
          </a:p>
        </p:txBody>
      </p:sp>
      <p:cxnSp>
        <p:nvCxnSpPr>
          <p:cNvPr id="105" name="Straight Connector 4"/>
          <p:cNvCxnSpPr/>
          <p:nvPr/>
        </p:nvCxnSpPr>
        <p:spPr>
          <a:xfrm flipV="1">
            <a:off x="0" y="1352520"/>
            <a:ext cx="10693440" cy="23040"/>
          </a:xfrm>
          <a:prstGeom prst="straightConnector1">
            <a:avLst/>
          </a:prstGeom>
          <a:ln w="38100">
            <a:solidFill>
              <a:srgbClr val="4A7EBB"/>
            </a:solidFill>
            <a:round/>
          </a:ln>
        </p:spPr>
      </p:cxnSp>
      <p:cxnSp>
        <p:nvCxnSpPr>
          <p:cNvPr id="106" name="Straight Connector 5"/>
          <p:cNvCxnSpPr/>
          <p:nvPr/>
        </p:nvCxnSpPr>
        <p:spPr>
          <a:xfrm flipV="1">
            <a:off x="0" y="6714360"/>
            <a:ext cx="10693440" cy="23040"/>
          </a:xfrm>
          <a:prstGeom prst="straightConnector1">
            <a:avLst/>
          </a:prstGeom>
          <a:ln w="38100">
            <a:solidFill>
              <a:srgbClr val="4A7EBB"/>
            </a:solidFill>
            <a:round/>
          </a:ln>
        </p:spPr>
      </p:cxnSp>
      <p:sp>
        <p:nvSpPr>
          <p:cNvPr id="107" name="PlaceHolder 2"/>
          <p:cNvSpPr>
            <a:spLocks noGrp="1"/>
          </p:cNvSpPr>
          <p:nvPr>
            <p:ph type="sldNum" idx="41"/>
          </p:nvPr>
        </p:nvSpPr>
        <p:spPr>
          <a:xfrm>
            <a:off x="9724320" y="6905520"/>
            <a:ext cx="201600" cy="16092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A2A9E925-BC5D-4536-A1A4-A37E848E2843}" type="slidenum">
              <a:rPr lang="tr-TR" sz="1050" b="0" u="none" strike="noStrike">
                <a:solidFill>
                  <a:srgbClr val="898989"/>
                </a:solidFill>
                <a:effectLst/>
                <a:uFillTx/>
                <a:latin typeface="Calibri"/>
              </a:rPr>
              <a:t>8</a:t>
            </a:fld>
            <a:endParaRPr lang="tr-TR" sz="1050" b="0" u="none" strike="noStrike">
              <a:solidFill>
                <a:srgbClr val="000000"/>
              </a:solidFill>
              <a:effectLst/>
              <a:uFillTx/>
              <a:latin typeface="Times New Roman"/>
            </a:endParaRPr>
          </a:p>
        </p:txBody>
      </p:sp>
      <p:sp>
        <p:nvSpPr>
          <p:cNvPr id="108" name="TextBox 9"/>
          <p:cNvSpPr/>
          <p:nvPr/>
        </p:nvSpPr>
        <p:spPr>
          <a:xfrm>
            <a:off x="130680" y="2033280"/>
            <a:ext cx="9826920" cy="1762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50560" indent="-250560" algn="just">
              <a:lnSpc>
                <a:spcPct val="100000"/>
              </a:lnSpc>
              <a:buClr>
                <a:srgbClr val="000000"/>
              </a:buClr>
              <a:buFont typeface="Arial"/>
              <a:buChar char="•"/>
            </a:pPr>
            <a:r>
              <a:rPr lang="tr-TR" sz="1550" b="0" u="none" strike="noStrike">
                <a:solidFill>
                  <a:srgbClr val="000000"/>
                </a:solidFill>
                <a:effectLst/>
                <a:uFillTx/>
                <a:latin typeface="Calibri"/>
              </a:rPr>
              <a:t>Bu sayfada ÖTR’de var olmayıp (rapor formatındaki bazı değişiklikler veya getiri-götürü analizi sonucu) KTR’de yeni eklediğiniz içerikler belirtilmelidir. </a:t>
            </a:r>
            <a:endParaRPr lang="tr-TR" sz="1550" b="0" u="none" strike="noStrike">
              <a:solidFill>
                <a:srgbClr val="000000"/>
              </a:solidFill>
              <a:effectLst/>
              <a:uFillTx/>
              <a:latin typeface="Arial"/>
            </a:endParaRPr>
          </a:p>
          <a:p>
            <a:pPr marL="250560" indent="-250560" algn="just">
              <a:lnSpc>
                <a:spcPct val="100000"/>
              </a:lnSpc>
              <a:buClr>
                <a:srgbClr val="000000"/>
              </a:buClr>
              <a:buFont typeface="Arial"/>
              <a:buChar char="•"/>
            </a:pPr>
            <a:r>
              <a:rPr lang="tr-TR" sz="1550" b="0" u="none" strike="noStrike">
                <a:solidFill>
                  <a:srgbClr val="000000"/>
                </a:solidFill>
                <a:effectLst/>
                <a:uFillTx/>
                <a:latin typeface="Calibri"/>
              </a:rPr>
              <a:t>Bu içeriğin KTR’de hangi sayfada olduğu belirtilmelidir. (Örnek tablo aşağıda verilmiştir.) </a:t>
            </a:r>
            <a:endParaRPr lang="tr-TR" sz="1550" b="0" u="none" strike="noStrike">
              <a:solidFill>
                <a:srgbClr val="000000"/>
              </a:solidFill>
              <a:effectLst/>
              <a:uFillTx/>
              <a:latin typeface="Arial"/>
            </a:endParaRPr>
          </a:p>
          <a:p>
            <a:pPr marL="250560" indent="-250560" algn="just">
              <a:lnSpc>
                <a:spcPct val="100000"/>
              </a:lnSpc>
              <a:buClr>
                <a:srgbClr val="000000"/>
              </a:buClr>
              <a:buFont typeface="Arial"/>
              <a:buChar char="•"/>
            </a:pPr>
            <a:r>
              <a:rPr lang="tr-TR" sz="1550" b="0" u="none" strike="noStrike">
                <a:solidFill>
                  <a:srgbClr val="000000"/>
                </a:solidFill>
                <a:effectLst/>
                <a:uFillTx/>
                <a:latin typeface="Calibri"/>
              </a:rPr>
              <a:t>KTR’de değiştiği belirtilen içeriğin sunum içerisinde belirtildiği sayfada </a:t>
            </a:r>
            <a:r>
              <a:rPr lang="tr-TR" sz="1550" b="0" u="none" strike="noStrike">
                <a:solidFill>
                  <a:srgbClr val="FF0000"/>
                </a:solidFill>
                <a:effectLst/>
                <a:uFillTx/>
                <a:latin typeface="Calibri"/>
              </a:rPr>
              <a:t>kırmızı</a:t>
            </a:r>
            <a:r>
              <a:rPr lang="tr-TR" sz="1550" b="0" u="none" strike="noStrike">
                <a:solidFill>
                  <a:srgbClr val="000000"/>
                </a:solidFill>
                <a:effectLst/>
                <a:uFillTx/>
                <a:latin typeface="Calibri"/>
              </a:rPr>
              <a:t> renk ile yazılarak belli edilmesi gerekmektedir. </a:t>
            </a:r>
            <a:endParaRPr lang="tr-TR" sz="1550" b="0" u="none" strike="noStrike">
              <a:solidFill>
                <a:srgbClr val="000000"/>
              </a:solidFill>
              <a:effectLst/>
              <a:uFillTx/>
              <a:latin typeface="Arial"/>
            </a:endParaRPr>
          </a:p>
          <a:p>
            <a:pPr algn="just">
              <a:lnSpc>
                <a:spcPct val="100000"/>
              </a:lnSpc>
            </a:pPr>
            <a:endParaRPr lang="tr-TR" sz="1550" b="0" u="none" strike="noStrike">
              <a:solidFill>
                <a:srgbClr val="000000"/>
              </a:solidFill>
              <a:effectLst/>
              <a:uFillTx/>
              <a:latin typeface="Arial"/>
            </a:endParaRPr>
          </a:p>
          <a:p>
            <a:pPr algn="just">
              <a:lnSpc>
                <a:spcPct val="100000"/>
              </a:lnSpc>
            </a:pPr>
            <a:r>
              <a:rPr lang="tr-TR" sz="1550" b="0" u="none" strike="noStrike">
                <a:solidFill>
                  <a:srgbClr val="000000"/>
                </a:solidFill>
                <a:effectLst/>
                <a:uFillTx/>
                <a:latin typeface="Calibri"/>
              </a:rPr>
              <a:t>Bu bölüm 2 yansıyı geçmemelidir.</a:t>
            </a:r>
            <a:endParaRPr lang="tr-TR" sz="1550" b="0" u="none" strike="noStrike">
              <a:solidFill>
                <a:srgbClr val="000000"/>
              </a:solidFill>
              <a:effectLst/>
              <a:uFillTx/>
              <a:latin typeface="Arial"/>
            </a:endParaRPr>
          </a:p>
        </p:txBody>
      </p:sp>
      <p:pic>
        <p:nvPicPr>
          <p:cNvPr id="109" name="Picture 6"/>
          <p:cNvPicPr/>
          <p:nvPr/>
        </p:nvPicPr>
        <p:blipFill>
          <a:blip r:embed="rId3"/>
          <a:stretch/>
        </p:blipFill>
        <p:spPr>
          <a:xfrm>
            <a:off x="9630360" y="276120"/>
            <a:ext cx="1062720" cy="1062720"/>
          </a:xfrm>
          <a:prstGeom prst="rect">
            <a:avLst/>
          </a:prstGeom>
          <a:noFill/>
          <a:ln w="0">
            <a:noFill/>
          </a:ln>
        </p:spPr>
      </p:pic>
      <p:pic>
        <p:nvPicPr>
          <p:cNvPr id="110" name="Resim 10"/>
          <p:cNvPicPr/>
          <p:nvPr/>
        </p:nvPicPr>
        <p:blipFill>
          <a:blip r:embed="rId4"/>
          <a:srcRect t="7560"/>
          <a:stretch/>
        </p:blipFill>
        <p:spPr>
          <a:xfrm>
            <a:off x="1938240" y="3814920"/>
            <a:ext cx="7026480" cy="1925280"/>
          </a:xfrm>
          <a:prstGeom prst="rect">
            <a:avLst/>
          </a:prstGeom>
          <a:noFill/>
          <a:ln w="0">
            <a:noFill/>
          </a:ln>
        </p:spPr>
      </p:pic>
      <p:sp>
        <p:nvSpPr>
          <p:cNvPr id="111" name="Dikdörtgen 12"/>
          <p:cNvSpPr/>
          <p:nvPr/>
        </p:nvSpPr>
        <p:spPr>
          <a:xfrm>
            <a:off x="6480" y="6353640"/>
            <a:ext cx="10155240" cy="27554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lnSpc>
                <a:spcPct val="100000"/>
              </a:lnSpc>
            </a:pPr>
            <a:r>
              <a:rPr lang="tr-TR" sz="1200" b="0" i="1" u="none" strike="noStrike" dirty="0">
                <a:solidFill>
                  <a:srgbClr val="000000"/>
                </a:solidFill>
                <a:effectLst/>
                <a:uFillTx/>
                <a:latin typeface="Calibri"/>
              </a:rPr>
              <a:t>Bu bölümde şartnamede yer alan </a:t>
            </a:r>
            <a:r>
              <a:rPr lang="tr-TR" sz="1200" b="1" i="1" u="none" strike="noStrike" dirty="0">
                <a:solidFill>
                  <a:srgbClr val="000000"/>
                </a:solidFill>
                <a:effectLst/>
                <a:uFillTx/>
                <a:latin typeface="Calibri"/>
              </a:rPr>
              <a:t>4.2.a, 4.2.b, 4.2.c, 4.1.j, 4.1.k </a:t>
            </a:r>
            <a:r>
              <a:rPr lang="tr-TR" sz="1200" b="0" i="1" u="none" strike="noStrike" dirty="0">
                <a:solidFill>
                  <a:srgbClr val="000000"/>
                </a:solidFill>
                <a:effectLst/>
                <a:uFillTx/>
                <a:latin typeface="Calibri"/>
              </a:rPr>
              <a:t>numaralı gereksinimlerin karşılanıp karşılanmadığı kontrol edilecektir. </a:t>
            </a:r>
            <a:endParaRPr lang="tr-TR" sz="1200" b="0" u="none" strike="noStrike" dirty="0">
              <a:solidFill>
                <a:srgbClr val="000000"/>
              </a:solidFill>
              <a:effectLst/>
              <a:uFillTx/>
              <a:latin typeface="Arial"/>
            </a:endParaRPr>
          </a:p>
        </p:txBody>
      </p:sp>
      <p:sp>
        <p:nvSpPr>
          <p:cNvPr id="112" name="TextBox 6"/>
          <p:cNvSpPr/>
          <p:nvPr/>
        </p:nvSpPr>
        <p:spPr>
          <a:xfrm>
            <a:off x="6480" y="544680"/>
            <a:ext cx="1027440" cy="569880"/>
          </a:xfrm>
          <a:prstGeom prst="rect">
            <a:avLst/>
          </a:prstGeom>
          <a:noFill/>
          <a:ln w="0">
            <a:solidFill>
              <a:srgbClr val="000000"/>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tr-TR" sz="1550" b="0" u="none" strike="noStrike">
                <a:solidFill>
                  <a:srgbClr val="000000"/>
                </a:solidFill>
                <a:effectLst/>
                <a:uFillTx/>
                <a:latin typeface="Calibri"/>
              </a:rPr>
              <a:t>Takım Logosu</a:t>
            </a:r>
            <a:endParaRPr lang="tr-TR" sz="1550" b="0" u="none" strike="noStrike">
              <a:solidFill>
                <a:srgbClr val="000000"/>
              </a:solidFill>
              <a:effectLst/>
              <a:uFillTx/>
              <a:latin typeface="Arial"/>
            </a:endParaRPr>
          </a:p>
        </p:txBody>
      </p:sp>
      <p:sp>
        <p:nvSpPr>
          <p:cNvPr id="113" name="PlaceHolder 3"/>
          <p:cNvSpPr>
            <a:spLocks noGrp="1"/>
          </p:cNvSpPr>
          <p:nvPr>
            <p:ph type="dt" idx="42"/>
          </p:nvPr>
        </p:nvSpPr>
        <p:spPr>
          <a:xfrm>
            <a:off x="802800" y="6905520"/>
            <a:ext cx="1320840" cy="16128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510A4AF3-894E-47F8-8EC2-4512A436BD20}" type="datetime2">
              <a:rPr lang="tr-TR" sz="1050" b="0" u="none" strike="noStrike">
                <a:solidFill>
                  <a:srgbClr val="898989"/>
                </a:solidFill>
                <a:effectLst/>
                <a:uFillTx/>
                <a:latin typeface="Calibri"/>
              </a:rPr>
              <a:t>21 Nisan 2026 Salı</a:t>
            </a:fld>
            <a:endParaRPr lang="tr-TR" sz="1050" b="0" u="none" strike="noStrike">
              <a:solidFill>
                <a:srgbClr val="000000"/>
              </a:solidFill>
              <a:effectLst/>
              <a:uFillTx/>
              <a:latin typeface="Times New Roman"/>
            </a:endParaRPr>
          </a:p>
        </p:txBody>
      </p:sp>
      <p:sp>
        <p:nvSpPr>
          <p:cNvPr id="114" name="PlaceHolder 4"/>
          <p:cNvSpPr>
            <a:spLocks noGrp="1"/>
          </p:cNvSpPr>
          <p:nvPr>
            <p:ph type="ftr" idx="43"/>
          </p:nvPr>
        </p:nvSpPr>
        <p:spPr>
          <a:xfrm>
            <a:off x="3542040" y="6814080"/>
            <a:ext cx="3608640" cy="320040"/>
          </a:xfrm>
          <a:prstGeom prst="rect">
            <a:avLst/>
          </a:prstGeom>
          <a:noFill/>
          <a:ln w="0">
            <a:noFill/>
          </a:ln>
        </p:spPr>
        <p:txBody>
          <a:bodyPr lIns="0" tIns="0" rIns="0" bIns="0" anchor="t">
            <a:noAutofit/>
          </a:bodyPr>
          <a:lstStyle>
            <a:lvl1pPr indent="0" algn="ctr">
              <a:lnSpc>
                <a:spcPct val="100000"/>
              </a:lnSpc>
              <a:buNone/>
              <a:defRPr lang="tr-TR" sz="1050" b="0" u="none" strike="noStrike">
                <a:solidFill>
                  <a:srgbClr val="898989"/>
                </a:solidFill>
                <a:effectLst/>
                <a:uFillTx/>
                <a:latin typeface="Calibri"/>
              </a:defRPr>
            </a:lvl1pPr>
          </a:lstStyle>
          <a:p>
            <a:pPr indent="0" algn="ctr">
              <a:lnSpc>
                <a:spcPct val="100000"/>
              </a:lnSpc>
              <a:buNone/>
            </a:pPr>
            <a:r>
              <a:rPr lang="tr-TR" sz="1050" b="0" u="none" strike="noStrike" dirty="0">
                <a:solidFill>
                  <a:srgbClr val="898989"/>
                </a:solidFill>
                <a:effectLst/>
                <a:uFillTx/>
                <a:latin typeface="Calibri"/>
              </a:rPr>
              <a:t>2026 TEKNOFEST DİKEY İNİŞLİ ROKET YARIŞMASI</a:t>
            </a:r>
            <a:br>
              <a:rPr sz="1050" dirty="0"/>
            </a:br>
            <a:r>
              <a:rPr lang="tr-TR" sz="1050" b="0" u="none" strike="noStrike" dirty="0">
                <a:solidFill>
                  <a:srgbClr val="898989"/>
                </a:solidFill>
                <a:effectLst/>
                <a:uFillTx/>
                <a:latin typeface="Calibri"/>
              </a:rPr>
              <a:t> </a:t>
            </a:r>
            <a:r>
              <a:rPr lang="en-US" sz="1050" b="0" u="none" strike="noStrike" dirty="0">
                <a:solidFill>
                  <a:srgbClr val="898989"/>
                </a:solidFill>
                <a:effectLst/>
                <a:uFillTx/>
                <a:latin typeface="Calibri"/>
              </a:rPr>
              <a:t>KRİTİK</a:t>
            </a:r>
            <a:r>
              <a:rPr lang="tr-TR" sz="1050" b="0" u="none" strike="noStrike" dirty="0">
                <a:solidFill>
                  <a:srgbClr val="898989"/>
                </a:solidFill>
                <a:effectLst/>
                <a:uFillTx/>
                <a:latin typeface="Calibri"/>
              </a:rPr>
              <a:t> TASARIM RAPORU (</a:t>
            </a:r>
            <a:r>
              <a:rPr lang="en-US" sz="1050" b="0" u="none" strike="noStrike" dirty="0">
                <a:solidFill>
                  <a:srgbClr val="898989"/>
                </a:solidFill>
                <a:effectLst/>
                <a:uFillTx/>
                <a:latin typeface="Calibri"/>
              </a:rPr>
              <a:t>K</a:t>
            </a:r>
            <a:r>
              <a:rPr lang="tr-TR" sz="1050" b="0" u="none" strike="noStrike" dirty="0">
                <a:solidFill>
                  <a:srgbClr val="898989"/>
                </a:solidFill>
                <a:effectLst/>
                <a:uFillTx/>
                <a:latin typeface="Calibri"/>
              </a:rPr>
              <a:t>TR)</a:t>
            </a:r>
            <a:endParaRPr lang="tr-TR" sz="1050" b="0" u="none" strike="noStrike" dirty="0">
              <a:solidFill>
                <a:srgbClr val="000000"/>
              </a:solidFill>
              <a:effectLst/>
              <a:uFillTx/>
              <a:latin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p:cNvCxnSpPr/>
          <p:nvPr/>
        </p:nvCxnSpPr>
        <p:spPr>
          <a:xfrm flipV="1">
            <a:off x="0" y="7077715"/>
            <a:ext cx="10693400" cy="2259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6357" y="277224"/>
            <a:ext cx="1027922" cy="578363"/>
          </a:xfrm>
          <a:prstGeom prst="rect">
            <a:avLst/>
          </a:prstGeom>
          <a:noFill/>
          <a:ln>
            <a:solidFill>
              <a:schemeClr val="tx1"/>
            </a:solidFill>
          </a:ln>
        </p:spPr>
        <p:txBody>
          <a:bodyPr wrap="square" rtlCol="0">
            <a:spAutoFit/>
          </a:bodyPr>
          <a:lstStyle/>
          <a:p>
            <a:pPr algn="ctr" defTabSz="802020"/>
            <a:r>
              <a:rPr lang="tr-TR" sz="1579" dirty="0">
                <a:solidFill>
                  <a:prstClr val="black"/>
                </a:solidFill>
                <a:latin typeface="Calibri"/>
              </a:rPr>
              <a:t>Takım Logosu</a:t>
            </a:r>
          </a:p>
        </p:txBody>
      </p:sp>
      <p:sp>
        <p:nvSpPr>
          <p:cNvPr id="3" name="Slide Number Placeholder 2"/>
          <p:cNvSpPr>
            <a:spLocks noGrp="1"/>
          </p:cNvSpPr>
          <p:nvPr>
            <p:ph type="sldNum" sz="quarter" idx="12"/>
          </p:nvPr>
        </p:nvSpPr>
        <p:spPr/>
        <p:txBody>
          <a:bodyPr/>
          <a:lstStyle/>
          <a:p>
            <a:pPr defTabSz="802020"/>
            <a:fld id="{87BEDC82-49FF-42E3-B7EA-26FF728940D5}" type="slidenum">
              <a:rPr lang="tr-TR">
                <a:solidFill>
                  <a:prstClr val="black">
                    <a:tint val="75000"/>
                  </a:prstClr>
                </a:solidFill>
                <a:latin typeface="Calibri"/>
              </a:rPr>
              <a:pPr defTabSz="802020"/>
              <a:t>9</a:t>
            </a:fld>
            <a:endParaRPr lang="tr-TR">
              <a:solidFill>
                <a:prstClr val="black">
                  <a:tint val="75000"/>
                </a:prstClr>
              </a:solidFill>
              <a:latin typeface="Calibri"/>
            </a:endParaRPr>
          </a:p>
        </p:txBody>
      </p:sp>
      <p:sp>
        <p:nvSpPr>
          <p:cNvPr id="4" name="Date Placeholder 3"/>
          <p:cNvSpPr>
            <a:spLocks noGrp="1"/>
          </p:cNvSpPr>
          <p:nvPr>
            <p:ph type="dt" sz="half" idx="10"/>
          </p:nvPr>
        </p:nvSpPr>
        <p:spPr/>
        <p:txBody>
          <a:bodyPr/>
          <a:lstStyle/>
          <a:p>
            <a:pPr defTabSz="802020"/>
            <a:fld id="{EDD7EE19-348B-4A60-8810-E2854B3ED486}" type="datetime2">
              <a:rPr lang="tr-TR">
                <a:solidFill>
                  <a:prstClr val="black">
                    <a:tint val="75000"/>
                  </a:prstClr>
                </a:solidFill>
                <a:latin typeface="Calibri"/>
              </a:rPr>
              <a:pPr defTabSz="802020"/>
              <a:t>21 Nisan 2026 Salı</a:t>
            </a:fld>
            <a:endParaRPr lang="tr-TR" dirty="0">
              <a:solidFill>
                <a:prstClr val="black">
                  <a:tint val="75000"/>
                </a:prstClr>
              </a:solidFill>
              <a:latin typeface="Calibri"/>
            </a:endParaRPr>
          </a:p>
        </p:txBody>
      </p:sp>
      <p:sp>
        <p:nvSpPr>
          <p:cNvPr id="10" name="TextBox 9"/>
          <p:cNvSpPr txBox="1"/>
          <p:nvPr/>
        </p:nvSpPr>
        <p:spPr>
          <a:xfrm>
            <a:off x="6357" y="1899835"/>
            <a:ext cx="6416907" cy="3494546"/>
          </a:xfrm>
          <a:prstGeom prst="rect">
            <a:avLst/>
          </a:prstGeom>
          <a:noFill/>
        </p:spPr>
        <p:txBody>
          <a:bodyPr wrap="square" rtlCol="0">
            <a:spAutoFit/>
          </a:bodyPr>
          <a:lstStyle/>
          <a:p>
            <a:pPr marL="250631" lvl="1" indent="-250631" algn="just" defTabSz="802020">
              <a:buFont typeface="Arial" panose="020B0604020202020204" pitchFamily="34" charset="0"/>
              <a:buChar char="•"/>
            </a:pPr>
            <a:r>
              <a:rPr lang="tr-TR" sz="1579" dirty="0">
                <a:solidFill>
                  <a:prstClr val="black"/>
                </a:solidFill>
                <a:latin typeface="Calibri"/>
              </a:rPr>
              <a:t>Uçuş profili görsel</a:t>
            </a:r>
            <a:r>
              <a:rPr lang="en-US" sz="1579" dirty="0">
                <a:solidFill>
                  <a:prstClr val="black"/>
                </a:solidFill>
                <a:latin typeface="Calibri"/>
              </a:rPr>
              <a:t> </a:t>
            </a:r>
            <a:r>
              <a:rPr lang="en-US" sz="1579" dirty="0" err="1">
                <a:solidFill>
                  <a:prstClr val="black"/>
                </a:solidFill>
                <a:latin typeface="Calibri"/>
              </a:rPr>
              <a:t>olarak</a:t>
            </a:r>
            <a:r>
              <a:rPr lang="tr-TR" sz="1579" dirty="0">
                <a:solidFill>
                  <a:prstClr val="black"/>
                </a:solidFill>
                <a:latin typeface="Calibri"/>
              </a:rPr>
              <a:t> </a:t>
            </a:r>
            <a:r>
              <a:rPr lang="en-US" sz="1579" dirty="0" err="1">
                <a:solidFill>
                  <a:prstClr val="black"/>
                </a:solidFill>
                <a:latin typeface="Calibri"/>
              </a:rPr>
              <a:t>verilmelidir</a:t>
            </a:r>
            <a:r>
              <a:rPr lang="tr-TR" sz="1579" dirty="0">
                <a:solidFill>
                  <a:prstClr val="black"/>
                </a:solidFill>
                <a:latin typeface="Calibri"/>
              </a:rPr>
              <a:t>, (Operasyonel olarak uçuşun hangi aşamasında nelerin gerçekleştirileceği bu görsel üzerinde belirtilecektir. El çizimi yasaktır. Bu görsel ve açıklamasında sıralı olarak roketin vinçten bırakılmasından yere inişine kadar olan süreç anlatılmalıdır.)</a:t>
            </a:r>
          </a:p>
          <a:p>
            <a:pPr marL="250631" lvl="1" indent="-250631" algn="just" defTabSz="802020">
              <a:buFont typeface="Arial" panose="020B0604020202020204" pitchFamily="34" charset="0"/>
              <a:buChar char="•"/>
            </a:pPr>
            <a:r>
              <a:rPr lang="tr-TR" sz="1579" dirty="0">
                <a:solidFill>
                  <a:prstClr val="black"/>
                </a:solidFill>
                <a:latin typeface="Calibri"/>
              </a:rPr>
              <a:t>Roketin uçuş profiline ait Konum-Zaman ve Hız-Zaman grafikleri verilecektir.</a:t>
            </a:r>
          </a:p>
          <a:p>
            <a:pPr marL="250631" lvl="1" indent="-250631" algn="just" defTabSz="802020">
              <a:buFont typeface="Arial" panose="020B0604020202020204" pitchFamily="34" charset="0"/>
              <a:buChar char="•"/>
            </a:pPr>
            <a:r>
              <a:rPr lang="tr-TR" sz="1579" dirty="0">
                <a:solidFill>
                  <a:prstClr val="black"/>
                </a:solidFill>
                <a:latin typeface="Calibri"/>
                <a:ea typeface="Arial"/>
                <a:cs typeface="Arial"/>
              </a:rPr>
              <a:t>Operasyon sırasında rokete uzaktan erişim, haberleşme ve veri depolanması süreci hakkında özet bilgi verilecektir.</a:t>
            </a:r>
            <a:endParaRPr lang="tr-TR" sz="1579" dirty="0">
              <a:solidFill>
                <a:prstClr val="black"/>
              </a:solidFill>
              <a:latin typeface="Calibri"/>
            </a:endParaRPr>
          </a:p>
          <a:p>
            <a:pPr marL="250631" lvl="1" indent="-250631" algn="just" defTabSz="802020">
              <a:buFont typeface="Arial" panose="020B0604020202020204" pitchFamily="34" charset="0"/>
              <a:buChar char="•"/>
            </a:pPr>
            <a:r>
              <a:rPr lang="tr-TR" sz="1579" dirty="0">
                <a:solidFill>
                  <a:prstClr val="black"/>
                </a:solidFill>
                <a:latin typeface="Calibri"/>
                <a:ea typeface="Arial"/>
                <a:cs typeface="Arial"/>
                <a:sym typeface="Arial"/>
              </a:rPr>
              <a:t>Operasyon ile ilgili olarak roketin alana taşınması/vinçe yüklenmesi/elektronik donanımın başlatılması ile ilgili sorumlu kişileri gösteren tablo paylaşılacaktır. (madde 4.1.a)</a:t>
            </a:r>
            <a:endParaRPr lang="tr-TR" sz="1579" dirty="0">
              <a:solidFill>
                <a:prstClr val="black"/>
              </a:solidFill>
              <a:latin typeface="Calibri"/>
            </a:endParaRPr>
          </a:p>
          <a:p>
            <a:pPr marL="250631" indent="-250631" algn="just" defTabSz="802020">
              <a:buClr>
                <a:prstClr val="black"/>
              </a:buClr>
              <a:buSzPct val="100000"/>
              <a:buFont typeface="Arial" panose="020B0604020202020204" pitchFamily="34" charset="0"/>
              <a:buChar char="•"/>
            </a:pPr>
            <a:r>
              <a:rPr lang="tr-TR" sz="1579" dirty="0">
                <a:solidFill>
                  <a:prstClr val="black"/>
                </a:solidFill>
                <a:latin typeface="Calibri"/>
              </a:rPr>
              <a:t>Bu bölüm 3 yansıyı geçmemelidir.</a:t>
            </a:r>
          </a:p>
          <a:p>
            <a:pPr marL="250631" indent="-250631" algn="just" defTabSz="802020">
              <a:buClr>
                <a:prstClr val="black"/>
              </a:buClr>
              <a:buSzPct val="100000"/>
              <a:buFont typeface="Arial" panose="020B0604020202020204" pitchFamily="34" charset="0"/>
              <a:buChar char="•"/>
            </a:pPr>
            <a:endParaRPr lang="tr-TR" sz="1579" dirty="0">
              <a:solidFill>
                <a:prstClr val="black"/>
              </a:solidFill>
              <a:highlight>
                <a:srgbClr val="FFFF00"/>
              </a:highlight>
              <a:latin typeface="Calibri"/>
              <a:ea typeface="Arial"/>
              <a:cs typeface="Arial"/>
              <a:sym typeface="Arial"/>
            </a:endParaRPr>
          </a:p>
          <a:p>
            <a:pPr marL="250631" lvl="1" indent="-250631" algn="just" defTabSz="802020">
              <a:buFont typeface="Arial" panose="020B0604020202020204" pitchFamily="34" charset="0"/>
              <a:buChar char="•"/>
            </a:pPr>
            <a:endParaRPr lang="tr-TR" sz="1579" dirty="0">
              <a:solidFill>
                <a:prstClr val="black"/>
              </a:solidFill>
              <a:latin typeface="Calibri"/>
            </a:endParaRPr>
          </a:p>
        </p:txBody>
      </p:sp>
      <p:pic>
        <p:nvPicPr>
          <p:cNvPr id="14" name="Picture 6">
            <a:extLst>
              <a:ext uri="{FF2B5EF4-FFF2-40B4-BE49-F238E27FC236}">
                <a16:creationId xmlns:a16="http://schemas.microsoft.com/office/drawing/2014/main" id="{472C9E44-C959-4EA9-B84B-2B593D1307DB}"/>
              </a:ext>
            </a:extLst>
          </p:cNvPr>
          <p:cNvPicPr>
            <a:picLocks noChangeAspect="1"/>
          </p:cNvPicPr>
          <p:nvPr/>
        </p:nvPicPr>
        <p:blipFill>
          <a:blip r:embed="rId3"/>
          <a:stretch>
            <a:fillRect/>
          </a:stretch>
        </p:blipFill>
        <p:spPr>
          <a:xfrm>
            <a:off x="9630235" y="8797"/>
            <a:ext cx="1063165" cy="1063165"/>
          </a:xfrm>
          <a:prstGeom prst="rect">
            <a:avLst/>
          </a:prstGeom>
        </p:spPr>
      </p:pic>
      <p:sp>
        <p:nvSpPr>
          <p:cNvPr id="15" name="Footer Placeholder 8"/>
          <p:cNvSpPr>
            <a:spLocks noGrp="1"/>
          </p:cNvSpPr>
          <p:nvPr>
            <p:ph type="ftr" sz="quarter" idx="11"/>
          </p:nvPr>
        </p:nvSpPr>
        <p:spPr>
          <a:xfrm>
            <a:off x="3542189" y="7179378"/>
            <a:ext cx="3609023" cy="320245"/>
          </a:xfrm>
        </p:spPr>
        <p:txBody>
          <a:bodyPr/>
          <a:lstStyle/>
          <a:p>
            <a:pPr defTabSz="802020"/>
            <a:r>
              <a:rPr lang="tr-TR" dirty="0">
                <a:solidFill>
                  <a:prstClr val="black">
                    <a:tint val="75000"/>
                  </a:prstClr>
                </a:solidFill>
                <a:latin typeface="Calibri"/>
              </a:rPr>
              <a:t>2026 TEKNOFEST DİKEY İNİŞLİ ROKET YARIŞMASI </a:t>
            </a:r>
          </a:p>
          <a:p>
            <a:pPr defTabSz="802020"/>
            <a:r>
              <a:rPr lang="tr-TR" dirty="0">
                <a:solidFill>
                  <a:prstClr val="black">
                    <a:tint val="75000"/>
                  </a:prstClr>
                </a:solidFill>
                <a:latin typeface="Calibri"/>
              </a:rPr>
              <a:t>ÖN TASARIM RAPORU (ÖTR)</a:t>
            </a:r>
          </a:p>
        </p:txBody>
      </p:sp>
      <p:cxnSp>
        <p:nvCxnSpPr>
          <p:cNvPr id="5" name="Straight Connector 4"/>
          <p:cNvCxnSpPr/>
          <p:nvPr/>
        </p:nvCxnSpPr>
        <p:spPr>
          <a:xfrm flipV="1">
            <a:off x="0" y="1052699"/>
            <a:ext cx="10693400" cy="2259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6" name="Dikdörtgen 15"/>
          <p:cNvSpPr/>
          <p:nvPr/>
        </p:nvSpPr>
        <p:spPr>
          <a:xfrm>
            <a:off x="167041" y="5126352"/>
            <a:ext cx="6011670" cy="578363"/>
          </a:xfrm>
          <a:prstGeom prst="rect">
            <a:avLst/>
          </a:prstGeom>
        </p:spPr>
        <p:txBody>
          <a:bodyPr wrap="square">
            <a:spAutoFit/>
          </a:bodyPr>
          <a:lstStyle/>
          <a:p>
            <a:pPr algn="just" defTabSz="802020"/>
            <a:r>
              <a:rPr lang="tr-TR" sz="1579" b="1" dirty="0">
                <a:solidFill>
                  <a:srgbClr val="FF0000"/>
                </a:solidFill>
                <a:latin typeface="Calibri"/>
              </a:rPr>
              <a:t>Uyarı: </a:t>
            </a:r>
            <a:r>
              <a:rPr lang="tr-TR" sz="1579" dirty="0">
                <a:solidFill>
                  <a:prstClr val="black"/>
                </a:solidFill>
                <a:latin typeface="Calibri"/>
              </a:rPr>
              <a:t>Rapor kapsamında sunulan uçuş profilinde hangi yükseklikte itkinin başlayacağına dair bilgi ile birlikte uçuş profilleri belirtilmeli.</a:t>
            </a:r>
          </a:p>
        </p:txBody>
      </p:sp>
      <p:pic>
        <p:nvPicPr>
          <p:cNvPr id="13" name="Picture 1">
            <a:extLst>
              <a:ext uri="{FF2B5EF4-FFF2-40B4-BE49-F238E27FC236}">
                <a16:creationId xmlns:a16="http://schemas.microsoft.com/office/drawing/2014/main" id="{46284685-B4EA-423F-95B5-345908C5021B}"/>
              </a:ext>
            </a:extLst>
          </p:cNvPr>
          <p:cNvPicPr>
            <a:picLocks noChangeAspect="1"/>
          </p:cNvPicPr>
          <p:nvPr/>
        </p:nvPicPr>
        <p:blipFill rotWithShape="1">
          <a:blip r:embed="rId4"/>
          <a:srcRect b="22086"/>
          <a:stretch/>
        </p:blipFill>
        <p:spPr>
          <a:xfrm>
            <a:off x="6423265" y="2011730"/>
            <a:ext cx="4132855" cy="1164957"/>
          </a:xfrm>
          <a:prstGeom prst="rect">
            <a:avLst/>
          </a:prstGeom>
        </p:spPr>
      </p:pic>
      <p:sp>
        <p:nvSpPr>
          <p:cNvPr id="2" name="Dikdörtgen 1">
            <a:extLst>
              <a:ext uri="{FF2B5EF4-FFF2-40B4-BE49-F238E27FC236}">
                <a16:creationId xmlns:a16="http://schemas.microsoft.com/office/drawing/2014/main" id="{10737198-A9B1-4A4A-80E9-D5223FEB7155}"/>
              </a:ext>
            </a:extLst>
          </p:cNvPr>
          <p:cNvSpPr/>
          <p:nvPr/>
        </p:nvSpPr>
        <p:spPr>
          <a:xfrm>
            <a:off x="167041" y="5735728"/>
            <a:ext cx="4944687" cy="335348"/>
          </a:xfrm>
          <a:prstGeom prst="rect">
            <a:avLst/>
          </a:prstGeom>
        </p:spPr>
        <p:txBody>
          <a:bodyPr wrap="none">
            <a:spAutoFit/>
          </a:bodyPr>
          <a:lstStyle/>
          <a:p>
            <a:pPr defTabSz="802020"/>
            <a:r>
              <a:rPr lang="tr-TR" sz="1579" b="1" dirty="0">
                <a:solidFill>
                  <a:srgbClr val="FF0000"/>
                </a:solidFill>
                <a:latin typeface="Calibri"/>
              </a:rPr>
              <a:t>Öneri: </a:t>
            </a:r>
            <a:r>
              <a:rPr lang="tr-TR" sz="1579" dirty="0">
                <a:solidFill>
                  <a:prstClr val="black"/>
                </a:solidFill>
                <a:latin typeface="Calibri"/>
              </a:rPr>
              <a:t>Görev tanımları sıra halinde tablo olarak verilebilir. </a:t>
            </a:r>
          </a:p>
        </p:txBody>
      </p:sp>
      <p:sp>
        <p:nvSpPr>
          <p:cNvPr id="19" name="Title 1">
            <a:extLst>
              <a:ext uri="{FF2B5EF4-FFF2-40B4-BE49-F238E27FC236}">
                <a16:creationId xmlns:a16="http://schemas.microsoft.com/office/drawing/2014/main" id="{A8BB3A57-9DEA-48AB-A884-6B944852F29D}"/>
              </a:ext>
            </a:extLst>
          </p:cNvPr>
          <p:cNvSpPr>
            <a:spLocks noGrp="1"/>
          </p:cNvSpPr>
          <p:nvPr>
            <p:ph type="ctrTitle"/>
          </p:nvPr>
        </p:nvSpPr>
        <p:spPr>
          <a:xfrm>
            <a:off x="1181032" y="227380"/>
            <a:ext cx="8240529" cy="658651"/>
          </a:xfrm>
        </p:spPr>
        <p:txBody>
          <a:bodyPr>
            <a:noAutofit/>
          </a:bodyPr>
          <a:lstStyle/>
          <a:p>
            <a:r>
              <a:rPr lang="tr-TR" sz="3947" b="1" dirty="0">
                <a:solidFill>
                  <a:srgbClr val="0070C0"/>
                </a:solidFill>
                <a:latin typeface="+mn-lt"/>
                <a:cs typeface="Times New Roman" panose="02020603050405020304" pitchFamily="18" charset="0"/>
              </a:rPr>
              <a:t>Operasyon Konsepti (</a:t>
            </a:r>
            <a:r>
              <a:rPr lang="tr-TR" sz="3947" b="1" dirty="0" err="1">
                <a:solidFill>
                  <a:srgbClr val="0070C0"/>
                </a:solidFill>
                <a:latin typeface="+mn-lt"/>
                <a:cs typeface="Times New Roman" panose="02020603050405020304" pitchFamily="18" charset="0"/>
              </a:rPr>
              <a:t>ConOps</a:t>
            </a:r>
            <a:r>
              <a:rPr lang="tr-TR" sz="3947" b="1" dirty="0">
                <a:solidFill>
                  <a:srgbClr val="0070C0"/>
                </a:solidFill>
                <a:latin typeface="+mn-lt"/>
                <a:cs typeface="Times New Roman" panose="02020603050405020304" pitchFamily="18" charset="0"/>
              </a:rPr>
              <a:t>) - 1 </a:t>
            </a:r>
          </a:p>
        </p:txBody>
      </p:sp>
      <p:pic>
        <p:nvPicPr>
          <p:cNvPr id="9" name="Resim 8">
            <a:extLst>
              <a:ext uri="{FF2B5EF4-FFF2-40B4-BE49-F238E27FC236}">
                <a16:creationId xmlns:a16="http://schemas.microsoft.com/office/drawing/2014/main" id="{71326DE9-4C8A-4845-A635-5AFF6617987A}"/>
              </a:ext>
            </a:extLst>
          </p:cNvPr>
          <p:cNvPicPr>
            <a:picLocks noChangeAspect="1"/>
          </p:cNvPicPr>
          <p:nvPr/>
        </p:nvPicPr>
        <p:blipFill>
          <a:blip r:embed="rId5"/>
          <a:stretch>
            <a:fillRect/>
          </a:stretch>
        </p:blipFill>
        <p:spPr>
          <a:xfrm>
            <a:off x="7696481" y="3152847"/>
            <a:ext cx="1586422" cy="3043515"/>
          </a:xfrm>
          <a:prstGeom prst="rect">
            <a:avLst/>
          </a:prstGeom>
        </p:spPr>
      </p:pic>
    </p:spTree>
    <p:extLst>
      <p:ext uri="{BB962C8B-B14F-4D97-AF65-F5344CB8AC3E}">
        <p14:creationId xmlns:p14="http://schemas.microsoft.com/office/powerpoint/2010/main" val="24122151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81032" y="274026"/>
            <a:ext cx="8240529" cy="658651"/>
          </a:xfrm>
        </p:spPr>
        <p:txBody>
          <a:bodyPr>
            <a:noAutofit/>
          </a:bodyPr>
          <a:lstStyle/>
          <a:p>
            <a:r>
              <a:rPr lang="tr-TR" sz="3947" b="1" dirty="0">
                <a:solidFill>
                  <a:srgbClr val="0070C0"/>
                </a:solidFill>
                <a:latin typeface="+mn-lt"/>
                <a:cs typeface="Times New Roman" panose="02020603050405020304" pitchFamily="18" charset="0"/>
              </a:rPr>
              <a:t>Operasyon Konsepti (</a:t>
            </a:r>
            <a:r>
              <a:rPr lang="tr-TR" sz="3947" b="1" dirty="0" err="1">
                <a:solidFill>
                  <a:srgbClr val="0070C0"/>
                </a:solidFill>
                <a:latin typeface="+mn-lt"/>
                <a:cs typeface="Times New Roman" panose="02020603050405020304" pitchFamily="18" charset="0"/>
              </a:rPr>
              <a:t>ConOps</a:t>
            </a:r>
            <a:r>
              <a:rPr lang="tr-TR" sz="3947" b="1" dirty="0">
                <a:solidFill>
                  <a:srgbClr val="0070C0"/>
                </a:solidFill>
                <a:latin typeface="+mn-lt"/>
                <a:cs typeface="Times New Roman" panose="02020603050405020304" pitchFamily="18" charset="0"/>
              </a:rPr>
              <a:t>) - 2 </a:t>
            </a:r>
          </a:p>
        </p:txBody>
      </p:sp>
      <p:cxnSp>
        <p:nvCxnSpPr>
          <p:cNvPr id="6" name="Straight Connector 5"/>
          <p:cNvCxnSpPr/>
          <p:nvPr/>
        </p:nvCxnSpPr>
        <p:spPr>
          <a:xfrm flipV="1">
            <a:off x="0" y="7049731"/>
            <a:ext cx="10693400" cy="2259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6357" y="323870"/>
            <a:ext cx="1027922" cy="578363"/>
          </a:xfrm>
          <a:prstGeom prst="rect">
            <a:avLst/>
          </a:prstGeom>
          <a:noFill/>
          <a:ln>
            <a:solidFill>
              <a:schemeClr val="tx1"/>
            </a:solidFill>
          </a:ln>
        </p:spPr>
        <p:txBody>
          <a:bodyPr wrap="square" rtlCol="0">
            <a:spAutoFit/>
          </a:bodyPr>
          <a:lstStyle/>
          <a:p>
            <a:pPr algn="ctr" defTabSz="802020"/>
            <a:r>
              <a:rPr lang="tr-TR" sz="1579" dirty="0">
                <a:solidFill>
                  <a:prstClr val="black"/>
                </a:solidFill>
                <a:latin typeface="Calibri"/>
              </a:rPr>
              <a:t>Takım Logosu</a:t>
            </a:r>
          </a:p>
        </p:txBody>
      </p:sp>
      <p:sp>
        <p:nvSpPr>
          <p:cNvPr id="3" name="Slide Number Placeholder 2"/>
          <p:cNvSpPr>
            <a:spLocks noGrp="1"/>
          </p:cNvSpPr>
          <p:nvPr>
            <p:ph type="sldNum" sz="quarter" idx="12"/>
          </p:nvPr>
        </p:nvSpPr>
        <p:spPr/>
        <p:txBody>
          <a:bodyPr/>
          <a:lstStyle/>
          <a:p>
            <a:pPr defTabSz="802020"/>
            <a:fld id="{87BEDC82-49FF-42E3-B7EA-26FF728940D5}" type="slidenum">
              <a:rPr lang="tr-TR">
                <a:solidFill>
                  <a:prstClr val="black">
                    <a:tint val="75000"/>
                  </a:prstClr>
                </a:solidFill>
                <a:latin typeface="Calibri"/>
              </a:rPr>
              <a:pPr defTabSz="802020"/>
              <a:t>10</a:t>
            </a:fld>
            <a:endParaRPr lang="tr-TR">
              <a:solidFill>
                <a:prstClr val="black">
                  <a:tint val="75000"/>
                </a:prstClr>
              </a:solidFill>
              <a:latin typeface="Calibri"/>
            </a:endParaRPr>
          </a:p>
        </p:txBody>
      </p:sp>
      <p:sp>
        <p:nvSpPr>
          <p:cNvPr id="4" name="Date Placeholder 3"/>
          <p:cNvSpPr>
            <a:spLocks noGrp="1"/>
          </p:cNvSpPr>
          <p:nvPr>
            <p:ph type="dt" sz="half" idx="10"/>
          </p:nvPr>
        </p:nvSpPr>
        <p:spPr/>
        <p:txBody>
          <a:bodyPr/>
          <a:lstStyle/>
          <a:p>
            <a:pPr defTabSz="802020"/>
            <a:fld id="{EDD7EE19-348B-4A60-8810-E2854B3ED486}" type="datetime2">
              <a:rPr lang="tr-TR">
                <a:solidFill>
                  <a:prstClr val="black">
                    <a:tint val="75000"/>
                  </a:prstClr>
                </a:solidFill>
                <a:latin typeface="Calibri"/>
              </a:rPr>
              <a:pPr defTabSz="802020"/>
              <a:t>21 Nisan 2026 Salı</a:t>
            </a:fld>
            <a:endParaRPr lang="tr-TR">
              <a:solidFill>
                <a:prstClr val="black">
                  <a:tint val="75000"/>
                </a:prstClr>
              </a:solidFill>
              <a:latin typeface="Calibri"/>
            </a:endParaRPr>
          </a:p>
        </p:txBody>
      </p:sp>
      <p:sp>
        <p:nvSpPr>
          <p:cNvPr id="10" name="TextBox 9"/>
          <p:cNvSpPr txBox="1"/>
          <p:nvPr/>
        </p:nvSpPr>
        <p:spPr>
          <a:xfrm>
            <a:off x="253695" y="2048990"/>
            <a:ext cx="7649209" cy="3616055"/>
          </a:xfrm>
          <a:prstGeom prst="rect">
            <a:avLst/>
          </a:prstGeom>
          <a:noFill/>
        </p:spPr>
        <p:txBody>
          <a:bodyPr wrap="square" rtlCol="0">
            <a:spAutoFit/>
          </a:bodyPr>
          <a:lstStyle/>
          <a:p>
            <a:pPr algn="just" defTabSz="802020">
              <a:buClr>
                <a:prstClr val="black"/>
              </a:buClr>
              <a:buSzPct val="100000"/>
            </a:pPr>
            <a:r>
              <a:rPr lang="tr-TR" sz="1579" dirty="0">
                <a:solidFill>
                  <a:prstClr val="black"/>
                </a:solidFill>
                <a:latin typeface="Calibri"/>
                <a:ea typeface="Arial"/>
                <a:cs typeface="Arial"/>
                <a:sym typeface="Arial"/>
              </a:rPr>
              <a:t>Şartname Madde 3.4 gereğince, sistemin "Deneme Atışları" ve "Yarışma Atışı" süreçlerine ait Operasyon Konseptleri (</a:t>
            </a:r>
            <a:r>
              <a:rPr lang="tr-TR" sz="1579" dirty="0" err="1">
                <a:solidFill>
                  <a:prstClr val="black"/>
                </a:solidFill>
                <a:latin typeface="Calibri"/>
                <a:ea typeface="Arial"/>
                <a:cs typeface="Arial"/>
                <a:sym typeface="Arial"/>
              </a:rPr>
              <a:t>ConOps</a:t>
            </a:r>
            <a:r>
              <a:rPr lang="tr-TR" sz="1579" dirty="0">
                <a:solidFill>
                  <a:prstClr val="black"/>
                </a:solidFill>
                <a:latin typeface="Calibri"/>
                <a:ea typeface="Arial"/>
                <a:cs typeface="Arial"/>
                <a:sym typeface="Arial"/>
              </a:rPr>
              <a:t>) aşağıda verilen başlıklar altında ayrı ayrı ve detaylı olarak açıklanmalıdır.</a:t>
            </a:r>
          </a:p>
          <a:p>
            <a:pPr marL="250631" indent="-250631" algn="just" defTabSz="802020">
              <a:lnSpc>
                <a:spcPct val="150000"/>
              </a:lnSpc>
              <a:buClr>
                <a:prstClr val="black"/>
              </a:buClr>
              <a:buSzPct val="100000"/>
              <a:buFont typeface="Arial" panose="020B0604020202020204" pitchFamily="34" charset="0"/>
              <a:buChar char="•"/>
            </a:pPr>
            <a:r>
              <a:rPr lang="tr-TR" sz="1579" b="1" dirty="0">
                <a:solidFill>
                  <a:prstClr val="black"/>
                </a:solidFill>
                <a:latin typeface="Calibri"/>
                <a:ea typeface="Arial"/>
                <a:cs typeface="Arial"/>
                <a:sym typeface="Arial"/>
              </a:rPr>
              <a:t>Deneme Atışları</a:t>
            </a:r>
          </a:p>
          <a:p>
            <a:pPr marL="651641" lvl="1" indent="-250631" algn="just" defTabSz="802020">
              <a:lnSpc>
                <a:spcPct val="150000"/>
              </a:lnSpc>
              <a:buClr>
                <a:prstClr val="black"/>
              </a:buClr>
              <a:buSzPct val="100000"/>
              <a:buFont typeface="Arial" panose="020B0604020202020204" pitchFamily="34" charset="0"/>
              <a:buChar char="•"/>
            </a:pPr>
            <a:r>
              <a:rPr lang="tr-TR" sz="1579" dirty="0">
                <a:solidFill>
                  <a:prstClr val="black"/>
                </a:solidFill>
                <a:latin typeface="Calibri"/>
              </a:rPr>
              <a:t>Yerden Kalkış Denemesi</a:t>
            </a:r>
          </a:p>
          <a:p>
            <a:pPr marL="651641" lvl="1" indent="-250631" algn="just" defTabSz="802020">
              <a:lnSpc>
                <a:spcPct val="150000"/>
              </a:lnSpc>
              <a:buClr>
                <a:prstClr val="black"/>
              </a:buClr>
              <a:buSzPct val="100000"/>
              <a:buFont typeface="Arial" panose="020B0604020202020204" pitchFamily="34" charset="0"/>
              <a:buChar char="•"/>
            </a:pPr>
            <a:r>
              <a:rPr lang="tr-TR" sz="1579" dirty="0">
                <a:solidFill>
                  <a:prstClr val="black"/>
                </a:solidFill>
                <a:latin typeface="Calibri"/>
              </a:rPr>
              <a:t>Esnek Halatlı Yumuşak İniş Denemesi </a:t>
            </a:r>
          </a:p>
          <a:p>
            <a:pPr marL="250631" indent="-250631" algn="just" defTabSz="802020">
              <a:lnSpc>
                <a:spcPct val="150000"/>
              </a:lnSpc>
              <a:buClr>
                <a:prstClr val="black"/>
              </a:buClr>
              <a:buSzPct val="100000"/>
              <a:buFont typeface="Arial" panose="020B0604020202020204" pitchFamily="34" charset="0"/>
              <a:buChar char="•"/>
            </a:pPr>
            <a:r>
              <a:rPr lang="tr-TR" sz="1579" b="1" dirty="0">
                <a:solidFill>
                  <a:prstClr val="black"/>
                </a:solidFill>
                <a:latin typeface="Calibri"/>
              </a:rPr>
              <a:t>Yarışma Atışı Süreçleri</a:t>
            </a:r>
          </a:p>
          <a:p>
            <a:pPr marL="651641" lvl="1" indent="-250631" algn="just" defTabSz="802020">
              <a:lnSpc>
                <a:spcPct val="150000"/>
              </a:lnSpc>
              <a:buClr>
                <a:prstClr val="black"/>
              </a:buClr>
              <a:buSzPct val="100000"/>
              <a:buFont typeface="Arial" panose="020B0604020202020204" pitchFamily="34" charset="0"/>
              <a:buChar char="•"/>
            </a:pPr>
            <a:r>
              <a:rPr lang="tr-TR" sz="1579" dirty="0">
                <a:solidFill>
                  <a:prstClr val="black"/>
                </a:solidFill>
                <a:latin typeface="Calibri"/>
              </a:rPr>
              <a:t>Yerden Kalkış </a:t>
            </a:r>
          </a:p>
          <a:p>
            <a:pPr marL="651641" lvl="1" indent="-250631" algn="just" defTabSz="802020">
              <a:lnSpc>
                <a:spcPct val="150000"/>
              </a:lnSpc>
              <a:buClr>
                <a:prstClr val="black"/>
              </a:buClr>
              <a:buSzPct val="100000"/>
              <a:buFont typeface="Arial" panose="020B0604020202020204" pitchFamily="34" charset="0"/>
              <a:buChar char="•"/>
            </a:pPr>
            <a:r>
              <a:rPr lang="tr-TR" sz="1579" dirty="0">
                <a:solidFill>
                  <a:prstClr val="black"/>
                </a:solidFill>
                <a:latin typeface="Calibri"/>
              </a:rPr>
              <a:t>Esnek Halatlı Yumuşak İniş</a:t>
            </a:r>
          </a:p>
          <a:p>
            <a:pPr marL="651641" lvl="1" indent="-250631" algn="just" defTabSz="802020">
              <a:lnSpc>
                <a:spcPct val="150000"/>
              </a:lnSpc>
              <a:buClr>
                <a:prstClr val="black"/>
              </a:buClr>
              <a:buSzPct val="100000"/>
              <a:buFont typeface="Arial" panose="020B0604020202020204" pitchFamily="34" charset="0"/>
              <a:buChar char="•"/>
            </a:pPr>
            <a:r>
              <a:rPr lang="tr-TR" sz="1579" dirty="0">
                <a:solidFill>
                  <a:prstClr val="black"/>
                </a:solidFill>
                <a:latin typeface="Calibri"/>
              </a:rPr>
              <a:t>Yumuşak İniş</a:t>
            </a:r>
            <a:endParaRPr lang="tr-TR" sz="1579" dirty="0">
              <a:solidFill>
                <a:prstClr val="black"/>
              </a:solidFill>
              <a:latin typeface="Calibri"/>
              <a:ea typeface="Arial"/>
              <a:cs typeface="Arial"/>
              <a:sym typeface="Arial"/>
            </a:endParaRPr>
          </a:p>
          <a:p>
            <a:pPr marL="250631" indent="-250631" algn="just" defTabSz="802020">
              <a:buClr>
                <a:prstClr val="black"/>
              </a:buClr>
              <a:buSzPct val="100000"/>
              <a:buFont typeface="Arial" panose="020B0604020202020204" pitchFamily="34" charset="0"/>
              <a:buChar char="•"/>
            </a:pPr>
            <a:endParaRPr lang="tr-TR" sz="1579" dirty="0">
              <a:solidFill>
                <a:prstClr val="black"/>
              </a:solidFill>
              <a:latin typeface="Calibri"/>
              <a:ea typeface="Arial"/>
              <a:cs typeface="Arial"/>
              <a:sym typeface="Arial"/>
            </a:endParaRPr>
          </a:p>
        </p:txBody>
      </p:sp>
      <p:pic>
        <p:nvPicPr>
          <p:cNvPr id="14" name="Picture 6">
            <a:extLst>
              <a:ext uri="{FF2B5EF4-FFF2-40B4-BE49-F238E27FC236}">
                <a16:creationId xmlns:a16="http://schemas.microsoft.com/office/drawing/2014/main" id="{472C9E44-C959-4EA9-B84B-2B593D1307DB}"/>
              </a:ext>
            </a:extLst>
          </p:cNvPr>
          <p:cNvPicPr>
            <a:picLocks noChangeAspect="1"/>
          </p:cNvPicPr>
          <p:nvPr/>
        </p:nvPicPr>
        <p:blipFill>
          <a:blip r:embed="rId3"/>
          <a:stretch>
            <a:fillRect/>
          </a:stretch>
        </p:blipFill>
        <p:spPr>
          <a:xfrm>
            <a:off x="9630235" y="55443"/>
            <a:ext cx="1063165" cy="1063165"/>
          </a:xfrm>
          <a:prstGeom prst="rect">
            <a:avLst/>
          </a:prstGeom>
        </p:spPr>
      </p:pic>
      <p:sp>
        <p:nvSpPr>
          <p:cNvPr id="15" name="Footer Placeholder 8"/>
          <p:cNvSpPr>
            <a:spLocks noGrp="1"/>
          </p:cNvSpPr>
          <p:nvPr>
            <p:ph type="ftr" sz="quarter" idx="11"/>
          </p:nvPr>
        </p:nvSpPr>
        <p:spPr>
          <a:xfrm>
            <a:off x="3542189" y="7151394"/>
            <a:ext cx="3609023" cy="320245"/>
          </a:xfrm>
        </p:spPr>
        <p:txBody>
          <a:bodyPr/>
          <a:lstStyle/>
          <a:p>
            <a:pPr defTabSz="802020"/>
            <a:r>
              <a:rPr lang="tr-TR" dirty="0">
                <a:solidFill>
                  <a:prstClr val="black">
                    <a:tint val="75000"/>
                  </a:prstClr>
                </a:solidFill>
                <a:latin typeface="Calibri"/>
              </a:rPr>
              <a:t>2026 TEKNOFEST DİKEY İNİŞLİ ROKET YARIŞMASI </a:t>
            </a:r>
          </a:p>
          <a:p>
            <a:pPr defTabSz="802020"/>
            <a:r>
              <a:rPr lang="tr-TR" dirty="0">
                <a:solidFill>
                  <a:prstClr val="black">
                    <a:tint val="75000"/>
                  </a:prstClr>
                </a:solidFill>
                <a:latin typeface="Calibri"/>
              </a:rPr>
              <a:t>ÖN TASARIM RAPORU (ÖTR)</a:t>
            </a:r>
          </a:p>
        </p:txBody>
      </p:sp>
      <p:cxnSp>
        <p:nvCxnSpPr>
          <p:cNvPr id="5" name="Straight Connector 4"/>
          <p:cNvCxnSpPr/>
          <p:nvPr/>
        </p:nvCxnSpPr>
        <p:spPr>
          <a:xfrm flipV="1">
            <a:off x="0" y="1099345"/>
            <a:ext cx="10693400" cy="22592"/>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9" name="Resim 8">
            <a:extLst>
              <a:ext uri="{FF2B5EF4-FFF2-40B4-BE49-F238E27FC236}">
                <a16:creationId xmlns:a16="http://schemas.microsoft.com/office/drawing/2014/main" id="{0C920EFF-6C86-4380-9950-A0DA8CA38623}"/>
              </a:ext>
            </a:extLst>
          </p:cNvPr>
          <p:cNvPicPr>
            <a:picLocks noChangeAspect="1"/>
          </p:cNvPicPr>
          <p:nvPr/>
        </p:nvPicPr>
        <p:blipFill>
          <a:blip r:embed="rId4"/>
          <a:stretch>
            <a:fillRect/>
          </a:stretch>
        </p:blipFill>
        <p:spPr>
          <a:xfrm>
            <a:off x="8149976" y="2308548"/>
            <a:ext cx="2011841" cy="3859674"/>
          </a:xfrm>
          <a:prstGeom prst="rect">
            <a:avLst/>
          </a:prstGeom>
        </p:spPr>
      </p:pic>
    </p:spTree>
    <p:extLst>
      <p:ext uri="{BB962C8B-B14F-4D97-AF65-F5344CB8AC3E}">
        <p14:creationId xmlns:p14="http://schemas.microsoft.com/office/powerpoint/2010/main" val="8152808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PlaceHolder 1"/>
          <p:cNvSpPr>
            <a:spLocks noGrp="1"/>
          </p:cNvSpPr>
          <p:nvPr>
            <p:ph type="title"/>
          </p:nvPr>
        </p:nvSpPr>
        <p:spPr>
          <a:xfrm>
            <a:off x="1336680" y="2801160"/>
            <a:ext cx="8019720" cy="1755720"/>
          </a:xfrm>
          <a:prstGeom prst="rect">
            <a:avLst/>
          </a:prstGeom>
          <a:noFill/>
          <a:ln w="0">
            <a:noFill/>
          </a:ln>
        </p:spPr>
        <p:txBody>
          <a:bodyPr lIns="0" tIns="0" rIns="0" bIns="0" anchor="b">
            <a:noAutofit/>
          </a:bodyPr>
          <a:lstStyle/>
          <a:p>
            <a:pPr indent="0" algn="ctr">
              <a:lnSpc>
                <a:spcPct val="100000"/>
              </a:lnSpc>
              <a:buNone/>
            </a:pPr>
            <a:br>
              <a:rPr sz="3950"/>
            </a:br>
            <a:r>
              <a:rPr lang="tr-TR" sz="3950" b="1" u="none" strike="noStrike">
                <a:solidFill>
                  <a:srgbClr val="0070C0"/>
                </a:solidFill>
                <a:effectLst/>
                <a:uFillTx/>
                <a:latin typeface="Calibri"/>
              </a:rPr>
              <a:t>Roket Alt Sistem</a:t>
            </a:r>
            <a:r>
              <a:rPr lang="en-US" sz="3950" b="1" u="none" strike="noStrike">
                <a:solidFill>
                  <a:srgbClr val="0070C0"/>
                </a:solidFill>
                <a:effectLst/>
                <a:uFillTx/>
                <a:latin typeface="Calibri"/>
              </a:rPr>
              <a:t> </a:t>
            </a:r>
            <a:r>
              <a:rPr lang="tr-TR" sz="3950" b="1" u="none" strike="noStrike">
                <a:solidFill>
                  <a:srgbClr val="0070C0"/>
                </a:solidFill>
                <a:effectLst/>
                <a:uFillTx/>
                <a:latin typeface="Calibri"/>
              </a:rPr>
              <a:t>Detayları </a:t>
            </a:r>
            <a:br>
              <a:rPr sz="3950"/>
            </a:br>
            <a:r>
              <a:rPr lang="tr-TR" sz="3950" b="1" u="none" strike="noStrike">
                <a:solidFill>
                  <a:srgbClr val="0070C0"/>
                </a:solidFill>
                <a:effectLst/>
                <a:uFillTx/>
                <a:latin typeface="Calibri"/>
              </a:rPr>
              <a:t> </a:t>
            </a:r>
            <a:endParaRPr lang="tr-TR" sz="3950" b="0" u="none" strike="noStrike">
              <a:solidFill>
                <a:srgbClr val="000000"/>
              </a:solidFill>
              <a:effectLst/>
              <a:uFillTx/>
              <a:latin typeface="Calibri"/>
            </a:endParaRPr>
          </a:p>
        </p:txBody>
      </p:sp>
      <p:cxnSp>
        <p:nvCxnSpPr>
          <p:cNvPr id="130" name="Straight Connector 4"/>
          <p:cNvCxnSpPr/>
          <p:nvPr/>
        </p:nvCxnSpPr>
        <p:spPr>
          <a:xfrm flipV="1">
            <a:off x="0" y="1352520"/>
            <a:ext cx="10693440" cy="23040"/>
          </a:xfrm>
          <a:prstGeom prst="straightConnector1">
            <a:avLst/>
          </a:prstGeom>
          <a:ln w="38100">
            <a:solidFill>
              <a:srgbClr val="4A7EBB"/>
            </a:solidFill>
            <a:round/>
          </a:ln>
        </p:spPr>
      </p:cxnSp>
      <p:cxnSp>
        <p:nvCxnSpPr>
          <p:cNvPr id="131" name="Straight Connector 5"/>
          <p:cNvCxnSpPr/>
          <p:nvPr/>
        </p:nvCxnSpPr>
        <p:spPr>
          <a:xfrm flipV="1">
            <a:off x="0" y="6714360"/>
            <a:ext cx="10693440" cy="23040"/>
          </a:xfrm>
          <a:prstGeom prst="straightConnector1">
            <a:avLst/>
          </a:prstGeom>
          <a:ln w="38100">
            <a:solidFill>
              <a:srgbClr val="4A7EBB"/>
            </a:solidFill>
            <a:round/>
          </a:ln>
        </p:spPr>
      </p:cxnSp>
      <p:sp>
        <p:nvSpPr>
          <p:cNvPr id="132" name="PlaceHolder 2"/>
          <p:cNvSpPr>
            <a:spLocks noGrp="1"/>
          </p:cNvSpPr>
          <p:nvPr>
            <p:ph type="sldNum" idx="47"/>
          </p:nvPr>
        </p:nvSpPr>
        <p:spPr>
          <a:xfrm>
            <a:off x="9724320" y="6905520"/>
            <a:ext cx="201600" cy="16092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AEC41311-BCC9-4CC0-BC0B-8312293EB63C}" type="slidenum">
              <a:rPr lang="tr-TR" sz="1050" b="0" u="none" strike="noStrike">
                <a:solidFill>
                  <a:srgbClr val="898989"/>
                </a:solidFill>
                <a:effectLst/>
                <a:uFillTx/>
                <a:latin typeface="Calibri"/>
              </a:rPr>
              <a:t>11</a:t>
            </a:fld>
            <a:endParaRPr lang="tr-TR" sz="1050" b="0" u="none" strike="noStrike">
              <a:solidFill>
                <a:srgbClr val="000000"/>
              </a:solidFill>
              <a:effectLst/>
              <a:uFillTx/>
              <a:latin typeface="Times New Roman"/>
            </a:endParaRPr>
          </a:p>
        </p:txBody>
      </p:sp>
      <p:pic>
        <p:nvPicPr>
          <p:cNvPr id="133" name="Picture 6"/>
          <p:cNvPicPr/>
          <p:nvPr/>
        </p:nvPicPr>
        <p:blipFill>
          <a:blip r:embed="rId3"/>
          <a:stretch/>
        </p:blipFill>
        <p:spPr>
          <a:xfrm>
            <a:off x="9630360" y="276120"/>
            <a:ext cx="1062720" cy="1062720"/>
          </a:xfrm>
          <a:prstGeom prst="rect">
            <a:avLst/>
          </a:prstGeom>
          <a:noFill/>
          <a:ln w="0">
            <a:noFill/>
          </a:ln>
        </p:spPr>
      </p:pic>
      <p:sp>
        <p:nvSpPr>
          <p:cNvPr id="134" name="Rectangle 6"/>
          <p:cNvSpPr/>
          <p:nvPr/>
        </p:nvSpPr>
        <p:spPr>
          <a:xfrm>
            <a:off x="-11520" y="6252840"/>
            <a:ext cx="10693080" cy="461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lnSpc>
                <a:spcPct val="100000"/>
              </a:lnSpc>
            </a:pPr>
            <a:r>
              <a:rPr lang="tr-TR" sz="1200" b="0" i="1" u="none" strike="noStrike" dirty="0">
                <a:solidFill>
                  <a:srgbClr val="000000"/>
                </a:solidFill>
                <a:effectLst/>
                <a:uFillTx/>
                <a:latin typeface="Calibri"/>
              </a:rPr>
              <a:t>Bu bölümde şartnamede yer alan </a:t>
            </a:r>
            <a:r>
              <a:rPr lang="tr-TR" sz="1200" b="1" i="1" dirty="0">
                <a:solidFill>
                  <a:srgbClr val="000000"/>
                </a:solidFill>
              </a:rPr>
              <a:t>3.1.a, 3.2.a, 3.2.e, 3.2.f, 3.2.g, 3.2.h, 3.2.k, 3.2.l, 3.2.m</a:t>
            </a:r>
            <a:r>
              <a:rPr lang="tr-TR" sz="1200" b="1" i="1" u="none" strike="noStrike" dirty="0">
                <a:solidFill>
                  <a:srgbClr val="000000"/>
                </a:solidFill>
                <a:effectLst/>
                <a:uFillTx/>
                <a:latin typeface="Calibri"/>
              </a:rPr>
              <a:t>, 3.2.n, 3.2.o, 3.2.q, 3.2.r, 3.2.s, 3.2.t, 3.3.c, 3.3.d, </a:t>
            </a:r>
            <a:r>
              <a:rPr lang="tr-TR" sz="1200" b="1" i="1" dirty="0">
                <a:solidFill>
                  <a:srgbClr val="000000"/>
                </a:solidFill>
              </a:rPr>
              <a:t>3.3.f, 3.4.1.A, </a:t>
            </a:r>
            <a:r>
              <a:rPr lang="tr-TR" sz="1200" b="1" i="1" u="none" strike="noStrike" dirty="0">
                <a:solidFill>
                  <a:srgbClr val="000000"/>
                </a:solidFill>
                <a:effectLst/>
                <a:uFillTx/>
                <a:latin typeface="Calibri"/>
              </a:rPr>
              <a:t>4.2.a, 4.2.b, </a:t>
            </a:r>
            <a:r>
              <a:rPr lang="tr-TR" sz="1200" b="1" i="1" dirty="0">
                <a:solidFill>
                  <a:srgbClr val="000000"/>
                </a:solidFill>
              </a:rPr>
              <a:t>4.2.e, 4.2.f , 4.2.h, ve </a:t>
            </a:r>
            <a:r>
              <a:rPr lang="tr-TR" sz="1200" b="1" i="1" u="none" strike="noStrike" dirty="0">
                <a:solidFill>
                  <a:srgbClr val="000000"/>
                </a:solidFill>
                <a:effectLst/>
                <a:uFillTx/>
                <a:latin typeface="Calibri"/>
              </a:rPr>
              <a:t>4.2.i </a:t>
            </a:r>
            <a:r>
              <a:rPr lang="tr-TR" sz="1200" b="0" i="1" u="none" strike="noStrike" dirty="0">
                <a:solidFill>
                  <a:srgbClr val="000000"/>
                </a:solidFill>
                <a:effectLst/>
                <a:uFillTx/>
                <a:latin typeface="Calibri"/>
              </a:rPr>
              <a:t>numaralı gereksinimlerin karşılanıp karşılanmadığı kontrol edilecektir. </a:t>
            </a:r>
            <a:endParaRPr lang="tr-TR" sz="1200" b="0" u="none" strike="noStrike" dirty="0">
              <a:solidFill>
                <a:srgbClr val="000000"/>
              </a:solidFill>
              <a:effectLst/>
              <a:uFillTx/>
              <a:latin typeface="Arial"/>
            </a:endParaRPr>
          </a:p>
        </p:txBody>
      </p:sp>
      <p:sp>
        <p:nvSpPr>
          <p:cNvPr id="135" name="TextBox 8"/>
          <p:cNvSpPr/>
          <p:nvPr/>
        </p:nvSpPr>
        <p:spPr>
          <a:xfrm>
            <a:off x="6480" y="544680"/>
            <a:ext cx="1027440" cy="569880"/>
          </a:xfrm>
          <a:prstGeom prst="rect">
            <a:avLst/>
          </a:prstGeom>
          <a:noFill/>
          <a:ln w="0">
            <a:solidFill>
              <a:srgbClr val="000000"/>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tr-TR" sz="1550" b="0" u="none" strike="noStrike">
                <a:solidFill>
                  <a:srgbClr val="000000"/>
                </a:solidFill>
                <a:effectLst/>
                <a:uFillTx/>
                <a:latin typeface="Calibri"/>
              </a:rPr>
              <a:t>Takım Logosu</a:t>
            </a:r>
            <a:endParaRPr lang="tr-TR" sz="1550" b="0" u="none" strike="noStrike">
              <a:solidFill>
                <a:srgbClr val="000000"/>
              </a:solidFill>
              <a:effectLst/>
              <a:uFillTx/>
              <a:latin typeface="Arial"/>
            </a:endParaRPr>
          </a:p>
        </p:txBody>
      </p:sp>
      <p:sp>
        <p:nvSpPr>
          <p:cNvPr id="136" name="PlaceHolder 3"/>
          <p:cNvSpPr>
            <a:spLocks noGrp="1"/>
          </p:cNvSpPr>
          <p:nvPr>
            <p:ph type="dt" idx="48"/>
          </p:nvPr>
        </p:nvSpPr>
        <p:spPr>
          <a:xfrm>
            <a:off x="802800" y="6905520"/>
            <a:ext cx="1320840" cy="16128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FC55F581-DE97-4C8D-8B7A-31282FD3443D}" type="datetime2">
              <a:rPr lang="tr-TR" sz="1050" b="0" u="none" strike="noStrike">
                <a:solidFill>
                  <a:srgbClr val="898989"/>
                </a:solidFill>
                <a:effectLst/>
                <a:uFillTx/>
                <a:latin typeface="Calibri"/>
              </a:rPr>
              <a:t>21 Nisan 2026 Salı</a:t>
            </a:fld>
            <a:endParaRPr lang="tr-TR" sz="1050" b="0" u="none" strike="noStrike">
              <a:solidFill>
                <a:srgbClr val="000000"/>
              </a:solidFill>
              <a:effectLst/>
              <a:uFillTx/>
              <a:latin typeface="Times New Roman"/>
            </a:endParaRPr>
          </a:p>
        </p:txBody>
      </p:sp>
      <p:sp>
        <p:nvSpPr>
          <p:cNvPr id="137" name="PlaceHolder 4"/>
          <p:cNvSpPr>
            <a:spLocks noGrp="1"/>
          </p:cNvSpPr>
          <p:nvPr>
            <p:ph type="ftr" idx="49"/>
          </p:nvPr>
        </p:nvSpPr>
        <p:spPr>
          <a:xfrm>
            <a:off x="3542040" y="6814080"/>
            <a:ext cx="3608640" cy="320040"/>
          </a:xfrm>
          <a:prstGeom prst="rect">
            <a:avLst/>
          </a:prstGeom>
          <a:noFill/>
          <a:ln w="0">
            <a:noFill/>
          </a:ln>
        </p:spPr>
        <p:txBody>
          <a:bodyPr lIns="0" tIns="0" rIns="0" bIns="0" anchor="t">
            <a:noAutofit/>
          </a:bodyPr>
          <a:lstStyle>
            <a:lvl1pPr indent="0" algn="ctr">
              <a:lnSpc>
                <a:spcPct val="100000"/>
              </a:lnSpc>
              <a:buNone/>
              <a:defRPr lang="tr-TR" sz="1050" b="0" u="none" strike="noStrike">
                <a:solidFill>
                  <a:srgbClr val="898989"/>
                </a:solidFill>
                <a:effectLst/>
                <a:uFillTx/>
                <a:latin typeface="Calibri"/>
              </a:defRPr>
            </a:lvl1pPr>
          </a:lstStyle>
          <a:p>
            <a:pPr indent="0" algn="ctr">
              <a:lnSpc>
                <a:spcPct val="100000"/>
              </a:lnSpc>
              <a:buNone/>
            </a:pPr>
            <a:r>
              <a:rPr lang="tr-TR" sz="1050" b="0" u="none" strike="noStrike" dirty="0">
                <a:solidFill>
                  <a:srgbClr val="898989"/>
                </a:solidFill>
                <a:effectLst/>
                <a:uFillTx/>
                <a:latin typeface="Calibri"/>
              </a:rPr>
              <a:t>2026 TEKNOFEST DİKEY İNİŞLİ ROKET YARIŞMASI</a:t>
            </a:r>
            <a:br>
              <a:rPr sz="1050" dirty="0"/>
            </a:br>
            <a:r>
              <a:rPr lang="tr-TR" sz="1050" b="0" u="none" strike="noStrike" dirty="0">
                <a:solidFill>
                  <a:srgbClr val="898989"/>
                </a:solidFill>
                <a:effectLst/>
                <a:uFillTx/>
                <a:latin typeface="Calibri"/>
              </a:rPr>
              <a:t> </a:t>
            </a:r>
            <a:r>
              <a:rPr lang="en-US" sz="1050" b="0" u="none" strike="noStrike" dirty="0">
                <a:solidFill>
                  <a:srgbClr val="898989"/>
                </a:solidFill>
                <a:effectLst/>
                <a:uFillTx/>
                <a:latin typeface="Calibri"/>
              </a:rPr>
              <a:t>KRİTİK</a:t>
            </a:r>
            <a:r>
              <a:rPr lang="tr-TR" sz="1050" b="0" u="none" strike="noStrike" dirty="0">
                <a:solidFill>
                  <a:srgbClr val="898989"/>
                </a:solidFill>
                <a:effectLst/>
                <a:uFillTx/>
                <a:latin typeface="Calibri"/>
              </a:rPr>
              <a:t> TASARIM RAPORU (</a:t>
            </a:r>
            <a:r>
              <a:rPr lang="en-US" sz="1050" b="0" u="none" strike="noStrike" dirty="0">
                <a:solidFill>
                  <a:srgbClr val="898989"/>
                </a:solidFill>
                <a:effectLst/>
                <a:uFillTx/>
                <a:latin typeface="Calibri"/>
              </a:rPr>
              <a:t>K</a:t>
            </a:r>
            <a:r>
              <a:rPr lang="tr-TR" sz="1050" b="0" u="none" strike="noStrike" dirty="0">
                <a:solidFill>
                  <a:srgbClr val="898989"/>
                </a:solidFill>
                <a:effectLst/>
                <a:uFillTx/>
                <a:latin typeface="Calibri"/>
              </a:rPr>
              <a:t>TR)</a:t>
            </a:r>
            <a:endParaRPr lang="tr-TR" sz="1050" b="0" u="none" strike="noStrike" dirty="0">
              <a:solidFill>
                <a:srgbClr val="000000"/>
              </a:solidFill>
              <a:effectLst/>
              <a:uFillTx/>
              <a:latin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PlaceHolder 1"/>
          <p:cNvSpPr>
            <a:spLocks noGrp="1"/>
          </p:cNvSpPr>
          <p:nvPr>
            <p:ph type="title"/>
          </p:nvPr>
        </p:nvSpPr>
        <p:spPr>
          <a:xfrm>
            <a:off x="1235160" y="520920"/>
            <a:ext cx="8019720" cy="658440"/>
          </a:xfrm>
          <a:prstGeom prst="rect">
            <a:avLst/>
          </a:prstGeom>
          <a:noFill/>
          <a:ln w="0">
            <a:noFill/>
          </a:ln>
        </p:spPr>
        <p:txBody>
          <a:bodyPr lIns="0" tIns="0" rIns="0" bIns="0" anchor="b">
            <a:noAutofit/>
          </a:bodyPr>
          <a:lstStyle/>
          <a:p>
            <a:pPr indent="0" algn="ctr">
              <a:lnSpc>
                <a:spcPct val="100000"/>
              </a:lnSpc>
              <a:buNone/>
            </a:pPr>
            <a:r>
              <a:rPr lang="tr-TR" sz="3950" b="1" u="none" strike="noStrike">
                <a:solidFill>
                  <a:srgbClr val="0070C0"/>
                </a:solidFill>
                <a:effectLst/>
                <a:uFillTx/>
                <a:latin typeface="Calibri"/>
              </a:rPr>
              <a:t>Alt Sistem Detay İçerikleri</a:t>
            </a:r>
            <a:endParaRPr lang="tr-TR" sz="3950" b="0" u="none" strike="noStrike">
              <a:solidFill>
                <a:srgbClr val="000000"/>
              </a:solidFill>
              <a:effectLst/>
              <a:uFillTx/>
              <a:latin typeface="Calibri"/>
            </a:endParaRPr>
          </a:p>
        </p:txBody>
      </p:sp>
      <p:cxnSp>
        <p:nvCxnSpPr>
          <p:cNvPr id="139" name="Straight Connector 4"/>
          <p:cNvCxnSpPr/>
          <p:nvPr/>
        </p:nvCxnSpPr>
        <p:spPr>
          <a:xfrm flipV="1">
            <a:off x="0" y="1378800"/>
            <a:ext cx="10693440" cy="23040"/>
          </a:xfrm>
          <a:prstGeom prst="straightConnector1">
            <a:avLst/>
          </a:prstGeom>
          <a:ln w="38100">
            <a:solidFill>
              <a:srgbClr val="4A7EBB"/>
            </a:solidFill>
            <a:round/>
          </a:ln>
        </p:spPr>
      </p:cxnSp>
      <p:cxnSp>
        <p:nvCxnSpPr>
          <p:cNvPr id="140" name="Straight Connector 5"/>
          <p:cNvCxnSpPr/>
          <p:nvPr/>
        </p:nvCxnSpPr>
        <p:spPr>
          <a:xfrm flipV="1">
            <a:off x="0" y="6714360"/>
            <a:ext cx="10693440" cy="23040"/>
          </a:xfrm>
          <a:prstGeom prst="straightConnector1">
            <a:avLst/>
          </a:prstGeom>
          <a:ln w="38100">
            <a:solidFill>
              <a:srgbClr val="4A7EBB"/>
            </a:solidFill>
            <a:round/>
          </a:ln>
        </p:spPr>
      </p:cxnSp>
      <p:sp>
        <p:nvSpPr>
          <p:cNvPr id="141" name="PlaceHolder 2"/>
          <p:cNvSpPr>
            <a:spLocks noGrp="1"/>
          </p:cNvSpPr>
          <p:nvPr>
            <p:ph type="sldNum" idx="50"/>
          </p:nvPr>
        </p:nvSpPr>
        <p:spPr>
          <a:xfrm>
            <a:off x="9724320" y="6905520"/>
            <a:ext cx="201600" cy="16092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D429B57B-A3DD-4224-9AF0-C71EEC9A4F96}" type="slidenum">
              <a:rPr lang="tr-TR" sz="1050" b="0" u="none" strike="noStrike">
                <a:solidFill>
                  <a:srgbClr val="898989"/>
                </a:solidFill>
                <a:effectLst/>
                <a:uFillTx/>
                <a:latin typeface="Calibri"/>
              </a:rPr>
              <a:t>12</a:t>
            </a:fld>
            <a:endParaRPr lang="tr-TR" sz="1050" b="0" u="none" strike="noStrike">
              <a:solidFill>
                <a:srgbClr val="000000"/>
              </a:solidFill>
              <a:effectLst/>
              <a:uFillTx/>
              <a:latin typeface="Times New Roman"/>
            </a:endParaRPr>
          </a:p>
        </p:txBody>
      </p:sp>
      <p:pic>
        <p:nvPicPr>
          <p:cNvPr id="142" name="Picture 6"/>
          <p:cNvPicPr/>
          <p:nvPr/>
        </p:nvPicPr>
        <p:blipFill>
          <a:blip r:embed="rId3"/>
          <a:stretch/>
        </p:blipFill>
        <p:spPr>
          <a:xfrm>
            <a:off x="9630360" y="276120"/>
            <a:ext cx="1062720" cy="1062720"/>
          </a:xfrm>
          <a:prstGeom prst="rect">
            <a:avLst/>
          </a:prstGeom>
          <a:noFill/>
          <a:ln w="0">
            <a:noFill/>
          </a:ln>
        </p:spPr>
      </p:pic>
      <p:sp>
        <p:nvSpPr>
          <p:cNvPr id="143" name="TextBox 9"/>
          <p:cNvSpPr/>
          <p:nvPr/>
        </p:nvSpPr>
        <p:spPr>
          <a:xfrm>
            <a:off x="78120" y="1881720"/>
            <a:ext cx="10686600" cy="1285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50560" indent="-250560" algn="just">
              <a:lnSpc>
                <a:spcPct val="100000"/>
              </a:lnSpc>
              <a:buClr>
                <a:srgbClr val="000000"/>
              </a:buClr>
              <a:buFont typeface="Arial"/>
              <a:buChar char="•"/>
            </a:pPr>
            <a:r>
              <a:rPr lang="tr-TR" sz="1550" b="0" u="none" strike="noStrike">
                <a:solidFill>
                  <a:srgbClr val="000000"/>
                </a:solidFill>
                <a:effectLst/>
                <a:uFillTx/>
                <a:latin typeface="Calibri"/>
              </a:rPr>
              <a:t>Aşağıda verilen tabloda Roket Alt Sistem Detayları ile ilgili tanımlamalar verilmiştir. Sunu hazırlanmasında bu içeriğe dikkat edilmesi önemlidir. </a:t>
            </a:r>
            <a:endParaRPr lang="tr-TR" sz="1550" b="0" u="none" strike="noStrike">
              <a:solidFill>
                <a:srgbClr val="000000"/>
              </a:solidFill>
              <a:effectLst/>
              <a:uFillTx/>
              <a:latin typeface="Arial"/>
            </a:endParaRPr>
          </a:p>
          <a:p>
            <a:pPr marL="250560" indent="-250560" algn="just">
              <a:lnSpc>
                <a:spcPct val="100000"/>
              </a:lnSpc>
              <a:buClr>
                <a:srgbClr val="000000"/>
              </a:buClr>
              <a:buFont typeface="Arial"/>
              <a:buChar char="•"/>
            </a:pPr>
            <a:r>
              <a:rPr lang="tr-TR" sz="1550" b="0" u="none" strike="noStrike">
                <a:solidFill>
                  <a:srgbClr val="000000"/>
                </a:solidFill>
                <a:effectLst/>
                <a:uFillTx/>
                <a:latin typeface="Calibri"/>
              </a:rPr>
              <a:t>Sunularda her özellik için seçeneklerin avantaj ve dezavantajları sıralanarak </a:t>
            </a:r>
            <a:r>
              <a:rPr lang="tr-TR" sz="1550" b="1" i="1" u="sng" strike="noStrike">
                <a:solidFill>
                  <a:srgbClr val="000000"/>
                </a:solidFill>
                <a:effectLst/>
                <a:uFillTx/>
                <a:latin typeface="Calibri"/>
              </a:rPr>
              <a:t>tasarımda kullanılması kararlaştırılan </a:t>
            </a:r>
            <a:r>
              <a:rPr lang="tr-TR" sz="1550" b="0" u="none" strike="noStrike">
                <a:solidFill>
                  <a:srgbClr val="000000"/>
                </a:solidFill>
                <a:effectLst/>
                <a:uFillTx/>
                <a:latin typeface="Calibri"/>
              </a:rPr>
              <a:t>seçeneğin, tercih edilme nedenleri açıklanmasına dikkat edilmelidir. </a:t>
            </a:r>
            <a:endParaRPr lang="tr-TR" sz="1550" b="0" u="none" strike="noStrike">
              <a:solidFill>
                <a:srgbClr val="000000"/>
              </a:solidFill>
              <a:effectLst/>
              <a:uFillTx/>
              <a:latin typeface="Arial"/>
            </a:endParaRPr>
          </a:p>
          <a:p>
            <a:pPr marL="250560" indent="-250560" algn="just">
              <a:lnSpc>
                <a:spcPct val="100000"/>
              </a:lnSpc>
              <a:buClr>
                <a:srgbClr val="000000"/>
              </a:buClr>
              <a:buFont typeface="Arial"/>
              <a:buChar char="•"/>
            </a:pPr>
            <a:r>
              <a:rPr lang="tr-TR" sz="1550" b="0" u="none" strike="noStrike">
                <a:solidFill>
                  <a:srgbClr val="000000"/>
                </a:solidFill>
                <a:effectLst/>
                <a:uFillTx/>
                <a:latin typeface="Calibri"/>
              </a:rPr>
              <a:t>Bu yansı bilgilendirme amaçlıdır, okunduktan sonra </a:t>
            </a:r>
            <a:r>
              <a:rPr lang="tr-TR" sz="1550" b="1" u="sng" strike="noStrike">
                <a:solidFill>
                  <a:srgbClr val="000000"/>
                </a:solidFill>
                <a:effectLst/>
                <a:uFillTx/>
                <a:latin typeface="Calibri"/>
              </a:rPr>
              <a:t>silinmeli</a:t>
            </a:r>
            <a:r>
              <a:rPr lang="tr-TR" sz="1550" b="0" u="none" strike="noStrike">
                <a:solidFill>
                  <a:srgbClr val="000000"/>
                </a:solidFill>
                <a:effectLst/>
                <a:uFillTx/>
                <a:latin typeface="Calibri"/>
              </a:rPr>
              <a:t>, raporla birlikte </a:t>
            </a:r>
            <a:r>
              <a:rPr lang="tr-TR" sz="1550" b="1" u="sng" strike="noStrike">
                <a:solidFill>
                  <a:srgbClr val="000000"/>
                </a:solidFill>
                <a:effectLst/>
                <a:uFillTx/>
                <a:latin typeface="Calibri"/>
              </a:rPr>
              <a:t>paylaşılmamalıdır.</a:t>
            </a:r>
            <a:endParaRPr lang="tr-TR" sz="1550" b="0" u="none" strike="noStrike">
              <a:solidFill>
                <a:srgbClr val="000000"/>
              </a:solidFill>
              <a:effectLst/>
              <a:uFillTx/>
              <a:latin typeface="Arial"/>
            </a:endParaRPr>
          </a:p>
        </p:txBody>
      </p:sp>
      <p:graphicFrame>
        <p:nvGraphicFramePr>
          <p:cNvPr id="144" name="Table 6"/>
          <p:cNvGraphicFramePr/>
          <p:nvPr/>
        </p:nvGraphicFramePr>
        <p:xfrm>
          <a:off x="122040" y="3189600"/>
          <a:ext cx="10448640" cy="3169920"/>
        </p:xfrm>
        <a:graphic>
          <a:graphicData uri="http://schemas.openxmlformats.org/drawingml/2006/table">
            <a:tbl>
              <a:tblPr/>
              <a:tblGrid>
                <a:gridCol w="2033280">
                  <a:extLst>
                    <a:ext uri="{9D8B030D-6E8A-4147-A177-3AD203B41FA5}">
                      <a16:colId xmlns:a16="http://schemas.microsoft.com/office/drawing/2014/main" val="20000"/>
                    </a:ext>
                  </a:extLst>
                </a:gridCol>
                <a:gridCol w="8415360">
                  <a:extLst>
                    <a:ext uri="{9D8B030D-6E8A-4147-A177-3AD203B41FA5}">
                      <a16:colId xmlns:a16="http://schemas.microsoft.com/office/drawing/2014/main" val="20001"/>
                    </a:ext>
                  </a:extLst>
                </a:gridCol>
              </a:tblGrid>
              <a:tr h="205560">
                <a:tc>
                  <a:txBody>
                    <a:bodyPr/>
                    <a:lstStyle/>
                    <a:p>
                      <a:pPr algn="ctr">
                        <a:lnSpc>
                          <a:spcPct val="100000"/>
                        </a:lnSpc>
                      </a:pPr>
                      <a:r>
                        <a:rPr lang="en-US" sz="1000" b="0" u="none" strike="noStrike">
                          <a:solidFill>
                            <a:srgbClr val="FFFFFF"/>
                          </a:solidFill>
                          <a:effectLst/>
                          <a:uFillTx/>
                          <a:latin typeface="Calibri"/>
                        </a:rPr>
                        <a:t>Özellik</a:t>
                      </a:r>
                      <a:endParaRPr lang="tr-TR" sz="1000" b="0" u="none" strike="noStrike">
                        <a:solidFill>
                          <a:srgbClr val="FFFFFF"/>
                        </a:solidFill>
                        <a:effectLst/>
                        <a:uFillTx/>
                        <a:latin typeface="Arial"/>
                      </a:endParaRPr>
                    </a:p>
                  </a:txBody>
                  <a:tcPr marL="79920" marR="79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c>
                  <a:txBody>
                    <a:bodyPr/>
                    <a:lstStyle/>
                    <a:p>
                      <a:pPr algn="ctr">
                        <a:lnSpc>
                          <a:spcPct val="100000"/>
                        </a:lnSpc>
                      </a:pPr>
                      <a:r>
                        <a:rPr lang="en-US" sz="1000" b="0" u="none" strike="noStrike">
                          <a:solidFill>
                            <a:srgbClr val="FFFFFF"/>
                          </a:solidFill>
                          <a:effectLst/>
                          <a:uFillTx/>
                          <a:latin typeface="Calibri"/>
                        </a:rPr>
                        <a:t>Kapsam</a:t>
                      </a:r>
                      <a:endParaRPr lang="tr-TR" sz="1000" b="0" u="none" strike="noStrike">
                        <a:solidFill>
                          <a:srgbClr val="FFFFFF"/>
                        </a:solidFill>
                        <a:effectLst/>
                        <a:uFillTx/>
                        <a:latin typeface="Arial"/>
                      </a:endParaRPr>
                    </a:p>
                  </a:txBody>
                  <a:tcPr marL="79920" marR="79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extLst>
                  <a:ext uri="{0D108BD9-81ED-4DB2-BD59-A6C34878D82A}">
                    <a16:rowId xmlns:a16="http://schemas.microsoft.com/office/drawing/2014/main" val="10000"/>
                  </a:ext>
                </a:extLst>
              </a:tr>
              <a:tr h="350280">
                <a:tc>
                  <a:txBody>
                    <a:bodyPr/>
                    <a:lstStyle/>
                    <a:p>
                      <a:pPr>
                        <a:lnSpc>
                          <a:spcPct val="100000"/>
                        </a:lnSpc>
                      </a:pPr>
                      <a:r>
                        <a:rPr lang="tr-TR" sz="1000" b="0" u="none" strike="noStrike">
                          <a:solidFill>
                            <a:schemeClr val="dk1"/>
                          </a:solidFill>
                          <a:effectLst/>
                          <a:uFillTx/>
                          <a:latin typeface="Calibri"/>
                        </a:rPr>
                        <a:t>Fiziksel Özellikler</a:t>
                      </a:r>
                      <a:endParaRPr lang="tr-TR" sz="1000" b="0" u="none" strike="noStrike">
                        <a:solidFill>
                          <a:srgbClr val="000000"/>
                        </a:solidFill>
                        <a:effectLst/>
                        <a:uFillTx/>
                        <a:latin typeface="Arial"/>
                      </a:endParaRPr>
                    </a:p>
                  </a:txBody>
                  <a:tcPr marL="79920" marR="79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pPr algn="just">
                        <a:lnSpc>
                          <a:spcPct val="100000"/>
                        </a:lnSpc>
                      </a:pPr>
                      <a:r>
                        <a:rPr lang="tr-TR" sz="1000" b="0" u="none" strike="noStrike">
                          <a:solidFill>
                            <a:schemeClr val="dk1"/>
                          </a:solidFill>
                          <a:effectLst/>
                          <a:uFillTx/>
                          <a:latin typeface="Calibri"/>
                        </a:rPr>
                        <a:t>Alt sistemin fiziksel </a:t>
                      </a:r>
                      <a:r>
                        <a:rPr lang="en-US" sz="1000" b="0" u="none" strike="noStrike">
                          <a:solidFill>
                            <a:schemeClr val="dk1"/>
                          </a:solidFill>
                          <a:effectLst/>
                          <a:uFillTx/>
                          <a:latin typeface="Calibri"/>
                        </a:rPr>
                        <a:t>özellikleri ayrıntılı olarak anlatılmalıdır.  Boy, çap,</a:t>
                      </a:r>
                      <a:r>
                        <a:rPr lang="tr-TR" sz="1000" b="0" u="none" strike="noStrike">
                          <a:solidFill>
                            <a:schemeClr val="dk1"/>
                          </a:solidFill>
                          <a:effectLst/>
                          <a:uFillTx/>
                          <a:latin typeface="Calibri"/>
                        </a:rPr>
                        <a:t> kütle, </a:t>
                      </a:r>
                      <a:r>
                        <a:rPr lang="en-US" sz="1000" b="0" u="none" strike="noStrike">
                          <a:solidFill>
                            <a:schemeClr val="dk1"/>
                          </a:solidFill>
                          <a:effectLst/>
                          <a:uFillTx/>
                          <a:latin typeface="Calibri"/>
                        </a:rPr>
                        <a:t> özel aerodinamik şekil</a:t>
                      </a:r>
                      <a:r>
                        <a:rPr lang="tr-TR" sz="1000" b="0" u="none" strike="noStrike">
                          <a:solidFill>
                            <a:schemeClr val="dk1"/>
                          </a:solidFill>
                          <a:effectLst/>
                          <a:uFillTx/>
                          <a:latin typeface="Calibri"/>
                        </a:rPr>
                        <a:t> </a:t>
                      </a:r>
                      <a:r>
                        <a:rPr lang="en-US" sz="1000" b="0" u="none" strike="noStrike">
                          <a:solidFill>
                            <a:schemeClr val="dk1"/>
                          </a:solidFill>
                          <a:effectLst/>
                          <a:uFillTx/>
                          <a:latin typeface="Calibri"/>
                        </a:rPr>
                        <a:t>ya da açı </a:t>
                      </a:r>
                      <a:r>
                        <a:rPr lang="tr-TR" sz="1000" b="0" u="none" strike="noStrike">
                          <a:solidFill>
                            <a:schemeClr val="dk1"/>
                          </a:solidFill>
                          <a:effectLst/>
                          <a:uFillTx/>
                          <a:latin typeface="Calibri"/>
                        </a:rPr>
                        <a:t>vb. </a:t>
                      </a:r>
                      <a:r>
                        <a:rPr lang="en-US" sz="1000" b="0" u="none" strike="noStrike">
                          <a:solidFill>
                            <a:schemeClr val="dk1"/>
                          </a:solidFill>
                          <a:effectLst/>
                          <a:uFillTx/>
                          <a:latin typeface="Calibri"/>
                        </a:rPr>
                        <a:t>parametreler belirtilmelidir. (Teknik resim konulabilir.)</a:t>
                      </a:r>
                      <a:endParaRPr lang="tr-TR" sz="1000" b="0" u="none" strike="noStrike">
                        <a:solidFill>
                          <a:srgbClr val="000000"/>
                        </a:solidFill>
                        <a:effectLst/>
                        <a:uFillTx/>
                        <a:latin typeface="Arial"/>
                      </a:endParaRPr>
                    </a:p>
                  </a:txBody>
                  <a:tcPr marL="79920" marR="79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extLst>
                  <a:ext uri="{0D108BD9-81ED-4DB2-BD59-A6C34878D82A}">
                    <a16:rowId xmlns:a16="http://schemas.microsoft.com/office/drawing/2014/main" val="10001"/>
                  </a:ext>
                </a:extLst>
              </a:tr>
              <a:tr h="350280">
                <a:tc>
                  <a:txBody>
                    <a:bodyPr/>
                    <a:lstStyle/>
                    <a:p>
                      <a:pPr>
                        <a:lnSpc>
                          <a:spcPct val="100000"/>
                        </a:lnSpc>
                      </a:pPr>
                      <a:r>
                        <a:rPr lang="tr-TR" sz="1000" b="0" u="none" strike="noStrike">
                          <a:solidFill>
                            <a:schemeClr val="dk1"/>
                          </a:solidFill>
                          <a:effectLst/>
                          <a:uFillTx/>
                          <a:latin typeface="Calibri"/>
                        </a:rPr>
                        <a:t>Soğuk Gaz İtki Sistemi</a:t>
                      </a:r>
                      <a:endParaRPr lang="tr-TR" sz="1000" b="0" u="none" strike="noStrike">
                        <a:solidFill>
                          <a:srgbClr val="000000"/>
                        </a:solidFill>
                        <a:effectLst/>
                        <a:uFillTx/>
                        <a:latin typeface="Arial"/>
                      </a:endParaRPr>
                    </a:p>
                  </a:txBody>
                  <a:tcPr marL="79920" marR="79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lstStyle/>
                    <a:p>
                      <a:pPr algn="just">
                        <a:lnSpc>
                          <a:spcPct val="100000"/>
                        </a:lnSpc>
                      </a:pPr>
                      <a:r>
                        <a:rPr lang="tr-TR" sz="1000" b="0" u="none" strike="noStrike">
                          <a:solidFill>
                            <a:schemeClr val="dk1"/>
                          </a:solidFill>
                          <a:effectLst/>
                          <a:uFillTx/>
                          <a:latin typeface="Calibri"/>
                        </a:rPr>
                        <a:t>Ana itki sistemi temel hesapları (tank, pnömatik tesisat, lüle vb) yapılmalıdır. Eyleyiciler ve ölçüm elemanlarının seçilmesiyle ilgili hesaplar ayrıntılı olarak maddeler halinde verilmelidir.</a:t>
                      </a:r>
                      <a:endParaRPr lang="tr-TR" sz="1000" b="0" u="none" strike="noStrike">
                        <a:solidFill>
                          <a:srgbClr val="000000"/>
                        </a:solidFill>
                        <a:effectLst/>
                        <a:uFillTx/>
                        <a:latin typeface="Arial"/>
                      </a:endParaRPr>
                    </a:p>
                  </a:txBody>
                  <a:tcPr marL="79920" marR="79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extLst>
                  <a:ext uri="{0D108BD9-81ED-4DB2-BD59-A6C34878D82A}">
                    <a16:rowId xmlns:a16="http://schemas.microsoft.com/office/drawing/2014/main" val="10002"/>
                  </a:ext>
                </a:extLst>
              </a:tr>
              <a:tr h="350280">
                <a:tc>
                  <a:txBody>
                    <a:bodyPr/>
                    <a:lstStyle/>
                    <a:p>
                      <a:pPr>
                        <a:lnSpc>
                          <a:spcPct val="100000"/>
                        </a:lnSpc>
                      </a:pPr>
                      <a:r>
                        <a:rPr lang="tr-TR" sz="1000" b="0" u="none" strike="noStrike">
                          <a:solidFill>
                            <a:schemeClr val="dk1"/>
                          </a:solidFill>
                          <a:effectLst/>
                          <a:uFillTx/>
                          <a:latin typeface="Calibri"/>
                        </a:rPr>
                        <a:t>Güdüm Sistemi</a:t>
                      </a:r>
                      <a:endParaRPr lang="tr-TR" sz="1000" b="0" u="none" strike="noStrike">
                        <a:solidFill>
                          <a:srgbClr val="000000"/>
                        </a:solidFill>
                        <a:effectLst/>
                        <a:uFillTx/>
                        <a:latin typeface="Arial"/>
                      </a:endParaRPr>
                    </a:p>
                  </a:txBody>
                  <a:tcPr marL="79920" marR="79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pPr algn="just">
                        <a:lnSpc>
                          <a:spcPct val="100000"/>
                        </a:lnSpc>
                      </a:pPr>
                      <a:r>
                        <a:rPr lang="tr-TR" sz="1000" b="0" u="none" strike="noStrike">
                          <a:solidFill>
                            <a:schemeClr val="dk1"/>
                          </a:solidFill>
                          <a:effectLst/>
                          <a:uFillTx/>
                          <a:latin typeface="Calibri"/>
                        </a:rPr>
                        <a:t>Rokette bulunacak güdüm sisteminin temel bileşenleri verilmelidir. Ağırlık merkezi etrafında kontrol edilecek olan moment vektörünü (Mx, My ve Mz) oluşturacak pnömatik veya elektromekanik sistemler bütünü, detaylı şekilde belirtilmelidir.</a:t>
                      </a:r>
                      <a:endParaRPr lang="tr-TR" sz="1000" b="0" u="none" strike="noStrike">
                        <a:solidFill>
                          <a:srgbClr val="000000"/>
                        </a:solidFill>
                        <a:effectLst/>
                        <a:uFillTx/>
                        <a:latin typeface="Arial"/>
                      </a:endParaRPr>
                    </a:p>
                  </a:txBody>
                  <a:tcPr marL="79920" marR="79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extLst>
                  <a:ext uri="{0D108BD9-81ED-4DB2-BD59-A6C34878D82A}">
                    <a16:rowId xmlns:a16="http://schemas.microsoft.com/office/drawing/2014/main" val="10003"/>
                  </a:ext>
                </a:extLst>
              </a:tr>
              <a:tr h="640080">
                <a:tc>
                  <a:txBody>
                    <a:bodyPr/>
                    <a:lstStyle/>
                    <a:p>
                      <a:pPr>
                        <a:lnSpc>
                          <a:spcPct val="100000"/>
                        </a:lnSpc>
                      </a:pPr>
                      <a:r>
                        <a:rPr lang="tr-TR" sz="1000" b="0" u="none" strike="noStrike">
                          <a:solidFill>
                            <a:schemeClr val="dk1"/>
                          </a:solidFill>
                          <a:effectLst/>
                          <a:uFillTx/>
                          <a:latin typeface="Calibri"/>
                        </a:rPr>
                        <a:t>Güdüm Seyrüsefer Kontrol</a:t>
                      </a:r>
                      <a:endParaRPr lang="tr-TR" sz="1000" b="0" u="none" strike="noStrike">
                        <a:solidFill>
                          <a:srgbClr val="000000"/>
                        </a:solidFill>
                        <a:effectLst/>
                        <a:uFillTx/>
                        <a:latin typeface="Arial"/>
                      </a:endParaRPr>
                    </a:p>
                  </a:txBody>
                  <a:tcPr marL="79920" marR="79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lstStyle/>
                    <a:p>
                      <a:pPr>
                        <a:lnSpc>
                          <a:spcPct val="100000"/>
                        </a:lnSpc>
                      </a:pPr>
                      <a:r>
                        <a:rPr lang="tr-TR" sz="1000" b="0" u="none" strike="noStrike">
                          <a:solidFill>
                            <a:schemeClr val="dk1"/>
                          </a:solidFill>
                          <a:effectLst/>
                          <a:uFillTx/>
                          <a:latin typeface="Calibri"/>
                        </a:rPr>
                        <a:t>1. Uçuş yörüngesinin belirlenmesi</a:t>
                      </a:r>
                      <a:endParaRPr lang="tr-TR" sz="1000" b="0" u="none" strike="noStrike">
                        <a:solidFill>
                          <a:srgbClr val="000000"/>
                        </a:solidFill>
                        <a:effectLst/>
                        <a:uFillTx/>
                        <a:latin typeface="Arial"/>
                      </a:endParaRPr>
                    </a:p>
                    <a:p>
                      <a:pPr algn="just" defTabSz="914400">
                        <a:lnSpc>
                          <a:spcPct val="100000"/>
                        </a:lnSpc>
                        <a:tabLst>
                          <a:tab pos="0" algn="l"/>
                        </a:tabLst>
                      </a:pPr>
                      <a:r>
                        <a:rPr lang="tr-TR" sz="1000" b="0" u="none" strike="noStrike">
                          <a:solidFill>
                            <a:schemeClr val="dk1"/>
                          </a:solidFill>
                          <a:effectLst/>
                          <a:uFillTx/>
                          <a:latin typeface="Calibri"/>
                        </a:rPr>
                        <a:t>2. Seyrüsefer ölçüm ve hesaplamaların yapılması ile ilgili bilgiler</a:t>
                      </a:r>
                      <a:endParaRPr lang="tr-TR" sz="1000" b="0" u="none" strike="noStrike">
                        <a:solidFill>
                          <a:srgbClr val="000000"/>
                        </a:solidFill>
                        <a:effectLst/>
                        <a:uFillTx/>
                        <a:latin typeface="Arial"/>
                      </a:endParaRPr>
                    </a:p>
                    <a:p>
                      <a:pPr algn="just" defTabSz="914400">
                        <a:lnSpc>
                          <a:spcPct val="100000"/>
                        </a:lnSpc>
                        <a:tabLst>
                          <a:tab pos="0" algn="l"/>
                        </a:tabLst>
                      </a:pPr>
                      <a:r>
                        <a:rPr lang="tr-TR" sz="1000" b="0" u="none" strike="noStrike">
                          <a:solidFill>
                            <a:schemeClr val="dk1"/>
                          </a:solidFill>
                          <a:effectLst/>
                          <a:uFillTx/>
                          <a:latin typeface="Calibri"/>
                        </a:rPr>
                        <a:t>3. Yörüngenin kararlı olarak kontrolünün sağlanması ve sistem mimarisinin sunulması </a:t>
                      </a:r>
                      <a:endParaRPr lang="tr-TR" sz="1000" b="0" u="none" strike="noStrike">
                        <a:solidFill>
                          <a:srgbClr val="000000"/>
                        </a:solidFill>
                        <a:effectLst/>
                        <a:uFillTx/>
                        <a:latin typeface="Arial"/>
                      </a:endParaRPr>
                    </a:p>
                    <a:p>
                      <a:pPr algn="just" defTabSz="914400">
                        <a:lnSpc>
                          <a:spcPct val="100000"/>
                        </a:lnSpc>
                        <a:tabLst>
                          <a:tab pos="0" algn="l"/>
                        </a:tabLst>
                      </a:pPr>
                      <a:r>
                        <a:rPr lang="tr-TR" sz="1000" b="0" u="none" strike="noStrike">
                          <a:solidFill>
                            <a:schemeClr val="dk1"/>
                          </a:solidFill>
                          <a:effectLst/>
                          <a:uFillTx/>
                          <a:latin typeface="Calibri"/>
                        </a:rPr>
                        <a:t>4. Güdüm Seyrüsefer Kontrolü karşılayacak donanım bileşenlerinin seçilmesi (Aviyonik)</a:t>
                      </a:r>
                      <a:endParaRPr lang="tr-TR" sz="1000" b="0" u="none" strike="noStrike">
                        <a:solidFill>
                          <a:srgbClr val="000000"/>
                        </a:solidFill>
                        <a:effectLst/>
                        <a:uFillTx/>
                        <a:latin typeface="Arial"/>
                      </a:endParaRPr>
                    </a:p>
                  </a:txBody>
                  <a:tcPr marL="79920" marR="79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extLst>
                  <a:ext uri="{0D108BD9-81ED-4DB2-BD59-A6C34878D82A}">
                    <a16:rowId xmlns:a16="http://schemas.microsoft.com/office/drawing/2014/main" val="10004"/>
                  </a:ext>
                </a:extLst>
              </a:tr>
              <a:tr h="350280">
                <a:tc>
                  <a:txBody>
                    <a:bodyPr/>
                    <a:lstStyle/>
                    <a:p>
                      <a:pPr>
                        <a:lnSpc>
                          <a:spcPct val="100000"/>
                        </a:lnSpc>
                      </a:pPr>
                      <a:r>
                        <a:rPr lang="tr-TR" sz="1000" b="0" u="none" strike="noStrike">
                          <a:solidFill>
                            <a:schemeClr val="dk1"/>
                          </a:solidFill>
                          <a:effectLst/>
                          <a:uFillTx/>
                          <a:latin typeface="Calibri"/>
                        </a:rPr>
                        <a:t>3B Tasarım Modeli</a:t>
                      </a:r>
                      <a:endParaRPr lang="tr-TR" sz="1000" b="0" u="none" strike="noStrike">
                        <a:solidFill>
                          <a:srgbClr val="000000"/>
                        </a:solidFill>
                        <a:effectLst/>
                        <a:uFillTx/>
                        <a:latin typeface="Arial"/>
                      </a:endParaRPr>
                    </a:p>
                  </a:txBody>
                  <a:tcPr marL="79920" marR="79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pPr algn="just">
                        <a:lnSpc>
                          <a:spcPct val="100000"/>
                        </a:lnSpc>
                      </a:pPr>
                      <a:r>
                        <a:rPr lang="tr-TR" sz="1000" b="0" u="none" strike="noStrike">
                          <a:solidFill>
                            <a:schemeClr val="dk1"/>
                          </a:solidFill>
                          <a:effectLst/>
                          <a:uFillTx/>
                          <a:latin typeface="Calibri"/>
                        </a:rPr>
                        <a:t>Alt sistemi oluşturan bileşenleri ayrıntılı gösterecek şekilde patlatılmış montaj teknik resmi ve CAD çıktıları paylaşılmalıdır. Alternatif konfigürasyonların varsa eklenmelidir.</a:t>
                      </a:r>
                      <a:endParaRPr lang="tr-TR" sz="1000" b="0" u="none" strike="noStrike">
                        <a:solidFill>
                          <a:srgbClr val="000000"/>
                        </a:solidFill>
                        <a:effectLst/>
                        <a:uFillTx/>
                        <a:latin typeface="Arial"/>
                      </a:endParaRPr>
                    </a:p>
                  </a:txBody>
                  <a:tcPr marL="79920" marR="79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extLst>
                  <a:ext uri="{0D108BD9-81ED-4DB2-BD59-A6C34878D82A}">
                    <a16:rowId xmlns:a16="http://schemas.microsoft.com/office/drawing/2014/main" val="10005"/>
                  </a:ext>
                </a:extLst>
              </a:tr>
              <a:tr h="350280">
                <a:tc>
                  <a:txBody>
                    <a:bodyPr/>
                    <a:lstStyle/>
                    <a:p>
                      <a:pPr>
                        <a:lnSpc>
                          <a:spcPct val="100000"/>
                        </a:lnSpc>
                      </a:pPr>
                      <a:r>
                        <a:rPr lang="tr-TR" sz="1000" b="0" u="none" strike="noStrike">
                          <a:solidFill>
                            <a:srgbClr val="000000"/>
                          </a:solidFill>
                          <a:effectLst/>
                          <a:uFillTx/>
                          <a:latin typeface="Calibri"/>
                        </a:rPr>
                        <a:t>Malzeme Bilgileri </a:t>
                      </a:r>
                      <a:endParaRPr lang="tr-TR" sz="1000" b="0" u="none" strike="noStrike">
                        <a:solidFill>
                          <a:srgbClr val="000000"/>
                        </a:solidFill>
                        <a:effectLst/>
                        <a:uFillTx/>
                        <a:latin typeface="Arial"/>
                      </a:endParaRPr>
                    </a:p>
                  </a:txBody>
                  <a:tcPr marL="79920" marR="79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lstStyle/>
                    <a:p>
                      <a:pPr algn="just">
                        <a:lnSpc>
                          <a:spcPct val="100000"/>
                        </a:lnSpc>
                      </a:pPr>
                      <a:r>
                        <a:rPr lang="en-US" sz="1000" b="0" u="none" strike="noStrike">
                          <a:solidFill>
                            <a:srgbClr val="000000"/>
                          </a:solidFill>
                          <a:effectLst/>
                          <a:uFillTx/>
                          <a:latin typeface="Calibri"/>
                        </a:rPr>
                        <a:t>Alt si</a:t>
                      </a:r>
                      <a:r>
                        <a:rPr lang="tr-TR" sz="1000" b="0" u="none" strike="noStrike">
                          <a:solidFill>
                            <a:srgbClr val="000000"/>
                          </a:solidFill>
                          <a:effectLst/>
                          <a:uFillTx/>
                          <a:latin typeface="Calibri"/>
                        </a:rPr>
                        <a:t>s</a:t>
                      </a:r>
                      <a:r>
                        <a:rPr lang="en-US" sz="1000" b="0" u="none" strike="noStrike">
                          <a:solidFill>
                            <a:srgbClr val="000000"/>
                          </a:solidFill>
                          <a:effectLst/>
                          <a:uFillTx/>
                          <a:latin typeface="Calibri"/>
                        </a:rPr>
                        <a:t>temi oluşturan parçalar için kullanılacak malzeme alternatifleri yazıl</a:t>
                      </a:r>
                      <a:r>
                        <a:rPr lang="tr-TR" sz="1000" b="0" u="none" strike="noStrike">
                          <a:solidFill>
                            <a:srgbClr val="000000"/>
                          </a:solidFill>
                          <a:effectLst/>
                          <a:uFillTx/>
                          <a:latin typeface="Calibri"/>
                        </a:rPr>
                        <a:t>malıdır</a:t>
                      </a:r>
                      <a:r>
                        <a:rPr lang="en-US" sz="1000" b="0" u="none" strike="noStrike">
                          <a:solidFill>
                            <a:srgbClr val="000000"/>
                          </a:solidFill>
                          <a:effectLst/>
                          <a:uFillTx/>
                          <a:latin typeface="Calibri"/>
                        </a:rPr>
                        <a:t>. Malzemelerin</a:t>
                      </a:r>
                      <a:r>
                        <a:rPr lang="tr-TR" sz="1000" b="0" u="none" strike="noStrike">
                          <a:solidFill>
                            <a:srgbClr val="000000"/>
                          </a:solidFill>
                          <a:effectLst/>
                          <a:uFillTx/>
                          <a:latin typeface="Calibri"/>
                        </a:rPr>
                        <a:t> kritik </a:t>
                      </a:r>
                      <a:r>
                        <a:rPr lang="en-US" sz="1000" b="0" u="none" strike="noStrike">
                          <a:solidFill>
                            <a:srgbClr val="000000"/>
                          </a:solidFill>
                          <a:effectLst/>
                          <a:uFillTx/>
                          <a:latin typeface="Calibri"/>
                        </a:rPr>
                        <a:t>teknik özellikleri tablo şek</a:t>
                      </a:r>
                      <a:r>
                        <a:rPr lang="tr-TR" sz="1000" b="0" u="none" strike="noStrike">
                          <a:solidFill>
                            <a:srgbClr val="000000"/>
                          </a:solidFill>
                          <a:effectLst/>
                          <a:uFillTx/>
                          <a:latin typeface="Calibri"/>
                        </a:rPr>
                        <a:t>lin</a:t>
                      </a:r>
                      <a:r>
                        <a:rPr lang="en-US" sz="1000" b="0" u="none" strike="noStrike">
                          <a:solidFill>
                            <a:srgbClr val="000000"/>
                          </a:solidFill>
                          <a:effectLst/>
                          <a:uFillTx/>
                          <a:latin typeface="Calibri"/>
                        </a:rPr>
                        <a:t>de karşılaştırmalı olarak verilecektir.  </a:t>
                      </a:r>
                      <a:endParaRPr lang="tr-TR" sz="1000" b="0" u="none" strike="noStrike">
                        <a:solidFill>
                          <a:srgbClr val="000000"/>
                        </a:solidFill>
                        <a:effectLst/>
                        <a:uFillTx/>
                        <a:latin typeface="Arial"/>
                      </a:endParaRPr>
                    </a:p>
                  </a:txBody>
                  <a:tcPr marL="79920" marR="79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extLst>
                  <a:ext uri="{0D108BD9-81ED-4DB2-BD59-A6C34878D82A}">
                    <a16:rowId xmlns:a16="http://schemas.microsoft.com/office/drawing/2014/main" val="10006"/>
                  </a:ext>
                </a:extLst>
              </a:tr>
              <a:tr h="205560">
                <a:tc>
                  <a:txBody>
                    <a:bodyPr/>
                    <a:lstStyle/>
                    <a:p>
                      <a:pPr>
                        <a:lnSpc>
                          <a:spcPct val="100000"/>
                        </a:lnSpc>
                      </a:pPr>
                      <a:r>
                        <a:rPr lang="tr-TR" sz="1000" b="0" u="none" strike="noStrike">
                          <a:solidFill>
                            <a:srgbClr val="000000"/>
                          </a:solidFill>
                          <a:effectLst/>
                          <a:uFillTx/>
                          <a:latin typeface="Calibri"/>
                        </a:rPr>
                        <a:t>İmalat Yöntemleri</a:t>
                      </a:r>
                      <a:endParaRPr lang="tr-TR" sz="1000" b="0" u="none" strike="noStrike">
                        <a:solidFill>
                          <a:srgbClr val="000000"/>
                        </a:solidFill>
                        <a:effectLst/>
                        <a:uFillTx/>
                        <a:latin typeface="Arial"/>
                      </a:endParaRPr>
                    </a:p>
                  </a:txBody>
                  <a:tcPr marL="79920" marR="79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pPr algn="just">
                        <a:lnSpc>
                          <a:spcPct val="100000"/>
                        </a:lnSpc>
                      </a:pPr>
                      <a:r>
                        <a:rPr lang="tr-TR" sz="1000" b="0" u="none" strike="noStrike">
                          <a:solidFill>
                            <a:srgbClr val="000000"/>
                          </a:solidFill>
                          <a:effectLst/>
                          <a:uFillTx/>
                          <a:latin typeface="Calibri"/>
                        </a:rPr>
                        <a:t>İmalat</a:t>
                      </a:r>
                      <a:r>
                        <a:rPr lang="en-US" sz="1000" b="0" u="none" strike="noStrike">
                          <a:solidFill>
                            <a:srgbClr val="000000"/>
                          </a:solidFill>
                          <a:effectLst/>
                          <a:uFillTx/>
                          <a:latin typeface="Calibri"/>
                        </a:rPr>
                        <a:t> yöntemleri</a:t>
                      </a:r>
                      <a:r>
                        <a:rPr lang="tr-TR" sz="1000" b="0" u="none" strike="noStrike">
                          <a:solidFill>
                            <a:srgbClr val="000000"/>
                          </a:solidFill>
                          <a:effectLst/>
                          <a:uFillTx/>
                          <a:latin typeface="Calibri"/>
                        </a:rPr>
                        <a:t>,</a:t>
                      </a:r>
                      <a:r>
                        <a:rPr lang="en-US" sz="1000" b="0" u="none" strike="noStrike">
                          <a:solidFill>
                            <a:srgbClr val="000000"/>
                          </a:solidFill>
                          <a:effectLst/>
                          <a:uFillTx/>
                          <a:latin typeface="Calibri"/>
                        </a:rPr>
                        <a:t> tablo şeklinde ö</a:t>
                      </a:r>
                      <a:r>
                        <a:rPr lang="tr-TR" sz="1000" b="0" u="none" strike="noStrike">
                          <a:solidFill>
                            <a:srgbClr val="000000"/>
                          </a:solidFill>
                          <a:effectLst/>
                          <a:uFillTx/>
                          <a:latin typeface="Calibri"/>
                        </a:rPr>
                        <a:t>zetlenerek </a:t>
                      </a:r>
                      <a:r>
                        <a:rPr lang="en-US" sz="1000" b="0" u="none" strike="noStrike">
                          <a:solidFill>
                            <a:srgbClr val="000000"/>
                          </a:solidFill>
                          <a:effectLst/>
                          <a:uFillTx/>
                          <a:latin typeface="Calibri"/>
                        </a:rPr>
                        <a:t>anlatılacaktır. </a:t>
                      </a:r>
                      <a:endParaRPr lang="tr-TR" sz="1000" b="0" u="none" strike="noStrike">
                        <a:solidFill>
                          <a:srgbClr val="000000"/>
                        </a:solidFill>
                        <a:effectLst/>
                        <a:uFillTx/>
                        <a:latin typeface="Arial"/>
                      </a:endParaRPr>
                    </a:p>
                  </a:txBody>
                  <a:tcPr marL="79920" marR="79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extLst>
                  <a:ext uri="{0D108BD9-81ED-4DB2-BD59-A6C34878D82A}">
                    <a16:rowId xmlns:a16="http://schemas.microsoft.com/office/drawing/2014/main" val="10007"/>
                  </a:ext>
                </a:extLst>
              </a:tr>
            </a:tbl>
          </a:graphicData>
        </a:graphic>
      </p:graphicFrame>
      <p:sp>
        <p:nvSpPr>
          <p:cNvPr id="145" name="PlaceHolder 3"/>
          <p:cNvSpPr>
            <a:spLocks noGrp="1"/>
          </p:cNvSpPr>
          <p:nvPr>
            <p:ph type="dt" idx="51"/>
          </p:nvPr>
        </p:nvSpPr>
        <p:spPr>
          <a:xfrm>
            <a:off x="802800" y="6905520"/>
            <a:ext cx="1320840" cy="16128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0D7B654C-7D79-4478-8BF5-0EB67707BAC1}" type="datetime2">
              <a:rPr lang="tr-TR" sz="1050" b="0" u="none" strike="noStrike">
                <a:solidFill>
                  <a:srgbClr val="898989"/>
                </a:solidFill>
                <a:effectLst/>
                <a:uFillTx/>
                <a:latin typeface="Calibri"/>
              </a:rPr>
              <a:t>21 Nisan 2026 Salı</a:t>
            </a:fld>
            <a:endParaRPr lang="tr-TR" sz="1050" b="0" u="none" strike="noStrike">
              <a:solidFill>
                <a:srgbClr val="000000"/>
              </a:solidFill>
              <a:effectLst/>
              <a:uFillTx/>
              <a:latin typeface="Times New Roman"/>
            </a:endParaRPr>
          </a:p>
        </p:txBody>
      </p:sp>
      <p:sp>
        <p:nvSpPr>
          <p:cNvPr id="146" name="PlaceHolder 4"/>
          <p:cNvSpPr>
            <a:spLocks noGrp="1"/>
          </p:cNvSpPr>
          <p:nvPr>
            <p:ph type="ftr" idx="52"/>
          </p:nvPr>
        </p:nvSpPr>
        <p:spPr>
          <a:xfrm>
            <a:off x="3542040" y="6814080"/>
            <a:ext cx="3608640" cy="320040"/>
          </a:xfrm>
          <a:prstGeom prst="rect">
            <a:avLst/>
          </a:prstGeom>
          <a:noFill/>
          <a:ln w="0">
            <a:noFill/>
          </a:ln>
        </p:spPr>
        <p:txBody>
          <a:bodyPr lIns="0" tIns="0" rIns="0" bIns="0" anchor="t">
            <a:noAutofit/>
          </a:bodyPr>
          <a:lstStyle>
            <a:lvl1pPr indent="0" algn="ctr">
              <a:lnSpc>
                <a:spcPct val="100000"/>
              </a:lnSpc>
              <a:buNone/>
              <a:defRPr lang="tr-TR" sz="1050" b="0" u="none" strike="noStrike">
                <a:solidFill>
                  <a:srgbClr val="898989"/>
                </a:solidFill>
                <a:effectLst/>
                <a:uFillTx/>
                <a:latin typeface="Calibri"/>
              </a:defRPr>
            </a:lvl1pPr>
          </a:lstStyle>
          <a:p>
            <a:pPr indent="0" algn="ctr">
              <a:lnSpc>
                <a:spcPct val="100000"/>
              </a:lnSpc>
              <a:buNone/>
            </a:pPr>
            <a:r>
              <a:rPr lang="tr-TR" sz="1050" b="0" u="none" strike="noStrike" dirty="0">
                <a:solidFill>
                  <a:srgbClr val="898989"/>
                </a:solidFill>
                <a:effectLst/>
                <a:uFillTx/>
                <a:latin typeface="Calibri"/>
              </a:rPr>
              <a:t>2026 TEKNOFEST DİKEY İNİŞLİ ROKET YARIŞMASI</a:t>
            </a:r>
            <a:br>
              <a:rPr sz="1050" dirty="0"/>
            </a:br>
            <a:r>
              <a:rPr lang="tr-TR" sz="1050" b="0" u="none" strike="noStrike" dirty="0">
                <a:solidFill>
                  <a:srgbClr val="898989"/>
                </a:solidFill>
                <a:effectLst/>
                <a:uFillTx/>
                <a:latin typeface="Calibri"/>
              </a:rPr>
              <a:t> </a:t>
            </a:r>
            <a:r>
              <a:rPr lang="en-US" sz="1050" b="0" u="none" strike="noStrike" dirty="0">
                <a:solidFill>
                  <a:srgbClr val="898989"/>
                </a:solidFill>
                <a:effectLst/>
                <a:uFillTx/>
                <a:latin typeface="Calibri"/>
              </a:rPr>
              <a:t>KRİTİK</a:t>
            </a:r>
            <a:r>
              <a:rPr lang="tr-TR" sz="1050" b="0" u="none" strike="noStrike" dirty="0">
                <a:solidFill>
                  <a:srgbClr val="898989"/>
                </a:solidFill>
                <a:effectLst/>
                <a:uFillTx/>
                <a:latin typeface="Calibri"/>
              </a:rPr>
              <a:t> TASARIM RAPORU (</a:t>
            </a:r>
            <a:r>
              <a:rPr lang="en-US" sz="1050" b="0" u="none" strike="noStrike" dirty="0">
                <a:solidFill>
                  <a:srgbClr val="898989"/>
                </a:solidFill>
                <a:effectLst/>
                <a:uFillTx/>
                <a:latin typeface="Calibri"/>
              </a:rPr>
              <a:t>K</a:t>
            </a:r>
            <a:r>
              <a:rPr lang="tr-TR" sz="1050" b="0" u="none" strike="noStrike" dirty="0">
                <a:solidFill>
                  <a:srgbClr val="898989"/>
                </a:solidFill>
                <a:effectLst/>
                <a:uFillTx/>
                <a:latin typeface="Calibri"/>
              </a:rPr>
              <a:t>TR)</a:t>
            </a:r>
            <a:endParaRPr lang="tr-TR" sz="1050" b="0" u="none" strike="noStrike" dirty="0">
              <a:solidFill>
                <a:srgbClr val="000000"/>
              </a:solidFill>
              <a:effectLst/>
              <a:uFillTx/>
              <a:latin typeface="Times New Roman"/>
            </a:endParaRPr>
          </a:p>
        </p:txBody>
      </p:sp>
      <p:sp>
        <p:nvSpPr>
          <p:cNvPr id="147" name="TextBox 9"/>
          <p:cNvSpPr/>
          <p:nvPr/>
        </p:nvSpPr>
        <p:spPr>
          <a:xfrm>
            <a:off x="6480" y="570960"/>
            <a:ext cx="1027440" cy="569880"/>
          </a:xfrm>
          <a:prstGeom prst="rect">
            <a:avLst/>
          </a:prstGeom>
          <a:noFill/>
          <a:ln w="0">
            <a:solidFill>
              <a:srgbClr val="000000"/>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tr-TR" sz="1550" b="0" u="none" strike="noStrike">
                <a:solidFill>
                  <a:srgbClr val="000000"/>
                </a:solidFill>
                <a:effectLst/>
                <a:uFillTx/>
                <a:latin typeface="Calibri"/>
              </a:rPr>
              <a:t>Takım Logosu</a:t>
            </a:r>
            <a:endParaRPr lang="tr-TR" sz="1550" b="0" u="none" strike="noStrike">
              <a:solidFill>
                <a:srgbClr val="000000"/>
              </a:solidFill>
              <a:effectLst/>
              <a:uFillTx/>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laceHolder 1"/>
          <p:cNvSpPr>
            <a:spLocks noGrp="1"/>
          </p:cNvSpPr>
          <p:nvPr>
            <p:ph type="title"/>
          </p:nvPr>
        </p:nvSpPr>
        <p:spPr>
          <a:xfrm>
            <a:off x="1235160" y="494640"/>
            <a:ext cx="8019720" cy="658440"/>
          </a:xfrm>
          <a:prstGeom prst="rect">
            <a:avLst/>
          </a:prstGeom>
          <a:noFill/>
          <a:ln w="0">
            <a:noFill/>
          </a:ln>
        </p:spPr>
        <p:txBody>
          <a:bodyPr lIns="0" tIns="0" rIns="0" bIns="0" anchor="b">
            <a:noAutofit/>
          </a:bodyPr>
          <a:lstStyle/>
          <a:p>
            <a:pPr indent="0" algn="ctr">
              <a:lnSpc>
                <a:spcPct val="100000"/>
              </a:lnSpc>
              <a:buNone/>
            </a:pPr>
            <a:r>
              <a:rPr lang="tr-TR" sz="3950" b="1" u="none" strike="noStrike">
                <a:solidFill>
                  <a:srgbClr val="0070C0"/>
                </a:solidFill>
                <a:effectLst/>
                <a:uFillTx/>
                <a:latin typeface="Calibri"/>
              </a:rPr>
              <a:t>Pnömatik Sistem Tasarımı</a:t>
            </a:r>
            <a:endParaRPr lang="tr-TR" sz="3950" b="0" u="none" strike="noStrike">
              <a:solidFill>
                <a:srgbClr val="000000"/>
              </a:solidFill>
              <a:effectLst/>
              <a:uFillTx/>
              <a:latin typeface="Calibri"/>
            </a:endParaRPr>
          </a:p>
        </p:txBody>
      </p:sp>
      <p:cxnSp>
        <p:nvCxnSpPr>
          <p:cNvPr id="149" name="Straight Connector 4"/>
          <p:cNvCxnSpPr/>
          <p:nvPr/>
        </p:nvCxnSpPr>
        <p:spPr>
          <a:xfrm flipV="1">
            <a:off x="0" y="1352520"/>
            <a:ext cx="10693440" cy="23040"/>
          </a:xfrm>
          <a:prstGeom prst="straightConnector1">
            <a:avLst/>
          </a:prstGeom>
          <a:ln w="38100">
            <a:solidFill>
              <a:srgbClr val="4A7EBB"/>
            </a:solidFill>
            <a:round/>
          </a:ln>
        </p:spPr>
      </p:cxnSp>
      <p:cxnSp>
        <p:nvCxnSpPr>
          <p:cNvPr id="150" name="Straight Connector 5"/>
          <p:cNvCxnSpPr/>
          <p:nvPr/>
        </p:nvCxnSpPr>
        <p:spPr>
          <a:xfrm flipV="1">
            <a:off x="0" y="6714360"/>
            <a:ext cx="10693440" cy="23040"/>
          </a:xfrm>
          <a:prstGeom prst="straightConnector1">
            <a:avLst/>
          </a:prstGeom>
          <a:ln w="38100">
            <a:solidFill>
              <a:srgbClr val="4A7EBB"/>
            </a:solidFill>
            <a:round/>
          </a:ln>
        </p:spPr>
      </p:cxnSp>
      <p:sp>
        <p:nvSpPr>
          <p:cNvPr id="151" name="PlaceHolder 2"/>
          <p:cNvSpPr>
            <a:spLocks noGrp="1"/>
          </p:cNvSpPr>
          <p:nvPr>
            <p:ph type="sldNum" idx="53"/>
          </p:nvPr>
        </p:nvSpPr>
        <p:spPr>
          <a:xfrm>
            <a:off x="9724320" y="6905520"/>
            <a:ext cx="201600" cy="16092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EB0DCAD4-0DC7-47B1-8F9B-AE219D09309B}" type="slidenum">
              <a:rPr lang="tr-TR" sz="1050" b="0" u="none" strike="noStrike">
                <a:solidFill>
                  <a:srgbClr val="898989"/>
                </a:solidFill>
                <a:effectLst/>
                <a:uFillTx/>
                <a:latin typeface="Calibri"/>
              </a:rPr>
              <a:t>13</a:t>
            </a:fld>
            <a:endParaRPr lang="tr-TR" sz="1050" b="0" u="none" strike="noStrike">
              <a:solidFill>
                <a:srgbClr val="000000"/>
              </a:solidFill>
              <a:effectLst/>
              <a:uFillTx/>
              <a:latin typeface="Times New Roman"/>
            </a:endParaRPr>
          </a:p>
        </p:txBody>
      </p:sp>
      <p:pic>
        <p:nvPicPr>
          <p:cNvPr id="152" name="Picture 6"/>
          <p:cNvPicPr/>
          <p:nvPr/>
        </p:nvPicPr>
        <p:blipFill>
          <a:blip r:embed="rId3"/>
          <a:stretch/>
        </p:blipFill>
        <p:spPr>
          <a:xfrm>
            <a:off x="9630360" y="276120"/>
            <a:ext cx="1062720" cy="1062720"/>
          </a:xfrm>
          <a:prstGeom prst="rect">
            <a:avLst/>
          </a:prstGeom>
          <a:noFill/>
          <a:ln w="0">
            <a:noFill/>
          </a:ln>
        </p:spPr>
      </p:pic>
      <p:sp>
        <p:nvSpPr>
          <p:cNvPr id="153" name="Dikdörtgen 16"/>
          <p:cNvSpPr/>
          <p:nvPr/>
        </p:nvSpPr>
        <p:spPr>
          <a:xfrm>
            <a:off x="2230560" y="2255760"/>
            <a:ext cx="6231600" cy="1334520"/>
          </a:xfrm>
          <a:prstGeom prst="rect">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tr-TR" sz="2400" b="1" u="none" strike="noStrike">
                <a:solidFill>
                  <a:schemeClr val="lt1"/>
                </a:solidFill>
                <a:effectLst/>
                <a:uFillTx/>
                <a:latin typeface="Calibri"/>
              </a:rPr>
              <a:t>Pnömatik Devre Şeması</a:t>
            </a:r>
            <a:endParaRPr lang="tr-TR" sz="2400" b="0" u="none" strike="noStrike">
              <a:solidFill>
                <a:srgbClr val="FFFFFF"/>
              </a:solidFill>
              <a:effectLst/>
              <a:uFillTx/>
              <a:latin typeface="Arial"/>
            </a:endParaRPr>
          </a:p>
        </p:txBody>
      </p:sp>
      <p:sp>
        <p:nvSpPr>
          <p:cNvPr id="154" name="Dikdörtgen 6"/>
          <p:cNvSpPr/>
          <p:nvPr/>
        </p:nvSpPr>
        <p:spPr>
          <a:xfrm>
            <a:off x="27360" y="3759480"/>
            <a:ext cx="10435320" cy="1523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50560" indent="-250560" algn="just">
              <a:lnSpc>
                <a:spcPct val="100000"/>
              </a:lnSpc>
              <a:buClr>
                <a:srgbClr val="000000"/>
              </a:buClr>
              <a:buFont typeface="Arial"/>
              <a:buChar char="•"/>
            </a:pPr>
            <a:r>
              <a:rPr lang="tr-TR" sz="1550" b="0" i="1" u="none" strike="noStrike">
                <a:solidFill>
                  <a:srgbClr val="000000"/>
                </a:solidFill>
                <a:effectLst/>
                <a:uFillTx/>
                <a:latin typeface="Calibri"/>
              </a:rPr>
              <a:t>Pnömatik devre şemasında aşağıdaki bilgiler ile birlikte bu yansıda </a:t>
            </a:r>
            <a:endParaRPr lang="tr-TR" sz="1550" b="0" u="none" strike="noStrike">
              <a:solidFill>
                <a:srgbClr val="000000"/>
              </a:solidFill>
              <a:effectLst/>
              <a:uFillTx/>
              <a:latin typeface="Arial"/>
            </a:endParaRPr>
          </a:p>
          <a:p>
            <a:pPr marL="701640" lvl="1" indent="-300600" algn="just">
              <a:lnSpc>
                <a:spcPct val="100000"/>
              </a:lnSpc>
              <a:buClr>
                <a:srgbClr val="000000"/>
              </a:buClr>
              <a:buFont typeface="Calibri"/>
              <a:buAutoNum type="alphaLcPeriod"/>
            </a:pPr>
            <a:r>
              <a:rPr lang="tr-TR" sz="1550" b="0" i="1" u="none" strike="noStrike">
                <a:solidFill>
                  <a:srgbClr val="000000"/>
                </a:solidFill>
                <a:effectLst/>
                <a:uFillTx/>
                <a:latin typeface="Calibri"/>
              </a:rPr>
              <a:t>Çalışma şartları (basınç, sıcaklık ve debi) ile birlikte  borulamaların iç ve dış çapları</a:t>
            </a:r>
            <a:endParaRPr lang="tr-TR" sz="1550" b="0" u="none" strike="noStrike">
              <a:solidFill>
                <a:srgbClr val="000000"/>
              </a:solidFill>
              <a:effectLst/>
              <a:uFillTx/>
              <a:latin typeface="Arial"/>
            </a:endParaRPr>
          </a:p>
          <a:p>
            <a:pPr marL="701640" lvl="1" indent="-300600" algn="just">
              <a:lnSpc>
                <a:spcPct val="100000"/>
              </a:lnSpc>
              <a:buClr>
                <a:srgbClr val="000000"/>
              </a:buClr>
              <a:buFont typeface="Calibri"/>
              <a:buAutoNum type="alphaLcPeriod"/>
            </a:pPr>
            <a:r>
              <a:rPr lang="tr-TR" sz="1550" b="0" i="1" u="none" strike="noStrike">
                <a:solidFill>
                  <a:srgbClr val="000000"/>
                </a:solidFill>
                <a:effectLst/>
                <a:uFillTx/>
                <a:latin typeface="Calibri"/>
              </a:rPr>
              <a:t>Ara bağlantı parçaları</a:t>
            </a:r>
            <a:endParaRPr lang="tr-TR" sz="1550" b="0" u="none" strike="noStrike">
              <a:solidFill>
                <a:srgbClr val="000000"/>
              </a:solidFill>
              <a:effectLst/>
              <a:uFillTx/>
              <a:latin typeface="Arial"/>
            </a:endParaRPr>
          </a:p>
          <a:p>
            <a:pPr marL="701640" lvl="1" indent="-300600" algn="just">
              <a:lnSpc>
                <a:spcPct val="100000"/>
              </a:lnSpc>
              <a:buClr>
                <a:srgbClr val="000000"/>
              </a:buClr>
              <a:buFont typeface="Calibri"/>
              <a:buAutoNum type="alphaLcPeriod"/>
            </a:pPr>
            <a:r>
              <a:rPr lang="tr-TR" sz="1550" b="0" i="1" u="none" strike="noStrike">
                <a:solidFill>
                  <a:srgbClr val="000000"/>
                </a:solidFill>
                <a:effectLst/>
                <a:uFillTx/>
                <a:latin typeface="Calibri"/>
              </a:rPr>
              <a:t>Çalışma şartları, bağlantı ölçüleri ve model bilgileri ile birlikte kullanılan kısma elemanı/elemanları</a:t>
            </a:r>
            <a:endParaRPr lang="tr-TR" sz="1550" b="0" u="none" strike="noStrike">
              <a:solidFill>
                <a:srgbClr val="000000"/>
              </a:solidFill>
              <a:effectLst/>
              <a:uFillTx/>
              <a:latin typeface="Arial"/>
            </a:endParaRPr>
          </a:p>
          <a:p>
            <a:pPr marL="701640" lvl="1" indent="-300600" algn="just">
              <a:lnSpc>
                <a:spcPct val="100000"/>
              </a:lnSpc>
              <a:buClr>
                <a:srgbClr val="000000"/>
              </a:buClr>
              <a:buFont typeface="Calibri"/>
              <a:buAutoNum type="alphaLcPeriod"/>
            </a:pPr>
            <a:r>
              <a:rPr lang="tr-TR" sz="1550" b="0" i="1" u="none" strike="noStrike">
                <a:solidFill>
                  <a:srgbClr val="000000"/>
                </a:solidFill>
                <a:effectLst/>
                <a:uFillTx/>
                <a:latin typeface="Calibri"/>
              </a:rPr>
              <a:t>Tasarım şartları (Mach sayısı, giriş toplam basıncı, boğaz çapı) ile birlikte kullanılan lüle elemanı/elemanları</a:t>
            </a:r>
            <a:endParaRPr lang="tr-TR" sz="1550" b="0" u="none" strike="noStrike">
              <a:solidFill>
                <a:srgbClr val="000000"/>
              </a:solidFill>
              <a:effectLst/>
              <a:uFillTx/>
              <a:latin typeface="Arial"/>
            </a:endParaRPr>
          </a:p>
          <a:p>
            <a:pPr algn="just">
              <a:lnSpc>
                <a:spcPct val="100000"/>
              </a:lnSpc>
            </a:pPr>
            <a:r>
              <a:rPr lang="tr-TR" sz="1550" b="0" i="1" u="none" strike="noStrike">
                <a:solidFill>
                  <a:srgbClr val="000000"/>
                </a:solidFill>
                <a:effectLst/>
                <a:uFillTx/>
                <a:latin typeface="Calibri"/>
              </a:rPr>
              <a:t>özetlenmelidir.</a:t>
            </a:r>
            <a:endParaRPr lang="tr-TR" sz="1550" b="0" u="none" strike="noStrike">
              <a:solidFill>
                <a:srgbClr val="000000"/>
              </a:solidFill>
              <a:effectLst/>
              <a:uFillTx/>
              <a:latin typeface="Arial"/>
            </a:endParaRPr>
          </a:p>
        </p:txBody>
      </p:sp>
      <p:sp>
        <p:nvSpPr>
          <p:cNvPr id="155" name="PlaceHolder 3"/>
          <p:cNvSpPr>
            <a:spLocks noGrp="1"/>
          </p:cNvSpPr>
          <p:nvPr>
            <p:ph type="dt" idx="54"/>
          </p:nvPr>
        </p:nvSpPr>
        <p:spPr>
          <a:xfrm>
            <a:off x="802800" y="6905520"/>
            <a:ext cx="1320840" cy="16128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3D02A054-A0A7-40AC-821F-562D6BCBD46D}" type="datetime2">
              <a:rPr lang="tr-TR" sz="1050" b="0" u="none" strike="noStrike">
                <a:solidFill>
                  <a:srgbClr val="898989"/>
                </a:solidFill>
                <a:effectLst/>
                <a:uFillTx/>
                <a:latin typeface="Calibri"/>
              </a:rPr>
              <a:t>21 Nisan 2026 Salı</a:t>
            </a:fld>
            <a:endParaRPr lang="tr-TR" sz="1050" b="0" u="none" strike="noStrike">
              <a:solidFill>
                <a:srgbClr val="000000"/>
              </a:solidFill>
              <a:effectLst/>
              <a:uFillTx/>
              <a:latin typeface="Times New Roman"/>
            </a:endParaRPr>
          </a:p>
        </p:txBody>
      </p:sp>
      <p:sp>
        <p:nvSpPr>
          <p:cNvPr id="156" name="PlaceHolder 4"/>
          <p:cNvSpPr>
            <a:spLocks noGrp="1"/>
          </p:cNvSpPr>
          <p:nvPr>
            <p:ph type="ftr" idx="55"/>
          </p:nvPr>
        </p:nvSpPr>
        <p:spPr>
          <a:xfrm>
            <a:off x="3542040" y="6814080"/>
            <a:ext cx="3608640" cy="320040"/>
          </a:xfrm>
          <a:prstGeom prst="rect">
            <a:avLst/>
          </a:prstGeom>
          <a:noFill/>
          <a:ln w="0">
            <a:noFill/>
          </a:ln>
        </p:spPr>
        <p:txBody>
          <a:bodyPr lIns="0" tIns="0" rIns="0" bIns="0" anchor="t">
            <a:noAutofit/>
          </a:bodyPr>
          <a:lstStyle>
            <a:lvl1pPr indent="0" algn="ctr">
              <a:lnSpc>
                <a:spcPct val="100000"/>
              </a:lnSpc>
              <a:buNone/>
              <a:defRPr lang="tr-TR" sz="1050" b="0" u="none" strike="noStrike">
                <a:solidFill>
                  <a:srgbClr val="898989"/>
                </a:solidFill>
                <a:effectLst/>
                <a:uFillTx/>
                <a:latin typeface="Calibri"/>
              </a:defRPr>
            </a:lvl1pPr>
          </a:lstStyle>
          <a:p>
            <a:pPr indent="0" algn="ctr">
              <a:lnSpc>
                <a:spcPct val="100000"/>
              </a:lnSpc>
              <a:buNone/>
            </a:pPr>
            <a:r>
              <a:rPr lang="tr-TR" sz="1050" b="0" u="none" strike="noStrike" dirty="0">
                <a:solidFill>
                  <a:srgbClr val="898989"/>
                </a:solidFill>
                <a:effectLst/>
                <a:uFillTx/>
                <a:latin typeface="Calibri"/>
              </a:rPr>
              <a:t>2026 TEKNOFEST DİKEY İNİŞLİ ROKET YARIŞMASI</a:t>
            </a:r>
            <a:br>
              <a:rPr sz="1050" dirty="0"/>
            </a:br>
            <a:r>
              <a:rPr lang="tr-TR" sz="1050" b="0" u="none" strike="noStrike" dirty="0">
                <a:solidFill>
                  <a:srgbClr val="898989"/>
                </a:solidFill>
                <a:effectLst/>
                <a:uFillTx/>
                <a:latin typeface="Calibri"/>
              </a:rPr>
              <a:t> </a:t>
            </a:r>
            <a:r>
              <a:rPr lang="en-US" sz="1050" b="0" u="none" strike="noStrike" dirty="0">
                <a:solidFill>
                  <a:srgbClr val="898989"/>
                </a:solidFill>
                <a:effectLst/>
                <a:uFillTx/>
                <a:latin typeface="Calibri"/>
              </a:rPr>
              <a:t>KRİTİK</a:t>
            </a:r>
            <a:r>
              <a:rPr lang="tr-TR" sz="1050" b="0" u="none" strike="noStrike" dirty="0">
                <a:solidFill>
                  <a:srgbClr val="898989"/>
                </a:solidFill>
                <a:effectLst/>
                <a:uFillTx/>
                <a:latin typeface="Calibri"/>
              </a:rPr>
              <a:t> TASARIM RAPORU (</a:t>
            </a:r>
            <a:r>
              <a:rPr lang="en-US" sz="1050" b="0" u="none" strike="noStrike" dirty="0">
                <a:solidFill>
                  <a:srgbClr val="898989"/>
                </a:solidFill>
                <a:effectLst/>
                <a:uFillTx/>
                <a:latin typeface="Calibri"/>
              </a:rPr>
              <a:t>K</a:t>
            </a:r>
            <a:r>
              <a:rPr lang="tr-TR" sz="1050" b="0" u="none" strike="noStrike" dirty="0">
                <a:solidFill>
                  <a:srgbClr val="898989"/>
                </a:solidFill>
                <a:effectLst/>
                <a:uFillTx/>
                <a:latin typeface="Calibri"/>
              </a:rPr>
              <a:t>TR)</a:t>
            </a:r>
            <a:endParaRPr lang="tr-TR" sz="1050" b="0" u="none" strike="noStrike" dirty="0">
              <a:solidFill>
                <a:srgbClr val="000000"/>
              </a:solidFill>
              <a:effectLst/>
              <a:uFillTx/>
              <a:latin typeface="Times New Roman"/>
            </a:endParaRPr>
          </a:p>
        </p:txBody>
      </p:sp>
      <p:sp>
        <p:nvSpPr>
          <p:cNvPr id="157" name="TextBox 11"/>
          <p:cNvSpPr/>
          <p:nvPr/>
        </p:nvSpPr>
        <p:spPr>
          <a:xfrm>
            <a:off x="6480" y="544680"/>
            <a:ext cx="1027440" cy="569880"/>
          </a:xfrm>
          <a:prstGeom prst="rect">
            <a:avLst/>
          </a:prstGeom>
          <a:noFill/>
          <a:ln w="0">
            <a:solidFill>
              <a:srgbClr val="000000"/>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tr-TR" sz="1550" b="0" u="none" strike="noStrike">
                <a:solidFill>
                  <a:srgbClr val="000000"/>
                </a:solidFill>
                <a:effectLst/>
                <a:uFillTx/>
                <a:latin typeface="Calibri"/>
              </a:rPr>
              <a:t>Takım Logosu</a:t>
            </a:r>
            <a:endParaRPr lang="tr-TR" sz="1550" b="0" u="none" strike="noStrike">
              <a:solidFill>
                <a:srgbClr val="000000"/>
              </a:solidFill>
              <a:effectLst/>
              <a:uFillTx/>
              <a:latin typeface="Arial"/>
            </a:endParaRPr>
          </a:p>
        </p:txBody>
      </p:sp>
      <p:sp>
        <p:nvSpPr>
          <p:cNvPr id="158" name="Dikdörtgen 13"/>
          <p:cNvSpPr/>
          <p:nvPr/>
        </p:nvSpPr>
        <p:spPr>
          <a:xfrm>
            <a:off x="0" y="6264000"/>
            <a:ext cx="10604160" cy="461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lnSpc>
                <a:spcPct val="100000"/>
              </a:lnSpc>
            </a:pPr>
            <a:r>
              <a:rPr lang="tr-TR" sz="1200" b="0" i="1" u="none" strike="noStrike" dirty="0">
                <a:solidFill>
                  <a:srgbClr val="000000"/>
                </a:solidFill>
                <a:effectLst/>
                <a:uFillTx/>
                <a:latin typeface="Calibri"/>
              </a:rPr>
              <a:t>Bu bölümde şartnamede yer alan </a:t>
            </a:r>
            <a:r>
              <a:rPr lang="tr-TR" sz="1200" b="1" i="1" dirty="0">
                <a:solidFill>
                  <a:srgbClr val="000000"/>
                </a:solidFill>
              </a:rPr>
              <a:t>3.1.a, 3.2.b</a:t>
            </a:r>
            <a:r>
              <a:rPr lang="tr-TR" sz="1200" b="0" i="1" u="none" strike="noStrike" dirty="0">
                <a:solidFill>
                  <a:srgbClr val="000000"/>
                </a:solidFill>
                <a:effectLst/>
                <a:uFillTx/>
                <a:latin typeface="Calibri"/>
              </a:rPr>
              <a:t>, </a:t>
            </a:r>
            <a:r>
              <a:rPr lang="tr-TR" sz="1200" b="1" i="1" dirty="0">
                <a:solidFill>
                  <a:srgbClr val="000000"/>
                </a:solidFill>
              </a:rPr>
              <a:t>3.2.e, 3.2.h, 3.2.k</a:t>
            </a:r>
            <a:r>
              <a:rPr lang="tr-TR" sz="1200" b="1" i="1" u="none" strike="noStrike" dirty="0">
                <a:solidFill>
                  <a:srgbClr val="000000"/>
                </a:solidFill>
                <a:effectLst/>
                <a:uFillTx/>
                <a:latin typeface="Calibri"/>
              </a:rPr>
              <a:t>, 3.2.m, 3.4.1.A, 3.3.c, 3.3.f, 4.2.a, 4.2.b, 4.2.c, ve 4.2.k  </a:t>
            </a:r>
            <a:r>
              <a:rPr lang="tr-TR" sz="1200" b="0" i="1" u="none" strike="noStrike" dirty="0">
                <a:solidFill>
                  <a:srgbClr val="000000"/>
                </a:solidFill>
                <a:effectLst/>
                <a:uFillTx/>
                <a:latin typeface="Calibri"/>
              </a:rPr>
              <a:t>numaralı gereksinimlerin karşılanıp karşılanmadığı kontrol edilecektir.</a:t>
            </a:r>
            <a:endParaRPr lang="tr-TR" sz="1200" b="0" u="none" strike="noStrike" dirty="0">
              <a:solidFill>
                <a:srgbClr val="000000"/>
              </a:solidFill>
              <a:effectLst/>
              <a:uFillTx/>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9" name="Resim 6"/>
          <p:cNvPicPr/>
          <p:nvPr/>
        </p:nvPicPr>
        <p:blipFill>
          <a:blip r:embed="rId3"/>
          <a:srcRect r="49031"/>
          <a:stretch/>
        </p:blipFill>
        <p:spPr>
          <a:xfrm>
            <a:off x="7199280" y="3021480"/>
            <a:ext cx="3493800" cy="2832120"/>
          </a:xfrm>
          <a:prstGeom prst="rect">
            <a:avLst/>
          </a:prstGeom>
          <a:noFill/>
          <a:ln w="0">
            <a:noFill/>
          </a:ln>
        </p:spPr>
      </p:pic>
      <p:sp>
        <p:nvSpPr>
          <p:cNvPr id="160" name="TextBox 9"/>
          <p:cNvSpPr/>
          <p:nvPr/>
        </p:nvSpPr>
        <p:spPr>
          <a:xfrm>
            <a:off x="0" y="2453760"/>
            <a:ext cx="7319880" cy="2954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50560" indent="-250560">
              <a:lnSpc>
                <a:spcPct val="100000"/>
              </a:lnSpc>
              <a:buClr>
                <a:srgbClr val="000000"/>
              </a:buClr>
              <a:buFont typeface="Arial"/>
              <a:buChar char="•"/>
            </a:pPr>
            <a:r>
              <a:rPr lang="tr-TR" sz="1550" b="0" u="none" strike="noStrike" dirty="0">
                <a:solidFill>
                  <a:srgbClr val="000000"/>
                </a:solidFill>
                <a:effectLst/>
                <a:uFillTx/>
                <a:latin typeface="Calibri"/>
              </a:rPr>
              <a:t>Lüle veya lülelerin tasarım şartlarında sağlayacağı itki kuvveti hesaplarla birlikte sunulmalıdır. Bu hesabın yöntemi, girdileri ve sonuçları verilmelidir.</a:t>
            </a:r>
            <a:endParaRPr lang="tr-TR" sz="1550" b="0" u="none" strike="noStrike" dirty="0">
              <a:solidFill>
                <a:srgbClr val="000000"/>
              </a:solidFill>
              <a:effectLst/>
              <a:uFillTx/>
              <a:latin typeface="Arial"/>
            </a:endParaRPr>
          </a:p>
          <a:p>
            <a:pPr>
              <a:lnSpc>
                <a:spcPct val="100000"/>
              </a:lnSpc>
            </a:pPr>
            <a:endParaRPr lang="tr-TR" sz="1550" b="0" u="none" strike="noStrike" dirty="0">
              <a:solidFill>
                <a:srgbClr val="000000"/>
              </a:solidFill>
              <a:effectLst/>
              <a:uFillTx/>
              <a:latin typeface="Arial"/>
            </a:endParaRPr>
          </a:p>
          <a:p>
            <a:pPr marL="250560" indent="-250560">
              <a:lnSpc>
                <a:spcPct val="100000"/>
              </a:lnSpc>
              <a:buClr>
                <a:srgbClr val="000000"/>
              </a:buClr>
              <a:buFont typeface="Arial"/>
              <a:buChar char="•"/>
            </a:pPr>
            <a:r>
              <a:rPr lang="tr-TR" sz="1550" b="0" u="none" strike="noStrike" dirty="0">
                <a:solidFill>
                  <a:srgbClr val="000000"/>
                </a:solidFill>
                <a:effectLst/>
                <a:uFillTx/>
                <a:latin typeface="Calibri"/>
              </a:rPr>
              <a:t>Lüle profili belirlenip örnekteki gibi her operasyon için </a:t>
            </a:r>
            <a:r>
              <a:rPr lang="tr-TR" sz="1550" b="0" i="1" u="none" strike="noStrike" dirty="0">
                <a:solidFill>
                  <a:srgbClr val="000000"/>
                </a:solidFill>
                <a:effectLst/>
                <a:uFillTx/>
                <a:latin typeface="Calibri"/>
              </a:rPr>
              <a:t>«XY </a:t>
            </a:r>
            <a:r>
              <a:rPr lang="tr-TR" sz="1550" b="0" i="1" u="none" strike="noStrike" dirty="0" err="1">
                <a:solidFill>
                  <a:srgbClr val="000000"/>
                </a:solidFill>
                <a:effectLst/>
                <a:uFillTx/>
                <a:latin typeface="Calibri"/>
              </a:rPr>
              <a:t>Plot</a:t>
            </a:r>
            <a:r>
              <a:rPr lang="tr-TR" sz="1550" b="0" i="1" u="none" strike="noStrike" dirty="0">
                <a:solidFill>
                  <a:srgbClr val="000000"/>
                </a:solidFill>
                <a:effectLst/>
                <a:uFillTx/>
                <a:latin typeface="Calibri"/>
              </a:rPr>
              <a:t>» </a:t>
            </a:r>
            <a:r>
              <a:rPr lang="tr-TR" sz="1550" b="0" u="none" strike="noStrike" dirty="0">
                <a:solidFill>
                  <a:srgbClr val="000000"/>
                </a:solidFill>
                <a:effectLst/>
                <a:uFillTx/>
                <a:latin typeface="Calibri"/>
              </a:rPr>
              <a:t>olarak sunulmalıdır.</a:t>
            </a:r>
            <a:endParaRPr lang="tr-TR" sz="1550" b="0" u="none" strike="noStrike" dirty="0">
              <a:solidFill>
                <a:srgbClr val="000000"/>
              </a:solidFill>
              <a:effectLst/>
              <a:uFillTx/>
              <a:latin typeface="Arial"/>
            </a:endParaRPr>
          </a:p>
          <a:p>
            <a:pPr>
              <a:lnSpc>
                <a:spcPct val="100000"/>
              </a:lnSpc>
            </a:pPr>
            <a:endParaRPr lang="tr-TR" sz="1550" b="0" u="none" strike="noStrike" dirty="0">
              <a:solidFill>
                <a:srgbClr val="000000"/>
              </a:solidFill>
              <a:effectLst/>
              <a:uFillTx/>
              <a:latin typeface="Arial"/>
            </a:endParaRPr>
          </a:p>
          <a:p>
            <a:pPr marL="250560" indent="-250560">
              <a:lnSpc>
                <a:spcPct val="100000"/>
              </a:lnSpc>
              <a:buClr>
                <a:srgbClr val="000000"/>
              </a:buClr>
              <a:buFont typeface="Arial"/>
              <a:buChar char="•"/>
            </a:pPr>
            <a:r>
              <a:rPr lang="tr-TR" sz="1550" b="0" u="none" strike="noStrike" dirty="0">
                <a:solidFill>
                  <a:srgbClr val="000000"/>
                </a:solidFill>
                <a:effectLst/>
                <a:uFillTx/>
                <a:latin typeface="Calibri"/>
              </a:rPr>
              <a:t>Lüle itki kuvvetine ait tasarım hesapları  sunulmalıdır.</a:t>
            </a:r>
            <a:endParaRPr lang="tr-TR" sz="1550" b="0" u="none" strike="noStrike" dirty="0">
              <a:solidFill>
                <a:srgbClr val="000000"/>
              </a:solidFill>
              <a:effectLst/>
              <a:uFillTx/>
              <a:latin typeface="Arial"/>
            </a:endParaRPr>
          </a:p>
          <a:p>
            <a:pPr>
              <a:lnSpc>
                <a:spcPct val="100000"/>
              </a:lnSpc>
            </a:pPr>
            <a:endParaRPr lang="tr-TR" sz="1550" b="0" u="none" strike="noStrike" dirty="0">
              <a:solidFill>
                <a:srgbClr val="000000"/>
              </a:solidFill>
              <a:effectLst/>
              <a:uFillTx/>
              <a:latin typeface="Arial"/>
            </a:endParaRPr>
          </a:p>
          <a:p>
            <a:pPr marL="250560" indent="-250560">
              <a:lnSpc>
                <a:spcPct val="100000"/>
              </a:lnSpc>
              <a:buClr>
                <a:srgbClr val="000000"/>
              </a:buClr>
              <a:buFont typeface="Arial"/>
              <a:buChar char="•"/>
            </a:pPr>
            <a:r>
              <a:rPr lang="tr-TR" sz="1550" b="0" u="none" strike="noStrike" dirty="0">
                <a:solidFill>
                  <a:srgbClr val="000000"/>
                </a:solidFill>
                <a:effectLst/>
                <a:uFillTx/>
                <a:latin typeface="Calibri"/>
              </a:rPr>
              <a:t>Uçuş sırasında harcanması planlanan gazın kullanım stratejisine ait hesaplar sunulmalıdır.</a:t>
            </a:r>
            <a:endParaRPr lang="tr-TR" sz="1550" b="0" u="none" strike="noStrike" dirty="0">
              <a:solidFill>
                <a:srgbClr val="000000"/>
              </a:solidFill>
              <a:effectLst/>
              <a:uFillTx/>
              <a:latin typeface="Arial"/>
            </a:endParaRPr>
          </a:p>
          <a:p>
            <a:pPr>
              <a:lnSpc>
                <a:spcPct val="100000"/>
              </a:lnSpc>
            </a:pPr>
            <a:endParaRPr lang="tr-TR" sz="1550" b="0" u="none" strike="noStrike" dirty="0">
              <a:solidFill>
                <a:srgbClr val="000000"/>
              </a:solidFill>
              <a:effectLst/>
              <a:uFillTx/>
              <a:latin typeface="Arial"/>
            </a:endParaRPr>
          </a:p>
          <a:p>
            <a:pPr marL="250560" indent="-250560">
              <a:lnSpc>
                <a:spcPct val="100000"/>
              </a:lnSpc>
              <a:buClr>
                <a:srgbClr val="000000"/>
              </a:buClr>
              <a:buFont typeface="Arial"/>
              <a:buChar char="•"/>
            </a:pPr>
            <a:r>
              <a:rPr lang="tr-TR" sz="1550" b="0" u="none" strike="noStrike" dirty="0">
                <a:solidFill>
                  <a:srgbClr val="000000"/>
                </a:solidFill>
                <a:effectLst/>
                <a:uFillTx/>
                <a:latin typeface="Calibri"/>
              </a:rPr>
              <a:t>Tank içerisindeki gazın termodinamik özelliklerinin uçuş görevi sırasındaki değişimi her bir operasyon için hesaplanmalı ve hesaplar ayrıntılı olarak sunulmalıdır.</a:t>
            </a:r>
            <a:endParaRPr lang="tr-TR" sz="1550" b="0" u="none" strike="noStrike" dirty="0">
              <a:solidFill>
                <a:srgbClr val="000000"/>
              </a:solidFill>
              <a:effectLst/>
              <a:uFillTx/>
              <a:latin typeface="Arial"/>
            </a:endParaRPr>
          </a:p>
        </p:txBody>
      </p:sp>
      <p:sp>
        <p:nvSpPr>
          <p:cNvPr id="161" name="PlaceHolder 1"/>
          <p:cNvSpPr>
            <a:spLocks noGrp="1"/>
          </p:cNvSpPr>
          <p:nvPr>
            <p:ph type="title"/>
          </p:nvPr>
        </p:nvSpPr>
        <p:spPr>
          <a:xfrm>
            <a:off x="1235160" y="494640"/>
            <a:ext cx="8019720" cy="658440"/>
          </a:xfrm>
          <a:prstGeom prst="rect">
            <a:avLst/>
          </a:prstGeom>
          <a:noFill/>
          <a:ln w="0">
            <a:noFill/>
          </a:ln>
        </p:spPr>
        <p:txBody>
          <a:bodyPr lIns="0" tIns="0" rIns="0" bIns="0" anchor="b">
            <a:noAutofit/>
          </a:bodyPr>
          <a:lstStyle/>
          <a:p>
            <a:pPr indent="0" algn="ctr">
              <a:lnSpc>
                <a:spcPct val="100000"/>
              </a:lnSpc>
              <a:buNone/>
            </a:pPr>
            <a:r>
              <a:rPr lang="tr-TR" sz="3950" b="1" u="none" strike="noStrike">
                <a:solidFill>
                  <a:srgbClr val="0070C0"/>
                </a:solidFill>
                <a:effectLst/>
                <a:uFillTx/>
                <a:latin typeface="Calibri"/>
              </a:rPr>
              <a:t>Pnömatik Sistem Tasarımı - Detay</a:t>
            </a:r>
            <a:endParaRPr lang="tr-TR" sz="3950" b="0" u="none" strike="noStrike">
              <a:solidFill>
                <a:srgbClr val="000000"/>
              </a:solidFill>
              <a:effectLst/>
              <a:uFillTx/>
              <a:latin typeface="Calibri"/>
            </a:endParaRPr>
          </a:p>
        </p:txBody>
      </p:sp>
      <p:cxnSp>
        <p:nvCxnSpPr>
          <p:cNvPr id="162" name="Straight Connector 4"/>
          <p:cNvCxnSpPr/>
          <p:nvPr/>
        </p:nvCxnSpPr>
        <p:spPr>
          <a:xfrm flipV="1">
            <a:off x="0" y="1352520"/>
            <a:ext cx="10693440" cy="23040"/>
          </a:xfrm>
          <a:prstGeom prst="straightConnector1">
            <a:avLst/>
          </a:prstGeom>
          <a:ln w="38100">
            <a:solidFill>
              <a:srgbClr val="4A7EBB"/>
            </a:solidFill>
            <a:round/>
          </a:ln>
        </p:spPr>
      </p:cxnSp>
      <p:cxnSp>
        <p:nvCxnSpPr>
          <p:cNvPr id="163" name="Straight Connector 5"/>
          <p:cNvCxnSpPr/>
          <p:nvPr/>
        </p:nvCxnSpPr>
        <p:spPr>
          <a:xfrm flipV="1">
            <a:off x="0" y="6714360"/>
            <a:ext cx="10693440" cy="23040"/>
          </a:xfrm>
          <a:prstGeom prst="straightConnector1">
            <a:avLst/>
          </a:prstGeom>
          <a:ln w="38100">
            <a:solidFill>
              <a:srgbClr val="4A7EBB"/>
            </a:solidFill>
            <a:round/>
          </a:ln>
        </p:spPr>
      </p:cxnSp>
      <p:sp>
        <p:nvSpPr>
          <p:cNvPr id="164" name="PlaceHolder 2"/>
          <p:cNvSpPr>
            <a:spLocks noGrp="1"/>
          </p:cNvSpPr>
          <p:nvPr>
            <p:ph type="sldNum" idx="56"/>
          </p:nvPr>
        </p:nvSpPr>
        <p:spPr>
          <a:xfrm>
            <a:off x="9724320" y="6905520"/>
            <a:ext cx="201600" cy="16092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6D35D677-F80D-4413-979D-1A08C64CF58E}" type="slidenum">
              <a:rPr lang="tr-TR" sz="1050" b="0" u="none" strike="noStrike">
                <a:solidFill>
                  <a:srgbClr val="898989"/>
                </a:solidFill>
                <a:effectLst/>
                <a:uFillTx/>
                <a:latin typeface="Calibri"/>
              </a:rPr>
              <a:t>14</a:t>
            </a:fld>
            <a:endParaRPr lang="tr-TR" sz="1050" b="0" u="none" strike="noStrike">
              <a:solidFill>
                <a:srgbClr val="000000"/>
              </a:solidFill>
              <a:effectLst/>
              <a:uFillTx/>
              <a:latin typeface="Times New Roman"/>
            </a:endParaRPr>
          </a:p>
        </p:txBody>
      </p:sp>
      <p:pic>
        <p:nvPicPr>
          <p:cNvPr id="165" name="Picture 6"/>
          <p:cNvPicPr/>
          <p:nvPr/>
        </p:nvPicPr>
        <p:blipFill>
          <a:blip r:embed="rId4"/>
          <a:stretch/>
        </p:blipFill>
        <p:spPr>
          <a:xfrm>
            <a:off x="9630360" y="276120"/>
            <a:ext cx="1062720" cy="1062720"/>
          </a:xfrm>
          <a:prstGeom prst="rect">
            <a:avLst/>
          </a:prstGeom>
          <a:noFill/>
          <a:ln w="0">
            <a:noFill/>
          </a:ln>
        </p:spPr>
      </p:pic>
      <p:sp>
        <p:nvSpPr>
          <p:cNvPr id="166" name="Rectangle 10"/>
          <p:cNvSpPr/>
          <p:nvPr/>
        </p:nvSpPr>
        <p:spPr>
          <a:xfrm>
            <a:off x="0" y="2072160"/>
            <a:ext cx="5884200" cy="3312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tr-TR" sz="1550" b="1" u="none" strike="noStrike">
                <a:solidFill>
                  <a:srgbClr val="002060"/>
                </a:solidFill>
                <a:effectLst/>
                <a:uFillTx/>
                <a:latin typeface="Calibri"/>
              </a:rPr>
              <a:t>Alt Sistem İçerik Detaylarında belirtilmiş olan tüm bilgileri içermelidir. </a:t>
            </a:r>
            <a:endParaRPr lang="tr-TR" sz="1550" b="0" u="none" strike="noStrike">
              <a:solidFill>
                <a:srgbClr val="000000"/>
              </a:solidFill>
              <a:effectLst/>
              <a:uFillTx/>
              <a:latin typeface="Arial"/>
            </a:endParaRPr>
          </a:p>
        </p:txBody>
      </p:sp>
      <p:sp>
        <p:nvSpPr>
          <p:cNvPr id="167" name="Metin kutusu 8"/>
          <p:cNvSpPr/>
          <p:nvPr/>
        </p:nvSpPr>
        <p:spPr>
          <a:xfrm rot="19238400">
            <a:off x="7024680" y="3609000"/>
            <a:ext cx="3674880" cy="9025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tr-TR" sz="5260" b="1" u="none" strike="noStrike">
                <a:solidFill>
                  <a:srgbClr val="FF0000"/>
                </a:solidFill>
                <a:effectLst/>
                <a:uFillTx/>
                <a:latin typeface="Arial"/>
              </a:rPr>
              <a:t>ÖRNEKTİR</a:t>
            </a:r>
            <a:endParaRPr lang="tr-TR" sz="5260" b="0" u="none" strike="noStrike">
              <a:solidFill>
                <a:srgbClr val="000000"/>
              </a:solidFill>
              <a:effectLst/>
              <a:uFillTx/>
              <a:latin typeface="Arial"/>
            </a:endParaRPr>
          </a:p>
        </p:txBody>
      </p:sp>
      <p:sp>
        <p:nvSpPr>
          <p:cNvPr id="168" name="PlaceHolder 3"/>
          <p:cNvSpPr>
            <a:spLocks noGrp="1"/>
          </p:cNvSpPr>
          <p:nvPr>
            <p:ph type="dt" idx="57"/>
          </p:nvPr>
        </p:nvSpPr>
        <p:spPr>
          <a:xfrm>
            <a:off x="802800" y="6905520"/>
            <a:ext cx="1320840" cy="16128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37BC54CB-F8FD-4CE5-BCF9-CA14DEC08A09}" type="datetime2">
              <a:rPr lang="tr-TR" sz="1050" b="0" u="none" strike="noStrike">
                <a:solidFill>
                  <a:srgbClr val="898989"/>
                </a:solidFill>
                <a:effectLst/>
                <a:uFillTx/>
                <a:latin typeface="Calibri"/>
              </a:rPr>
              <a:t>21 Nisan 2026 Salı</a:t>
            </a:fld>
            <a:endParaRPr lang="tr-TR" sz="1050" b="0" u="none" strike="noStrike">
              <a:solidFill>
                <a:srgbClr val="000000"/>
              </a:solidFill>
              <a:effectLst/>
              <a:uFillTx/>
              <a:latin typeface="Times New Roman"/>
            </a:endParaRPr>
          </a:p>
        </p:txBody>
      </p:sp>
      <p:sp>
        <p:nvSpPr>
          <p:cNvPr id="169" name="PlaceHolder 4"/>
          <p:cNvSpPr>
            <a:spLocks noGrp="1"/>
          </p:cNvSpPr>
          <p:nvPr>
            <p:ph type="ftr" idx="58"/>
          </p:nvPr>
        </p:nvSpPr>
        <p:spPr>
          <a:xfrm>
            <a:off x="3542040" y="6814080"/>
            <a:ext cx="3608640" cy="320040"/>
          </a:xfrm>
          <a:prstGeom prst="rect">
            <a:avLst/>
          </a:prstGeom>
          <a:noFill/>
          <a:ln w="0">
            <a:noFill/>
          </a:ln>
        </p:spPr>
        <p:txBody>
          <a:bodyPr lIns="0" tIns="0" rIns="0" bIns="0" anchor="t">
            <a:noAutofit/>
          </a:bodyPr>
          <a:lstStyle>
            <a:lvl1pPr indent="0" algn="ctr">
              <a:lnSpc>
                <a:spcPct val="100000"/>
              </a:lnSpc>
              <a:buNone/>
              <a:defRPr lang="tr-TR" sz="1050" b="0" u="none" strike="noStrike">
                <a:solidFill>
                  <a:srgbClr val="898989"/>
                </a:solidFill>
                <a:effectLst/>
                <a:uFillTx/>
                <a:latin typeface="Calibri"/>
              </a:defRPr>
            </a:lvl1pPr>
          </a:lstStyle>
          <a:p>
            <a:pPr indent="0" algn="ctr">
              <a:lnSpc>
                <a:spcPct val="100000"/>
              </a:lnSpc>
              <a:buNone/>
            </a:pPr>
            <a:r>
              <a:rPr lang="tr-TR" sz="1050" b="0" u="none" strike="noStrike" dirty="0">
                <a:solidFill>
                  <a:srgbClr val="898989"/>
                </a:solidFill>
                <a:effectLst/>
                <a:uFillTx/>
                <a:latin typeface="Calibri"/>
              </a:rPr>
              <a:t>2026 TEKNOFEST DİKEY İNİŞLİ ROKET YARIŞMASI</a:t>
            </a:r>
            <a:br>
              <a:rPr sz="1050" dirty="0"/>
            </a:br>
            <a:r>
              <a:rPr lang="tr-TR" sz="1050" b="0" u="none" strike="noStrike" dirty="0">
                <a:solidFill>
                  <a:srgbClr val="898989"/>
                </a:solidFill>
                <a:effectLst/>
                <a:uFillTx/>
                <a:latin typeface="Calibri"/>
              </a:rPr>
              <a:t> </a:t>
            </a:r>
            <a:r>
              <a:rPr lang="en-US" sz="1050" b="0" u="none" strike="noStrike" dirty="0">
                <a:solidFill>
                  <a:srgbClr val="898989"/>
                </a:solidFill>
                <a:effectLst/>
                <a:uFillTx/>
                <a:latin typeface="Calibri"/>
              </a:rPr>
              <a:t>KRİTİK</a:t>
            </a:r>
            <a:r>
              <a:rPr lang="tr-TR" sz="1050" b="0" u="none" strike="noStrike" dirty="0">
                <a:solidFill>
                  <a:srgbClr val="898989"/>
                </a:solidFill>
                <a:effectLst/>
                <a:uFillTx/>
                <a:latin typeface="Calibri"/>
              </a:rPr>
              <a:t> TASARIM RAPORU (</a:t>
            </a:r>
            <a:r>
              <a:rPr lang="en-US" sz="1050" b="0" u="none" strike="noStrike" dirty="0">
                <a:solidFill>
                  <a:srgbClr val="898989"/>
                </a:solidFill>
                <a:effectLst/>
                <a:uFillTx/>
                <a:latin typeface="Calibri"/>
              </a:rPr>
              <a:t>K</a:t>
            </a:r>
            <a:r>
              <a:rPr lang="tr-TR" sz="1050" b="0" u="none" strike="noStrike" dirty="0">
                <a:solidFill>
                  <a:srgbClr val="898989"/>
                </a:solidFill>
                <a:effectLst/>
                <a:uFillTx/>
                <a:latin typeface="Calibri"/>
              </a:rPr>
              <a:t>TR)</a:t>
            </a:r>
            <a:endParaRPr lang="tr-TR" sz="1050" b="0" u="none" strike="noStrike" dirty="0">
              <a:solidFill>
                <a:srgbClr val="000000"/>
              </a:solidFill>
              <a:effectLst/>
              <a:uFillTx/>
              <a:latin typeface="Times New Roman"/>
            </a:endParaRPr>
          </a:p>
        </p:txBody>
      </p:sp>
      <p:sp>
        <p:nvSpPr>
          <p:cNvPr id="170" name="TextBox 15"/>
          <p:cNvSpPr/>
          <p:nvPr/>
        </p:nvSpPr>
        <p:spPr>
          <a:xfrm>
            <a:off x="6480" y="544680"/>
            <a:ext cx="1027440" cy="569880"/>
          </a:xfrm>
          <a:prstGeom prst="rect">
            <a:avLst/>
          </a:prstGeom>
          <a:noFill/>
          <a:ln w="0">
            <a:solidFill>
              <a:srgbClr val="000000"/>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tr-TR" sz="1550" b="0" u="none" strike="noStrike">
                <a:solidFill>
                  <a:srgbClr val="000000"/>
                </a:solidFill>
                <a:effectLst/>
                <a:uFillTx/>
                <a:latin typeface="Calibri"/>
              </a:rPr>
              <a:t>Takım Logosu</a:t>
            </a:r>
            <a:endParaRPr lang="tr-TR" sz="1550" b="0" u="none" strike="noStrike">
              <a:solidFill>
                <a:srgbClr val="000000"/>
              </a:solidFill>
              <a:effectLst/>
              <a:uFillTx/>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PlaceHolder 1"/>
          <p:cNvSpPr>
            <a:spLocks noGrp="1"/>
          </p:cNvSpPr>
          <p:nvPr>
            <p:ph type="title"/>
          </p:nvPr>
        </p:nvSpPr>
        <p:spPr>
          <a:xfrm>
            <a:off x="1235160" y="494640"/>
            <a:ext cx="8019720" cy="658440"/>
          </a:xfrm>
          <a:prstGeom prst="rect">
            <a:avLst/>
          </a:prstGeom>
          <a:noFill/>
          <a:ln w="0">
            <a:noFill/>
          </a:ln>
        </p:spPr>
        <p:txBody>
          <a:bodyPr lIns="0" tIns="0" rIns="0" bIns="0" anchor="b">
            <a:noAutofit/>
          </a:bodyPr>
          <a:lstStyle/>
          <a:p>
            <a:pPr indent="0" algn="ctr">
              <a:lnSpc>
                <a:spcPct val="100000"/>
              </a:lnSpc>
              <a:buNone/>
            </a:pPr>
            <a:r>
              <a:rPr lang="tr-TR" sz="3950" b="1" u="none" strike="noStrike">
                <a:solidFill>
                  <a:srgbClr val="0070C0"/>
                </a:solidFill>
                <a:effectLst/>
                <a:uFillTx/>
                <a:latin typeface="Calibri"/>
              </a:rPr>
              <a:t>Pnömatik Sistem Tasarımı - Detay</a:t>
            </a:r>
            <a:endParaRPr lang="tr-TR" sz="3950" b="0" u="none" strike="noStrike">
              <a:solidFill>
                <a:srgbClr val="000000"/>
              </a:solidFill>
              <a:effectLst/>
              <a:uFillTx/>
              <a:latin typeface="Calibri"/>
            </a:endParaRPr>
          </a:p>
        </p:txBody>
      </p:sp>
      <p:cxnSp>
        <p:nvCxnSpPr>
          <p:cNvPr id="172" name="Straight Connector 4"/>
          <p:cNvCxnSpPr/>
          <p:nvPr/>
        </p:nvCxnSpPr>
        <p:spPr>
          <a:xfrm flipV="1">
            <a:off x="0" y="1352520"/>
            <a:ext cx="10693440" cy="23040"/>
          </a:xfrm>
          <a:prstGeom prst="straightConnector1">
            <a:avLst/>
          </a:prstGeom>
          <a:ln w="38100">
            <a:solidFill>
              <a:srgbClr val="4A7EBB"/>
            </a:solidFill>
            <a:round/>
          </a:ln>
        </p:spPr>
      </p:cxnSp>
      <p:cxnSp>
        <p:nvCxnSpPr>
          <p:cNvPr id="173" name="Straight Connector 5"/>
          <p:cNvCxnSpPr/>
          <p:nvPr/>
        </p:nvCxnSpPr>
        <p:spPr>
          <a:xfrm flipV="1">
            <a:off x="0" y="6714360"/>
            <a:ext cx="10693440" cy="23040"/>
          </a:xfrm>
          <a:prstGeom prst="straightConnector1">
            <a:avLst/>
          </a:prstGeom>
          <a:ln w="38100">
            <a:solidFill>
              <a:srgbClr val="4A7EBB"/>
            </a:solidFill>
            <a:round/>
          </a:ln>
        </p:spPr>
      </p:cxnSp>
      <p:sp>
        <p:nvSpPr>
          <p:cNvPr id="174" name="PlaceHolder 2"/>
          <p:cNvSpPr>
            <a:spLocks noGrp="1"/>
          </p:cNvSpPr>
          <p:nvPr>
            <p:ph type="sldNum" idx="59"/>
          </p:nvPr>
        </p:nvSpPr>
        <p:spPr>
          <a:xfrm>
            <a:off x="9724320" y="6905520"/>
            <a:ext cx="201600" cy="16092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BB696918-2BCD-4F0E-9D23-F36F8A1EAC69}" type="slidenum">
              <a:rPr lang="tr-TR" sz="1050" b="0" u="none" strike="noStrike">
                <a:solidFill>
                  <a:srgbClr val="898989"/>
                </a:solidFill>
                <a:effectLst/>
                <a:uFillTx/>
                <a:latin typeface="Calibri"/>
              </a:rPr>
              <a:t>15</a:t>
            </a:fld>
            <a:endParaRPr lang="tr-TR" sz="1050" b="0" u="none" strike="noStrike">
              <a:solidFill>
                <a:srgbClr val="000000"/>
              </a:solidFill>
              <a:effectLst/>
              <a:uFillTx/>
              <a:latin typeface="Times New Roman"/>
            </a:endParaRPr>
          </a:p>
        </p:txBody>
      </p:sp>
      <p:sp>
        <p:nvSpPr>
          <p:cNvPr id="175" name="TextBox 9"/>
          <p:cNvSpPr/>
          <p:nvPr/>
        </p:nvSpPr>
        <p:spPr>
          <a:xfrm>
            <a:off x="6480" y="2163600"/>
            <a:ext cx="10693080" cy="399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50560" indent="-250560">
              <a:lnSpc>
                <a:spcPct val="150000"/>
              </a:lnSpc>
              <a:buClr>
                <a:srgbClr val="000000"/>
              </a:buClr>
              <a:buFont typeface="Arial"/>
              <a:buChar char="•"/>
            </a:pPr>
            <a:r>
              <a:rPr lang="tr-TR" sz="1550" b="0" u="none" strike="noStrike">
                <a:solidFill>
                  <a:srgbClr val="000000"/>
                </a:solidFill>
                <a:effectLst/>
                <a:uFillTx/>
                <a:latin typeface="Calibri"/>
              </a:rPr>
              <a:t>Ön tasarımda verilen pnömatik sistem ile güncel pnömatik sistem arasındaki olası değişiklikler iki şema yan yana koyularak özetlenmelidir. Değişiklik yapılmadıysa değişikliğin olmadığı, ilgili yansıda belirtilmelidir.</a:t>
            </a:r>
            <a:endParaRPr lang="tr-TR" sz="1550" b="0" u="none" strike="noStrike">
              <a:solidFill>
                <a:srgbClr val="000000"/>
              </a:solidFill>
              <a:effectLst/>
              <a:uFillTx/>
              <a:latin typeface="Arial"/>
            </a:endParaRPr>
          </a:p>
          <a:p>
            <a:pPr marL="250560" indent="-250560">
              <a:lnSpc>
                <a:spcPct val="150000"/>
              </a:lnSpc>
              <a:buClr>
                <a:srgbClr val="000000"/>
              </a:buClr>
              <a:buFont typeface="Arial"/>
              <a:buChar char="•"/>
            </a:pPr>
            <a:r>
              <a:rPr lang="tr-TR" sz="1550" b="0" u="none" strike="noStrike">
                <a:solidFill>
                  <a:srgbClr val="000000"/>
                </a:solidFill>
                <a:effectLst/>
                <a:uFillTx/>
                <a:latin typeface="Calibri"/>
              </a:rPr>
              <a:t>Ön tasarımdan sonra değişiklikler olmuş ise «Pnömatik devre güncelleme tablosu» içerisinde gerekli açıklamalar yapılmalıdır.</a:t>
            </a:r>
            <a:endParaRPr lang="tr-TR" sz="1550" b="0" u="none" strike="noStrike">
              <a:solidFill>
                <a:srgbClr val="000000"/>
              </a:solidFill>
              <a:effectLst/>
              <a:uFillTx/>
              <a:latin typeface="Arial"/>
            </a:endParaRPr>
          </a:p>
          <a:p>
            <a:pPr marL="250560" indent="-250560">
              <a:lnSpc>
                <a:spcPct val="150000"/>
              </a:lnSpc>
              <a:buClr>
                <a:srgbClr val="000000"/>
              </a:buClr>
              <a:buFont typeface="Arial"/>
              <a:buChar char="•"/>
            </a:pPr>
            <a:r>
              <a:rPr lang="tr-TR" sz="1550" b="0" u="none" strike="noStrike">
                <a:solidFill>
                  <a:srgbClr val="000000"/>
                </a:solidFill>
                <a:effectLst/>
                <a:uFillTx/>
                <a:latin typeface="Calibri"/>
              </a:rPr>
              <a:t>Kullanılacak borulama, bağlantı elemanları, manifoldlar detaylandırılmalıdır.</a:t>
            </a:r>
            <a:endParaRPr lang="tr-TR" sz="1550" b="0" u="none" strike="noStrike">
              <a:solidFill>
                <a:srgbClr val="000000"/>
              </a:solidFill>
              <a:effectLst/>
              <a:uFillTx/>
              <a:latin typeface="Arial"/>
            </a:endParaRPr>
          </a:p>
          <a:p>
            <a:pPr marL="250560" indent="-250560">
              <a:lnSpc>
                <a:spcPct val="150000"/>
              </a:lnSpc>
              <a:buClr>
                <a:srgbClr val="000000"/>
              </a:buClr>
              <a:buFont typeface="Arial"/>
              <a:buChar char="•"/>
            </a:pPr>
            <a:r>
              <a:rPr lang="tr-TR" sz="1550" b="0" u="none" strike="noStrike">
                <a:solidFill>
                  <a:srgbClr val="000000"/>
                </a:solidFill>
                <a:effectLst/>
                <a:uFillTx/>
                <a:latin typeface="Calibri"/>
              </a:rPr>
              <a:t>Pnömatik devrenin roket içerisinde konumlandırılmasında dikkat edilecek noktalar belirtilmelidir.</a:t>
            </a:r>
            <a:endParaRPr lang="tr-TR" sz="1550" b="0" u="none" strike="noStrike">
              <a:solidFill>
                <a:srgbClr val="000000"/>
              </a:solidFill>
              <a:effectLst/>
              <a:uFillTx/>
              <a:latin typeface="Arial"/>
            </a:endParaRPr>
          </a:p>
          <a:p>
            <a:pPr marL="250560" indent="-250560">
              <a:lnSpc>
                <a:spcPct val="150000"/>
              </a:lnSpc>
              <a:buClr>
                <a:srgbClr val="000000"/>
              </a:buClr>
              <a:buFont typeface="Arial"/>
              <a:buChar char="•"/>
            </a:pPr>
            <a:r>
              <a:rPr lang="tr-TR" sz="1550" b="0" u="none" strike="noStrike">
                <a:solidFill>
                  <a:srgbClr val="000000"/>
                </a:solidFill>
                <a:effectLst/>
                <a:uFillTx/>
                <a:latin typeface="Calibri"/>
              </a:rPr>
              <a:t>Yapılan yerleşimde basınçlı tankın tekrar doluma uygun olduğu ve emniyet açısından elle müdahale edilebildiği şekil üzerinde gösterilerek açıklanmalıdır.</a:t>
            </a:r>
            <a:endParaRPr lang="tr-TR" sz="1550" b="0" u="none" strike="noStrike">
              <a:solidFill>
                <a:srgbClr val="000000"/>
              </a:solidFill>
              <a:effectLst/>
              <a:uFillTx/>
              <a:latin typeface="Arial"/>
            </a:endParaRPr>
          </a:p>
          <a:p>
            <a:pPr marL="250560" indent="-250560">
              <a:lnSpc>
                <a:spcPct val="150000"/>
              </a:lnSpc>
              <a:buClr>
                <a:srgbClr val="000000"/>
              </a:buClr>
              <a:buFont typeface="Arial"/>
              <a:buChar char="•"/>
            </a:pPr>
            <a:r>
              <a:rPr lang="tr-TR" sz="1550" b="0" u="none" strike="noStrike">
                <a:solidFill>
                  <a:srgbClr val="000000"/>
                </a:solidFill>
                <a:effectLst/>
                <a:uFillTx/>
                <a:latin typeface="Calibri"/>
              </a:rPr>
              <a:t>Borulama ağırlığı ve yersel yük kayıpları hesaplanmalıdır.</a:t>
            </a:r>
            <a:endParaRPr lang="tr-TR" sz="1550" b="0" u="none" strike="noStrike">
              <a:solidFill>
                <a:srgbClr val="000000"/>
              </a:solidFill>
              <a:effectLst/>
              <a:uFillTx/>
              <a:latin typeface="Arial"/>
            </a:endParaRPr>
          </a:p>
          <a:p>
            <a:pPr marL="250560" indent="-250560">
              <a:lnSpc>
                <a:spcPct val="150000"/>
              </a:lnSpc>
              <a:buClr>
                <a:srgbClr val="000000"/>
              </a:buClr>
              <a:buFont typeface="Arial"/>
              <a:buChar char="•"/>
            </a:pPr>
            <a:r>
              <a:rPr lang="tr-TR" sz="1550" b="0" u="none" strike="noStrike">
                <a:solidFill>
                  <a:srgbClr val="000000"/>
                </a:solidFill>
                <a:effectLst/>
                <a:uFillTx/>
                <a:latin typeface="Calibri"/>
              </a:rPr>
              <a:t>Özel imalat ile yapılacak parçalar var ise  imalat yöntemleri, teknik resimleri ve tasarım hesapları detaylı olarak paylaşılmalıdır.</a:t>
            </a:r>
            <a:endParaRPr lang="tr-TR" sz="1550" b="0" u="none" strike="noStrike">
              <a:solidFill>
                <a:srgbClr val="000000"/>
              </a:solidFill>
              <a:effectLst/>
              <a:uFillTx/>
              <a:latin typeface="Arial"/>
            </a:endParaRPr>
          </a:p>
          <a:p>
            <a:pPr marL="250560" indent="-250560">
              <a:lnSpc>
                <a:spcPct val="150000"/>
              </a:lnSpc>
              <a:buClr>
                <a:srgbClr val="000000"/>
              </a:buClr>
              <a:buFont typeface="Arial"/>
              <a:buChar char="•"/>
            </a:pPr>
            <a:r>
              <a:rPr lang="tr-TR" sz="1550" b="0" u="none" strike="noStrike">
                <a:solidFill>
                  <a:srgbClr val="000000"/>
                </a:solidFill>
                <a:effectLst/>
                <a:uFillTx/>
                <a:latin typeface="Calibri"/>
              </a:rPr>
              <a:t>Tasarlanacak pnömatik devre şemasında dolum operasyonları için arayüz bulundurulmalıdır.</a:t>
            </a:r>
            <a:endParaRPr lang="tr-TR" sz="1550" b="0" u="none" strike="noStrike">
              <a:solidFill>
                <a:srgbClr val="000000"/>
              </a:solidFill>
              <a:effectLst/>
              <a:uFillTx/>
              <a:latin typeface="Arial"/>
            </a:endParaRPr>
          </a:p>
          <a:p>
            <a:pPr marL="250560" indent="-250560">
              <a:lnSpc>
                <a:spcPct val="150000"/>
              </a:lnSpc>
              <a:buClr>
                <a:srgbClr val="000000"/>
              </a:buClr>
              <a:buFont typeface="Arial"/>
              <a:buChar char="•"/>
            </a:pPr>
            <a:r>
              <a:rPr lang="tr-TR" sz="1550" b="0" u="none" strike="noStrike">
                <a:solidFill>
                  <a:srgbClr val="000000"/>
                </a:solidFill>
                <a:effectLst/>
                <a:uFillTx/>
                <a:latin typeface="Calibri"/>
              </a:rPr>
              <a:t>Pnömatik devrede bulunan tüm elemanlar «Pnömatik devre özet tablosu» içerisinde özellikleri ile birlikte belirtilecektir.</a:t>
            </a:r>
            <a:endParaRPr lang="tr-TR" sz="1550" b="0" u="none" strike="noStrike">
              <a:solidFill>
                <a:srgbClr val="000000"/>
              </a:solidFill>
              <a:effectLst/>
              <a:uFillTx/>
              <a:latin typeface="Arial"/>
            </a:endParaRPr>
          </a:p>
        </p:txBody>
      </p:sp>
      <p:pic>
        <p:nvPicPr>
          <p:cNvPr id="176" name="Picture 6"/>
          <p:cNvPicPr/>
          <p:nvPr/>
        </p:nvPicPr>
        <p:blipFill>
          <a:blip r:embed="rId3"/>
          <a:stretch/>
        </p:blipFill>
        <p:spPr>
          <a:xfrm>
            <a:off x="9630360" y="276120"/>
            <a:ext cx="1062720" cy="1062720"/>
          </a:xfrm>
          <a:prstGeom prst="rect">
            <a:avLst/>
          </a:prstGeom>
          <a:noFill/>
          <a:ln w="0">
            <a:noFill/>
          </a:ln>
        </p:spPr>
      </p:pic>
      <p:sp>
        <p:nvSpPr>
          <p:cNvPr id="177" name="Rectangle 10"/>
          <p:cNvSpPr/>
          <p:nvPr/>
        </p:nvSpPr>
        <p:spPr>
          <a:xfrm>
            <a:off x="6480" y="1892160"/>
            <a:ext cx="6703200" cy="3312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tr-TR" sz="1550" b="1" u="none" strike="noStrike">
                <a:solidFill>
                  <a:srgbClr val="002060"/>
                </a:solidFill>
                <a:effectLst/>
                <a:uFillTx/>
                <a:latin typeface="Arial"/>
              </a:rPr>
              <a:t>Alt Sistem İçerik Detaylarında belirtilmiş olan tüm bilgileri içermelidir. </a:t>
            </a:r>
            <a:endParaRPr lang="tr-TR" sz="1550" b="0" u="none" strike="noStrike">
              <a:solidFill>
                <a:srgbClr val="000000"/>
              </a:solidFill>
              <a:effectLst/>
              <a:uFillTx/>
              <a:latin typeface="Arial"/>
            </a:endParaRPr>
          </a:p>
        </p:txBody>
      </p:sp>
      <p:sp>
        <p:nvSpPr>
          <p:cNvPr id="178" name="PlaceHolder 3"/>
          <p:cNvSpPr>
            <a:spLocks noGrp="1"/>
          </p:cNvSpPr>
          <p:nvPr>
            <p:ph type="dt" idx="60"/>
          </p:nvPr>
        </p:nvSpPr>
        <p:spPr>
          <a:xfrm>
            <a:off x="802800" y="6905520"/>
            <a:ext cx="1320840" cy="16128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81FBD7C4-01CD-4D09-A657-845E8E61DDD2}" type="datetime2">
              <a:rPr lang="tr-TR" sz="1050" b="0" u="none" strike="noStrike">
                <a:solidFill>
                  <a:srgbClr val="898989"/>
                </a:solidFill>
                <a:effectLst/>
                <a:uFillTx/>
                <a:latin typeface="Calibri"/>
              </a:rPr>
              <a:t>21 Nisan 2026 Salı</a:t>
            </a:fld>
            <a:endParaRPr lang="tr-TR" sz="1050" b="0" u="none" strike="noStrike">
              <a:solidFill>
                <a:srgbClr val="000000"/>
              </a:solidFill>
              <a:effectLst/>
              <a:uFillTx/>
              <a:latin typeface="Times New Roman"/>
            </a:endParaRPr>
          </a:p>
        </p:txBody>
      </p:sp>
      <p:sp>
        <p:nvSpPr>
          <p:cNvPr id="179" name="PlaceHolder 4"/>
          <p:cNvSpPr>
            <a:spLocks noGrp="1"/>
          </p:cNvSpPr>
          <p:nvPr>
            <p:ph type="ftr" idx="61"/>
          </p:nvPr>
        </p:nvSpPr>
        <p:spPr>
          <a:xfrm>
            <a:off x="3542040" y="6814080"/>
            <a:ext cx="3608640" cy="320040"/>
          </a:xfrm>
          <a:prstGeom prst="rect">
            <a:avLst/>
          </a:prstGeom>
          <a:noFill/>
          <a:ln w="0">
            <a:noFill/>
          </a:ln>
        </p:spPr>
        <p:txBody>
          <a:bodyPr lIns="0" tIns="0" rIns="0" bIns="0" anchor="t">
            <a:noAutofit/>
          </a:bodyPr>
          <a:lstStyle>
            <a:lvl1pPr indent="0" algn="ctr">
              <a:lnSpc>
                <a:spcPct val="100000"/>
              </a:lnSpc>
              <a:buNone/>
              <a:defRPr lang="tr-TR" sz="1050" b="0" u="none" strike="noStrike">
                <a:solidFill>
                  <a:srgbClr val="898989"/>
                </a:solidFill>
                <a:effectLst/>
                <a:uFillTx/>
                <a:latin typeface="Calibri"/>
              </a:defRPr>
            </a:lvl1pPr>
          </a:lstStyle>
          <a:p>
            <a:pPr indent="0" algn="ctr">
              <a:lnSpc>
                <a:spcPct val="100000"/>
              </a:lnSpc>
              <a:buNone/>
            </a:pPr>
            <a:r>
              <a:rPr lang="tr-TR" sz="1050" b="0" u="none" strike="noStrike" dirty="0">
                <a:solidFill>
                  <a:srgbClr val="898989"/>
                </a:solidFill>
                <a:effectLst/>
                <a:uFillTx/>
                <a:latin typeface="Calibri"/>
              </a:rPr>
              <a:t>2026 TEKNOFEST DİKEY İNİŞLİ ROKET YARIŞMASI</a:t>
            </a:r>
            <a:br>
              <a:rPr sz="1050" dirty="0"/>
            </a:br>
            <a:r>
              <a:rPr lang="tr-TR" sz="1050" b="0" u="none" strike="noStrike" dirty="0">
                <a:solidFill>
                  <a:srgbClr val="898989"/>
                </a:solidFill>
                <a:effectLst/>
                <a:uFillTx/>
                <a:latin typeface="Calibri"/>
              </a:rPr>
              <a:t> </a:t>
            </a:r>
            <a:r>
              <a:rPr lang="en-US" sz="1050" b="0" u="none" strike="noStrike" dirty="0">
                <a:solidFill>
                  <a:srgbClr val="898989"/>
                </a:solidFill>
                <a:effectLst/>
                <a:uFillTx/>
                <a:latin typeface="Calibri"/>
              </a:rPr>
              <a:t>KRİTİK</a:t>
            </a:r>
            <a:r>
              <a:rPr lang="tr-TR" sz="1050" b="0" u="none" strike="noStrike" dirty="0">
                <a:solidFill>
                  <a:srgbClr val="898989"/>
                </a:solidFill>
                <a:effectLst/>
                <a:uFillTx/>
                <a:latin typeface="Calibri"/>
              </a:rPr>
              <a:t> TASARIM RAPORU (</a:t>
            </a:r>
            <a:r>
              <a:rPr lang="en-US" sz="1050" b="0" u="none" strike="noStrike" dirty="0">
                <a:solidFill>
                  <a:srgbClr val="898989"/>
                </a:solidFill>
                <a:effectLst/>
                <a:uFillTx/>
                <a:latin typeface="Calibri"/>
              </a:rPr>
              <a:t>K</a:t>
            </a:r>
            <a:r>
              <a:rPr lang="tr-TR" sz="1050" b="0" u="none" strike="noStrike" dirty="0">
                <a:solidFill>
                  <a:srgbClr val="898989"/>
                </a:solidFill>
                <a:effectLst/>
                <a:uFillTx/>
                <a:latin typeface="Calibri"/>
              </a:rPr>
              <a:t>TR)</a:t>
            </a:r>
            <a:endParaRPr lang="tr-TR" sz="1050" b="0" u="none" strike="noStrike" dirty="0">
              <a:solidFill>
                <a:srgbClr val="000000"/>
              </a:solidFill>
              <a:effectLst/>
              <a:uFillTx/>
              <a:latin typeface="Times New Roman"/>
            </a:endParaRPr>
          </a:p>
        </p:txBody>
      </p:sp>
      <p:sp>
        <p:nvSpPr>
          <p:cNvPr id="180" name="TextBox 13"/>
          <p:cNvSpPr/>
          <p:nvPr/>
        </p:nvSpPr>
        <p:spPr>
          <a:xfrm>
            <a:off x="6480" y="544680"/>
            <a:ext cx="1027440" cy="569880"/>
          </a:xfrm>
          <a:prstGeom prst="rect">
            <a:avLst/>
          </a:prstGeom>
          <a:noFill/>
          <a:ln w="0">
            <a:solidFill>
              <a:srgbClr val="000000"/>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tr-TR" sz="1550" b="0" u="none" strike="noStrike">
                <a:solidFill>
                  <a:srgbClr val="000000"/>
                </a:solidFill>
                <a:effectLst/>
                <a:uFillTx/>
                <a:latin typeface="Calibri"/>
              </a:rPr>
              <a:t>Takım Logosu</a:t>
            </a:r>
            <a:endParaRPr lang="tr-TR" sz="1550" b="0" u="none" strike="noStrike">
              <a:solidFill>
                <a:srgbClr val="000000"/>
              </a:solidFill>
              <a:effectLst/>
              <a:uFillTx/>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PlaceHolder 1"/>
          <p:cNvSpPr>
            <a:spLocks noGrp="1"/>
          </p:cNvSpPr>
          <p:nvPr>
            <p:ph type="title"/>
          </p:nvPr>
        </p:nvSpPr>
        <p:spPr>
          <a:xfrm>
            <a:off x="1235160" y="494640"/>
            <a:ext cx="8019720" cy="658440"/>
          </a:xfrm>
          <a:prstGeom prst="rect">
            <a:avLst/>
          </a:prstGeom>
          <a:noFill/>
          <a:ln w="0">
            <a:noFill/>
          </a:ln>
        </p:spPr>
        <p:txBody>
          <a:bodyPr lIns="0" tIns="0" rIns="0" bIns="0" anchor="b">
            <a:noAutofit/>
          </a:bodyPr>
          <a:lstStyle/>
          <a:p>
            <a:pPr indent="0" algn="ctr">
              <a:lnSpc>
                <a:spcPct val="100000"/>
              </a:lnSpc>
              <a:buNone/>
            </a:pPr>
            <a:r>
              <a:rPr lang="tr-TR" sz="3950" b="1" u="none" strike="noStrike">
                <a:solidFill>
                  <a:srgbClr val="0070C0"/>
                </a:solidFill>
                <a:effectLst/>
                <a:uFillTx/>
                <a:latin typeface="Calibri"/>
              </a:rPr>
              <a:t>Pnömatik Sistem Tasarımı - Detay</a:t>
            </a:r>
            <a:endParaRPr lang="tr-TR" sz="3950" b="0" u="none" strike="noStrike">
              <a:solidFill>
                <a:srgbClr val="000000"/>
              </a:solidFill>
              <a:effectLst/>
              <a:uFillTx/>
              <a:latin typeface="Calibri"/>
            </a:endParaRPr>
          </a:p>
        </p:txBody>
      </p:sp>
      <p:cxnSp>
        <p:nvCxnSpPr>
          <p:cNvPr id="182" name="Straight Connector 4"/>
          <p:cNvCxnSpPr/>
          <p:nvPr/>
        </p:nvCxnSpPr>
        <p:spPr>
          <a:xfrm flipV="1">
            <a:off x="0" y="1352520"/>
            <a:ext cx="10693440" cy="23040"/>
          </a:xfrm>
          <a:prstGeom prst="straightConnector1">
            <a:avLst/>
          </a:prstGeom>
          <a:ln w="38100">
            <a:solidFill>
              <a:srgbClr val="4A7EBB"/>
            </a:solidFill>
            <a:round/>
          </a:ln>
        </p:spPr>
      </p:cxnSp>
      <p:cxnSp>
        <p:nvCxnSpPr>
          <p:cNvPr id="183" name="Straight Connector 5"/>
          <p:cNvCxnSpPr/>
          <p:nvPr/>
        </p:nvCxnSpPr>
        <p:spPr>
          <a:xfrm flipV="1">
            <a:off x="0" y="6714360"/>
            <a:ext cx="10693440" cy="23040"/>
          </a:xfrm>
          <a:prstGeom prst="straightConnector1">
            <a:avLst/>
          </a:prstGeom>
          <a:ln w="38100">
            <a:solidFill>
              <a:srgbClr val="4A7EBB"/>
            </a:solidFill>
            <a:round/>
          </a:ln>
        </p:spPr>
      </p:cxnSp>
      <p:sp>
        <p:nvSpPr>
          <p:cNvPr id="184" name="PlaceHolder 2"/>
          <p:cNvSpPr>
            <a:spLocks noGrp="1"/>
          </p:cNvSpPr>
          <p:nvPr>
            <p:ph type="sldNum" idx="62"/>
          </p:nvPr>
        </p:nvSpPr>
        <p:spPr>
          <a:xfrm>
            <a:off x="9724320" y="6905520"/>
            <a:ext cx="201600" cy="16092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21C19E79-B230-444F-ADE9-E3CCEB847EB5}" type="slidenum">
              <a:rPr lang="tr-TR" sz="1050" b="0" u="none" strike="noStrike">
                <a:solidFill>
                  <a:srgbClr val="898989"/>
                </a:solidFill>
                <a:effectLst/>
                <a:uFillTx/>
                <a:latin typeface="Calibri"/>
              </a:rPr>
              <a:t>16</a:t>
            </a:fld>
            <a:endParaRPr lang="tr-TR" sz="1050" b="0" u="none" strike="noStrike">
              <a:solidFill>
                <a:srgbClr val="000000"/>
              </a:solidFill>
              <a:effectLst/>
              <a:uFillTx/>
              <a:latin typeface="Times New Roman"/>
            </a:endParaRPr>
          </a:p>
        </p:txBody>
      </p:sp>
      <p:sp>
        <p:nvSpPr>
          <p:cNvPr id="185" name="TextBox 9"/>
          <p:cNvSpPr/>
          <p:nvPr/>
        </p:nvSpPr>
        <p:spPr>
          <a:xfrm>
            <a:off x="0" y="2491560"/>
            <a:ext cx="10693080" cy="200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50560" indent="-250560">
              <a:lnSpc>
                <a:spcPct val="100000"/>
              </a:lnSpc>
              <a:buClr>
                <a:srgbClr val="000000"/>
              </a:buClr>
              <a:buFont typeface="Arial"/>
              <a:buChar char="•"/>
            </a:pPr>
            <a:r>
              <a:rPr lang="tr-TR" sz="1550" b="0" u="none" strike="noStrike" dirty="0">
                <a:solidFill>
                  <a:srgbClr val="000000"/>
                </a:solidFill>
                <a:effectLst/>
                <a:uFillTx/>
                <a:latin typeface="Calibri"/>
              </a:rPr>
              <a:t>Pnömatik sistemin bütününün operasyon (uçuş profilinin gerçekleşmesi) sırasında zamana bağlı davranışı mühendislik benzetim programları kullanılarak her bir operasyon için modellenmelidir. </a:t>
            </a:r>
            <a:endParaRPr lang="tr-TR" sz="1550" b="0" u="none" strike="noStrike" dirty="0">
              <a:solidFill>
                <a:srgbClr val="000000"/>
              </a:solidFill>
              <a:effectLst/>
              <a:uFillTx/>
              <a:latin typeface="Arial"/>
            </a:endParaRPr>
          </a:p>
          <a:p>
            <a:pPr>
              <a:lnSpc>
                <a:spcPct val="100000"/>
              </a:lnSpc>
            </a:pPr>
            <a:endParaRPr lang="tr-TR" sz="1550" b="0" u="none" strike="noStrike" dirty="0">
              <a:solidFill>
                <a:srgbClr val="000000"/>
              </a:solidFill>
              <a:effectLst/>
              <a:uFillTx/>
              <a:latin typeface="Arial"/>
            </a:endParaRPr>
          </a:p>
          <a:p>
            <a:pPr marL="250560" indent="-250560">
              <a:lnSpc>
                <a:spcPct val="100000"/>
              </a:lnSpc>
              <a:buClr>
                <a:srgbClr val="000000"/>
              </a:buClr>
              <a:buFont typeface="Arial"/>
              <a:buChar char="•"/>
            </a:pPr>
            <a:r>
              <a:rPr lang="tr-TR" sz="1550" b="0" u="none" strike="noStrike" dirty="0">
                <a:solidFill>
                  <a:srgbClr val="000000"/>
                </a:solidFill>
                <a:effectLst/>
                <a:uFillTx/>
                <a:latin typeface="Calibri"/>
              </a:rPr>
              <a:t>Analiz sonucunda elde edilen verilerin gösterimi «Pnömatik devre analiz sonuçları» kısmında istenen sonuç grafikleri ile sunulmalıdır.</a:t>
            </a:r>
            <a:endParaRPr lang="tr-TR" sz="1550" b="0" u="none" strike="noStrike" dirty="0">
              <a:solidFill>
                <a:srgbClr val="000000"/>
              </a:solidFill>
              <a:effectLst/>
              <a:uFillTx/>
              <a:latin typeface="Arial"/>
            </a:endParaRPr>
          </a:p>
          <a:p>
            <a:pPr>
              <a:lnSpc>
                <a:spcPct val="100000"/>
              </a:lnSpc>
            </a:pPr>
            <a:endParaRPr lang="tr-TR" sz="1550" b="0" u="none" strike="noStrike" dirty="0">
              <a:solidFill>
                <a:srgbClr val="000000"/>
              </a:solidFill>
              <a:effectLst/>
              <a:uFillTx/>
              <a:latin typeface="Arial"/>
            </a:endParaRPr>
          </a:p>
          <a:p>
            <a:pPr marL="250560" indent="-250560">
              <a:lnSpc>
                <a:spcPct val="100000"/>
              </a:lnSpc>
              <a:buClr>
                <a:srgbClr val="000000"/>
              </a:buClr>
              <a:buFont typeface="Arial"/>
              <a:buChar char="•"/>
            </a:pPr>
            <a:r>
              <a:rPr lang="tr-TR" sz="1550" b="0" u="none" strike="noStrike" dirty="0">
                <a:solidFill>
                  <a:srgbClr val="000000"/>
                </a:solidFill>
                <a:effectLst/>
                <a:uFillTx/>
                <a:latin typeface="Calibri"/>
              </a:rPr>
              <a:t>Bu bölüm 16 yansıyı geçmemelidir. </a:t>
            </a:r>
            <a:endParaRPr lang="tr-TR" sz="1550" b="0" u="none" strike="noStrike" dirty="0">
              <a:solidFill>
                <a:srgbClr val="000000"/>
              </a:solidFill>
              <a:effectLst/>
              <a:uFillTx/>
              <a:latin typeface="Arial"/>
            </a:endParaRPr>
          </a:p>
          <a:p>
            <a:pPr>
              <a:lnSpc>
                <a:spcPct val="100000"/>
              </a:lnSpc>
            </a:pPr>
            <a:endParaRPr lang="tr-TR" sz="1550" b="0" u="none" strike="noStrike" dirty="0">
              <a:solidFill>
                <a:srgbClr val="000000"/>
              </a:solidFill>
              <a:effectLst/>
              <a:uFillTx/>
              <a:latin typeface="Arial"/>
            </a:endParaRPr>
          </a:p>
        </p:txBody>
      </p:sp>
      <p:pic>
        <p:nvPicPr>
          <p:cNvPr id="186" name="Picture 6"/>
          <p:cNvPicPr/>
          <p:nvPr/>
        </p:nvPicPr>
        <p:blipFill>
          <a:blip r:embed="rId3"/>
          <a:stretch/>
        </p:blipFill>
        <p:spPr>
          <a:xfrm>
            <a:off x="9630360" y="276120"/>
            <a:ext cx="1062720" cy="1062720"/>
          </a:xfrm>
          <a:prstGeom prst="rect">
            <a:avLst/>
          </a:prstGeom>
          <a:noFill/>
          <a:ln w="0">
            <a:noFill/>
          </a:ln>
        </p:spPr>
      </p:pic>
      <p:sp>
        <p:nvSpPr>
          <p:cNvPr id="187" name="Rectangle 10"/>
          <p:cNvSpPr/>
          <p:nvPr/>
        </p:nvSpPr>
        <p:spPr>
          <a:xfrm>
            <a:off x="0" y="2072160"/>
            <a:ext cx="5884200" cy="3312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tr-TR" sz="1550" b="1" u="none" strike="noStrike">
                <a:solidFill>
                  <a:srgbClr val="002060"/>
                </a:solidFill>
                <a:effectLst/>
                <a:uFillTx/>
                <a:latin typeface="Calibri"/>
              </a:rPr>
              <a:t>Alt Sistem İçerik Detaylarında belirtilmiş olan tüm bilgileri içermelidir. </a:t>
            </a:r>
            <a:endParaRPr lang="tr-TR" sz="1550" b="0" u="none" strike="noStrike">
              <a:solidFill>
                <a:srgbClr val="000000"/>
              </a:solidFill>
              <a:effectLst/>
              <a:uFillTx/>
              <a:latin typeface="Arial"/>
            </a:endParaRPr>
          </a:p>
        </p:txBody>
      </p:sp>
      <p:sp>
        <p:nvSpPr>
          <p:cNvPr id="188" name="Dikdörtgen 8"/>
          <p:cNvSpPr/>
          <p:nvPr/>
        </p:nvSpPr>
        <p:spPr>
          <a:xfrm>
            <a:off x="6480" y="6266880"/>
            <a:ext cx="10606680" cy="47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tr-TR" sz="1200" b="0" i="1" u="none" strike="noStrike" dirty="0">
                <a:solidFill>
                  <a:schemeClr val="dk1"/>
                </a:solidFill>
                <a:effectLst/>
                <a:uFillTx/>
                <a:latin typeface="Calibri"/>
              </a:rPr>
              <a:t>Bu bölümdeki veriler şartnamede yer alan </a:t>
            </a:r>
            <a:r>
              <a:rPr lang="es-ES" sz="1200" b="1" i="1" dirty="0">
                <a:solidFill>
                  <a:schemeClr val="dk1"/>
                </a:solidFill>
              </a:rPr>
              <a:t>3.</a:t>
            </a:r>
            <a:r>
              <a:rPr lang="tr-TR" sz="1200" b="1" i="1" dirty="0">
                <a:solidFill>
                  <a:schemeClr val="dk1"/>
                </a:solidFill>
              </a:rPr>
              <a:t>1.a, </a:t>
            </a:r>
            <a:r>
              <a:rPr lang="es-ES" sz="1200" b="1" i="1" u="none" strike="noStrike" dirty="0">
                <a:solidFill>
                  <a:schemeClr val="dk1"/>
                </a:solidFill>
                <a:effectLst/>
                <a:uFillTx/>
                <a:latin typeface="Calibri"/>
              </a:rPr>
              <a:t>3.2.</a:t>
            </a:r>
            <a:r>
              <a:rPr lang="tr-TR" sz="1200" b="1" i="1" u="none" strike="noStrike" dirty="0">
                <a:solidFill>
                  <a:schemeClr val="dk1"/>
                </a:solidFill>
                <a:effectLst/>
                <a:uFillTx/>
                <a:latin typeface="Calibri"/>
              </a:rPr>
              <a:t>b</a:t>
            </a:r>
            <a:r>
              <a:rPr lang="es-ES" sz="1200" b="1" i="1" u="none" strike="noStrike" dirty="0">
                <a:solidFill>
                  <a:schemeClr val="dk1"/>
                </a:solidFill>
                <a:effectLst/>
                <a:uFillTx/>
                <a:latin typeface="Calibri"/>
              </a:rPr>
              <a:t>,</a:t>
            </a:r>
            <a:r>
              <a:rPr lang="tr-TR" sz="1200" b="1" i="1" u="none" strike="noStrike" dirty="0">
                <a:solidFill>
                  <a:schemeClr val="dk1"/>
                </a:solidFill>
                <a:effectLst/>
                <a:uFillTx/>
                <a:latin typeface="Calibri"/>
              </a:rPr>
              <a:t> </a:t>
            </a:r>
            <a:r>
              <a:rPr lang="es-ES" sz="1200" b="1" i="1" dirty="0">
                <a:solidFill>
                  <a:schemeClr val="dk1"/>
                </a:solidFill>
              </a:rPr>
              <a:t>3.2.</a:t>
            </a:r>
            <a:r>
              <a:rPr lang="tr-TR" sz="1200" b="1" i="1" dirty="0">
                <a:solidFill>
                  <a:schemeClr val="dk1"/>
                </a:solidFill>
              </a:rPr>
              <a:t>e, </a:t>
            </a:r>
            <a:r>
              <a:rPr lang="es-ES" sz="1200" b="1" i="1" u="none" strike="noStrike" dirty="0">
                <a:solidFill>
                  <a:schemeClr val="dk1"/>
                </a:solidFill>
                <a:effectLst/>
                <a:uFillTx/>
                <a:latin typeface="Calibri"/>
              </a:rPr>
              <a:t>3.2.</a:t>
            </a:r>
            <a:r>
              <a:rPr lang="tr-TR" sz="1200" b="1" i="1" u="none" strike="noStrike" dirty="0">
                <a:solidFill>
                  <a:schemeClr val="dk1"/>
                </a:solidFill>
                <a:effectLst/>
                <a:uFillTx/>
                <a:latin typeface="Calibri"/>
              </a:rPr>
              <a:t>h</a:t>
            </a:r>
            <a:r>
              <a:rPr lang="es-ES" sz="1200" b="1" i="1" dirty="0">
                <a:solidFill>
                  <a:schemeClr val="dk1"/>
                </a:solidFill>
              </a:rPr>
              <a:t>, 3.2.</a:t>
            </a:r>
            <a:r>
              <a:rPr lang="tr-TR" sz="1200" b="1" i="1" dirty="0">
                <a:solidFill>
                  <a:schemeClr val="dk1"/>
                </a:solidFill>
              </a:rPr>
              <a:t>k,</a:t>
            </a:r>
            <a:r>
              <a:rPr lang="es-ES" sz="1200" b="1" i="1" u="none" strike="noStrike" dirty="0">
                <a:solidFill>
                  <a:schemeClr val="dk1"/>
                </a:solidFill>
                <a:effectLst/>
                <a:uFillTx/>
                <a:latin typeface="Calibri"/>
              </a:rPr>
              <a:t> 3.2.</a:t>
            </a:r>
            <a:r>
              <a:rPr lang="tr-TR" sz="1200" b="1" i="1" u="none" strike="noStrike" dirty="0">
                <a:solidFill>
                  <a:schemeClr val="dk1"/>
                </a:solidFill>
                <a:effectLst/>
                <a:uFillTx/>
                <a:latin typeface="Calibri"/>
              </a:rPr>
              <a:t>m</a:t>
            </a:r>
            <a:r>
              <a:rPr lang="es-ES" sz="1200" b="1" i="1" u="none" strike="noStrike" dirty="0">
                <a:solidFill>
                  <a:schemeClr val="dk1"/>
                </a:solidFill>
                <a:effectLst/>
                <a:uFillTx/>
                <a:latin typeface="Calibri"/>
              </a:rPr>
              <a:t>, 3.</a:t>
            </a:r>
            <a:r>
              <a:rPr lang="tr-TR" sz="1200" b="1" i="1" u="none" strike="noStrike" dirty="0">
                <a:solidFill>
                  <a:schemeClr val="dk1"/>
                </a:solidFill>
                <a:effectLst/>
                <a:uFillTx/>
                <a:latin typeface="Calibri"/>
              </a:rPr>
              <a:t>4</a:t>
            </a:r>
            <a:r>
              <a:rPr lang="es-ES" sz="1200" b="1" i="1" u="none" strike="noStrike" dirty="0">
                <a:solidFill>
                  <a:schemeClr val="dk1"/>
                </a:solidFill>
                <a:effectLst/>
                <a:uFillTx/>
                <a:latin typeface="Calibri"/>
              </a:rPr>
              <a:t>.</a:t>
            </a:r>
            <a:r>
              <a:rPr lang="tr-TR" sz="1200" b="1" i="1" u="none" strike="noStrike" dirty="0">
                <a:solidFill>
                  <a:schemeClr val="dk1"/>
                </a:solidFill>
                <a:effectLst/>
                <a:uFillTx/>
                <a:latin typeface="Calibri"/>
              </a:rPr>
              <a:t>1</a:t>
            </a:r>
            <a:r>
              <a:rPr lang="tr-TR" sz="1200" b="1" i="1" dirty="0">
                <a:solidFill>
                  <a:schemeClr val="dk1"/>
                </a:solidFill>
                <a:latin typeface="Calibri"/>
              </a:rPr>
              <a:t>.</a:t>
            </a:r>
            <a:r>
              <a:rPr lang="tr-TR" sz="1200" b="1" i="1" u="none" strike="noStrike" dirty="0">
                <a:solidFill>
                  <a:schemeClr val="dk1"/>
                </a:solidFill>
                <a:effectLst/>
                <a:uFillTx/>
                <a:latin typeface="Calibri"/>
              </a:rPr>
              <a:t>A</a:t>
            </a:r>
            <a:r>
              <a:rPr lang="es-ES" sz="1200" b="1" i="1" u="none" strike="noStrike" dirty="0">
                <a:solidFill>
                  <a:schemeClr val="dk1"/>
                </a:solidFill>
                <a:effectLst/>
                <a:uFillTx/>
                <a:latin typeface="Calibri"/>
              </a:rPr>
              <a:t>, 3.3.</a:t>
            </a:r>
            <a:r>
              <a:rPr lang="tr-TR" sz="1200" b="1" i="1" u="none" strike="noStrike" dirty="0">
                <a:solidFill>
                  <a:schemeClr val="dk1"/>
                </a:solidFill>
                <a:effectLst/>
                <a:uFillTx/>
                <a:latin typeface="Calibri"/>
              </a:rPr>
              <a:t>c</a:t>
            </a:r>
            <a:r>
              <a:rPr lang="es-ES" sz="1200" b="1" i="1" u="none" strike="noStrike" dirty="0">
                <a:solidFill>
                  <a:schemeClr val="dk1"/>
                </a:solidFill>
                <a:effectLst/>
                <a:uFillTx/>
                <a:latin typeface="Calibri"/>
              </a:rPr>
              <a:t>, 3.3.</a:t>
            </a:r>
            <a:r>
              <a:rPr lang="tr-TR" sz="1200" b="1" i="1" dirty="0">
                <a:solidFill>
                  <a:schemeClr val="dk1"/>
                </a:solidFill>
                <a:latin typeface="Calibri"/>
              </a:rPr>
              <a:t>d</a:t>
            </a:r>
            <a:r>
              <a:rPr lang="es-ES" sz="1200" b="1" i="1" u="none" strike="noStrike" dirty="0">
                <a:solidFill>
                  <a:schemeClr val="dk1"/>
                </a:solidFill>
                <a:effectLst/>
                <a:uFillTx/>
                <a:latin typeface="Calibri"/>
              </a:rPr>
              <a:t>, 3.3.</a:t>
            </a:r>
            <a:r>
              <a:rPr lang="tr-TR" sz="1200" b="1" i="1" u="none" strike="noStrike" dirty="0">
                <a:solidFill>
                  <a:schemeClr val="dk1"/>
                </a:solidFill>
                <a:effectLst/>
                <a:uFillTx/>
                <a:latin typeface="Calibri"/>
              </a:rPr>
              <a:t>f</a:t>
            </a:r>
            <a:r>
              <a:rPr lang="es-ES" sz="1200" b="1" i="1" u="none" strike="noStrike" dirty="0">
                <a:solidFill>
                  <a:schemeClr val="dk1"/>
                </a:solidFill>
                <a:effectLst/>
                <a:uFillTx/>
                <a:latin typeface="Calibri"/>
              </a:rPr>
              <a:t>, 4.2.</a:t>
            </a:r>
            <a:r>
              <a:rPr lang="tr-TR" sz="1200" b="1" i="1" u="none" strike="noStrike" dirty="0">
                <a:solidFill>
                  <a:schemeClr val="dk1"/>
                </a:solidFill>
                <a:effectLst/>
                <a:uFillTx/>
                <a:latin typeface="Calibri"/>
              </a:rPr>
              <a:t>a</a:t>
            </a:r>
            <a:r>
              <a:rPr lang="es-ES" sz="1200" b="1" i="1" u="none" strike="noStrike" dirty="0">
                <a:solidFill>
                  <a:schemeClr val="dk1"/>
                </a:solidFill>
                <a:effectLst/>
                <a:uFillTx/>
                <a:latin typeface="Calibri"/>
              </a:rPr>
              <a:t>, 4.2.</a:t>
            </a:r>
            <a:r>
              <a:rPr lang="tr-TR" sz="1200" b="1" i="1" u="none" strike="noStrike" dirty="0">
                <a:solidFill>
                  <a:schemeClr val="dk1"/>
                </a:solidFill>
                <a:effectLst/>
                <a:uFillTx/>
                <a:latin typeface="Calibri"/>
              </a:rPr>
              <a:t>b, </a:t>
            </a:r>
            <a:r>
              <a:rPr lang="es-ES" sz="1200" b="1" i="1" u="none" strike="noStrike" dirty="0">
                <a:solidFill>
                  <a:schemeClr val="dk1"/>
                </a:solidFill>
                <a:effectLst/>
                <a:uFillTx/>
                <a:latin typeface="Calibri"/>
              </a:rPr>
              <a:t>4.2.</a:t>
            </a:r>
            <a:r>
              <a:rPr lang="tr-TR" sz="1200" b="1" i="1" u="none" strike="noStrike" dirty="0">
                <a:solidFill>
                  <a:schemeClr val="dk1"/>
                </a:solidFill>
                <a:effectLst/>
                <a:uFillTx/>
                <a:latin typeface="Calibri"/>
              </a:rPr>
              <a:t>c</a:t>
            </a:r>
            <a:r>
              <a:rPr lang="es-ES" sz="1200" b="1" i="1" u="none" strike="noStrike" dirty="0">
                <a:solidFill>
                  <a:schemeClr val="dk1"/>
                </a:solidFill>
                <a:effectLst/>
                <a:uFillTx/>
                <a:latin typeface="Calibri"/>
              </a:rPr>
              <a:t>, 4.2.</a:t>
            </a:r>
            <a:r>
              <a:rPr lang="tr-TR" sz="1200" b="1" i="1" u="none" strike="noStrike" dirty="0">
                <a:solidFill>
                  <a:schemeClr val="dk1"/>
                </a:solidFill>
                <a:effectLst/>
                <a:uFillTx/>
                <a:latin typeface="Calibri"/>
              </a:rPr>
              <a:t>i</a:t>
            </a:r>
            <a:r>
              <a:rPr lang="es-ES" sz="1200" b="1" i="1" u="none" strike="noStrike" dirty="0">
                <a:solidFill>
                  <a:schemeClr val="dk1"/>
                </a:solidFill>
                <a:effectLst/>
                <a:uFillTx/>
                <a:latin typeface="Calibri"/>
              </a:rPr>
              <a:t> ve 4.2</a:t>
            </a:r>
            <a:r>
              <a:rPr lang="tr-TR" sz="1200" b="1" i="1" u="none" strike="noStrike" dirty="0">
                <a:solidFill>
                  <a:schemeClr val="dk1"/>
                </a:solidFill>
                <a:effectLst/>
                <a:uFillTx/>
                <a:latin typeface="Calibri"/>
              </a:rPr>
              <a:t>.k</a:t>
            </a:r>
            <a:r>
              <a:rPr lang="es-ES" sz="1200" b="1" i="1" u="none" strike="noStrike" dirty="0">
                <a:solidFill>
                  <a:schemeClr val="dk1"/>
                </a:solidFill>
                <a:effectLst/>
                <a:uFillTx/>
                <a:latin typeface="Calibri"/>
              </a:rPr>
              <a:t> </a:t>
            </a:r>
            <a:r>
              <a:rPr lang="tr-TR" sz="1200" b="1" i="1" u="none" strike="noStrike" dirty="0">
                <a:solidFill>
                  <a:schemeClr val="dk1"/>
                </a:solidFill>
                <a:effectLst/>
                <a:uFillTx/>
                <a:latin typeface="Calibri"/>
              </a:rPr>
              <a:t> </a:t>
            </a:r>
            <a:r>
              <a:rPr lang="tr-TR" sz="1200" b="0" i="1" u="none" strike="noStrike" dirty="0">
                <a:solidFill>
                  <a:schemeClr val="dk1"/>
                </a:solidFill>
                <a:effectLst/>
                <a:uFillTx/>
                <a:latin typeface="Calibri"/>
              </a:rPr>
              <a:t>numaralı gereksinimlere ve kurallara uygunluğu değerlendirilecektir.</a:t>
            </a:r>
            <a:endParaRPr lang="tr-TR" sz="1200" b="0" u="none" strike="noStrike" dirty="0">
              <a:solidFill>
                <a:srgbClr val="000000"/>
              </a:solidFill>
              <a:effectLst/>
              <a:uFillTx/>
              <a:latin typeface="Arial"/>
            </a:endParaRPr>
          </a:p>
        </p:txBody>
      </p:sp>
      <p:sp>
        <p:nvSpPr>
          <p:cNvPr id="189" name="PlaceHolder 3"/>
          <p:cNvSpPr>
            <a:spLocks noGrp="1"/>
          </p:cNvSpPr>
          <p:nvPr>
            <p:ph type="dt" idx="63"/>
          </p:nvPr>
        </p:nvSpPr>
        <p:spPr>
          <a:xfrm>
            <a:off x="802800" y="6905520"/>
            <a:ext cx="1320840" cy="16128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08D072DF-4951-4BFC-84CA-C66CB67BEDAA}" type="datetime2">
              <a:rPr lang="tr-TR" sz="1050" b="0" u="none" strike="noStrike">
                <a:solidFill>
                  <a:srgbClr val="898989"/>
                </a:solidFill>
                <a:effectLst/>
                <a:uFillTx/>
                <a:latin typeface="Calibri"/>
              </a:rPr>
              <a:t>21 Nisan 2026 Salı</a:t>
            </a:fld>
            <a:endParaRPr lang="tr-TR" sz="1050" b="0" u="none" strike="noStrike">
              <a:solidFill>
                <a:srgbClr val="000000"/>
              </a:solidFill>
              <a:effectLst/>
              <a:uFillTx/>
              <a:latin typeface="Times New Roman"/>
            </a:endParaRPr>
          </a:p>
        </p:txBody>
      </p:sp>
      <p:sp>
        <p:nvSpPr>
          <p:cNvPr id="190" name="PlaceHolder 4"/>
          <p:cNvSpPr>
            <a:spLocks noGrp="1"/>
          </p:cNvSpPr>
          <p:nvPr>
            <p:ph type="ftr" idx="64"/>
          </p:nvPr>
        </p:nvSpPr>
        <p:spPr>
          <a:xfrm>
            <a:off x="3542040" y="6814080"/>
            <a:ext cx="3608640" cy="320040"/>
          </a:xfrm>
          <a:prstGeom prst="rect">
            <a:avLst/>
          </a:prstGeom>
          <a:noFill/>
          <a:ln w="0">
            <a:noFill/>
          </a:ln>
        </p:spPr>
        <p:txBody>
          <a:bodyPr lIns="0" tIns="0" rIns="0" bIns="0" anchor="t">
            <a:noAutofit/>
          </a:bodyPr>
          <a:lstStyle>
            <a:lvl1pPr indent="0" algn="ctr">
              <a:lnSpc>
                <a:spcPct val="100000"/>
              </a:lnSpc>
              <a:buNone/>
              <a:defRPr lang="tr-TR" sz="1050" b="0" u="none" strike="noStrike">
                <a:solidFill>
                  <a:srgbClr val="898989"/>
                </a:solidFill>
                <a:effectLst/>
                <a:uFillTx/>
                <a:latin typeface="Calibri"/>
              </a:defRPr>
            </a:lvl1pPr>
          </a:lstStyle>
          <a:p>
            <a:pPr indent="0" algn="ctr">
              <a:lnSpc>
                <a:spcPct val="100000"/>
              </a:lnSpc>
              <a:buNone/>
            </a:pPr>
            <a:r>
              <a:rPr lang="tr-TR" sz="1050" b="0" u="none" strike="noStrike" dirty="0">
                <a:solidFill>
                  <a:srgbClr val="898989"/>
                </a:solidFill>
                <a:effectLst/>
                <a:uFillTx/>
                <a:latin typeface="Calibri"/>
              </a:rPr>
              <a:t>2026 TEKNOFEST DİKEY İNİŞLİ ROKET YARIŞMASI</a:t>
            </a:r>
            <a:br>
              <a:rPr sz="1050" dirty="0"/>
            </a:br>
            <a:r>
              <a:rPr lang="tr-TR" sz="1050" b="0" u="none" strike="noStrike" dirty="0">
                <a:solidFill>
                  <a:srgbClr val="898989"/>
                </a:solidFill>
                <a:effectLst/>
                <a:uFillTx/>
                <a:latin typeface="Calibri"/>
              </a:rPr>
              <a:t> </a:t>
            </a:r>
            <a:r>
              <a:rPr lang="en-US" sz="1050" b="0" u="none" strike="noStrike" dirty="0">
                <a:solidFill>
                  <a:srgbClr val="898989"/>
                </a:solidFill>
                <a:effectLst/>
                <a:uFillTx/>
                <a:latin typeface="Calibri"/>
              </a:rPr>
              <a:t>KRİTİK</a:t>
            </a:r>
            <a:r>
              <a:rPr lang="tr-TR" sz="1050" b="0" u="none" strike="noStrike" dirty="0">
                <a:solidFill>
                  <a:srgbClr val="898989"/>
                </a:solidFill>
                <a:effectLst/>
                <a:uFillTx/>
                <a:latin typeface="Calibri"/>
              </a:rPr>
              <a:t> TASARIM RAPORU (</a:t>
            </a:r>
            <a:r>
              <a:rPr lang="en-US" sz="1050" b="0" u="none" strike="noStrike" dirty="0">
                <a:solidFill>
                  <a:srgbClr val="898989"/>
                </a:solidFill>
                <a:effectLst/>
                <a:uFillTx/>
                <a:latin typeface="Calibri"/>
              </a:rPr>
              <a:t>K</a:t>
            </a:r>
            <a:r>
              <a:rPr lang="tr-TR" sz="1050" b="0" u="none" strike="noStrike" dirty="0">
                <a:solidFill>
                  <a:srgbClr val="898989"/>
                </a:solidFill>
                <a:effectLst/>
                <a:uFillTx/>
                <a:latin typeface="Calibri"/>
              </a:rPr>
              <a:t>TR)</a:t>
            </a:r>
            <a:endParaRPr lang="tr-TR" sz="1050" b="0" u="none" strike="noStrike" dirty="0">
              <a:solidFill>
                <a:srgbClr val="000000"/>
              </a:solidFill>
              <a:effectLst/>
              <a:uFillTx/>
              <a:latin typeface="Times New Roman"/>
            </a:endParaRPr>
          </a:p>
        </p:txBody>
      </p:sp>
      <p:sp>
        <p:nvSpPr>
          <p:cNvPr id="191" name="TextBox 14"/>
          <p:cNvSpPr/>
          <p:nvPr/>
        </p:nvSpPr>
        <p:spPr>
          <a:xfrm>
            <a:off x="6480" y="544680"/>
            <a:ext cx="1027440" cy="569880"/>
          </a:xfrm>
          <a:prstGeom prst="rect">
            <a:avLst/>
          </a:prstGeom>
          <a:noFill/>
          <a:ln w="0">
            <a:solidFill>
              <a:srgbClr val="000000"/>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tr-TR" sz="1550" b="0" u="none" strike="noStrike">
                <a:solidFill>
                  <a:srgbClr val="000000"/>
                </a:solidFill>
                <a:effectLst/>
                <a:uFillTx/>
                <a:latin typeface="Calibri"/>
              </a:rPr>
              <a:t>Takım Logosu</a:t>
            </a:r>
            <a:endParaRPr lang="tr-TR" sz="1550" b="0" u="none" strike="noStrike">
              <a:solidFill>
                <a:srgbClr val="000000"/>
              </a:solidFill>
              <a:effectLst/>
              <a:uFillTx/>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2" name="Straight Connector 4"/>
          <p:cNvCxnSpPr/>
          <p:nvPr/>
        </p:nvCxnSpPr>
        <p:spPr>
          <a:xfrm flipV="1">
            <a:off x="0" y="1352520"/>
            <a:ext cx="10693440" cy="23040"/>
          </a:xfrm>
          <a:prstGeom prst="straightConnector1">
            <a:avLst/>
          </a:prstGeom>
          <a:ln w="38100">
            <a:solidFill>
              <a:srgbClr val="4A7EBB"/>
            </a:solidFill>
            <a:round/>
          </a:ln>
        </p:spPr>
      </p:cxnSp>
      <p:cxnSp>
        <p:nvCxnSpPr>
          <p:cNvPr id="193" name="Straight Connector 5"/>
          <p:cNvCxnSpPr/>
          <p:nvPr/>
        </p:nvCxnSpPr>
        <p:spPr>
          <a:xfrm flipV="1">
            <a:off x="0" y="6714360"/>
            <a:ext cx="10693440" cy="23040"/>
          </a:xfrm>
          <a:prstGeom prst="straightConnector1">
            <a:avLst/>
          </a:prstGeom>
          <a:ln w="38100">
            <a:solidFill>
              <a:srgbClr val="4A7EBB"/>
            </a:solidFill>
            <a:round/>
          </a:ln>
        </p:spPr>
      </p:cxnSp>
      <p:sp>
        <p:nvSpPr>
          <p:cNvPr id="194" name="PlaceHolder 1"/>
          <p:cNvSpPr>
            <a:spLocks noGrp="1"/>
          </p:cNvSpPr>
          <p:nvPr>
            <p:ph type="sldNum" idx="65"/>
          </p:nvPr>
        </p:nvSpPr>
        <p:spPr>
          <a:xfrm>
            <a:off x="9724320" y="6905520"/>
            <a:ext cx="201600" cy="16092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0578CAD8-9D70-4BD7-903C-812510457804}" type="slidenum">
              <a:rPr lang="tr-TR" sz="1050" b="0" u="none" strike="noStrike">
                <a:solidFill>
                  <a:srgbClr val="898989"/>
                </a:solidFill>
                <a:effectLst/>
                <a:uFillTx/>
                <a:latin typeface="Calibri"/>
              </a:rPr>
              <a:t>17</a:t>
            </a:fld>
            <a:endParaRPr lang="tr-TR" sz="1050" b="0" u="none" strike="noStrike">
              <a:solidFill>
                <a:srgbClr val="000000"/>
              </a:solidFill>
              <a:effectLst/>
              <a:uFillTx/>
              <a:latin typeface="Times New Roman"/>
            </a:endParaRPr>
          </a:p>
        </p:txBody>
      </p:sp>
      <p:pic>
        <p:nvPicPr>
          <p:cNvPr id="195" name="Picture 6"/>
          <p:cNvPicPr/>
          <p:nvPr/>
        </p:nvPicPr>
        <p:blipFill>
          <a:blip r:embed="rId3"/>
          <a:stretch/>
        </p:blipFill>
        <p:spPr>
          <a:xfrm>
            <a:off x="9630360" y="276120"/>
            <a:ext cx="1062720" cy="1062720"/>
          </a:xfrm>
          <a:prstGeom prst="rect">
            <a:avLst/>
          </a:prstGeom>
          <a:noFill/>
          <a:ln w="0">
            <a:noFill/>
          </a:ln>
        </p:spPr>
      </p:pic>
      <p:sp>
        <p:nvSpPr>
          <p:cNvPr id="196" name="Dikdörtgen 10"/>
          <p:cNvSpPr/>
          <p:nvPr/>
        </p:nvSpPr>
        <p:spPr>
          <a:xfrm>
            <a:off x="5285160" y="2264400"/>
            <a:ext cx="4804560" cy="3064680"/>
          </a:xfrm>
          <a:prstGeom prst="rect">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tr-TR" sz="2400" b="1" u="none" strike="noStrike">
                <a:solidFill>
                  <a:schemeClr val="lt1"/>
                </a:solidFill>
                <a:effectLst/>
                <a:uFillTx/>
                <a:latin typeface="Calibri"/>
              </a:rPr>
              <a:t>Tank Dolum Arayüzü 3 Boyutlu Görünümü (CAD) </a:t>
            </a:r>
            <a:endParaRPr lang="tr-TR" sz="2400" b="0" u="none" strike="noStrike">
              <a:solidFill>
                <a:srgbClr val="FFFFFF"/>
              </a:solidFill>
              <a:effectLst/>
              <a:uFillTx/>
              <a:latin typeface="Arial"/>
            </a:endParaRPr>
          </a:p>
        </p:txBody>
      </p:sp>
      <p:sp>
        <p:nvSpPr>
          <p:cNvPr id="197" name="Dikdörtgen 6"/>
          <p:cNvSpPr/>
          <p:nvPr/>
        </p:nvSpPr>
        <p:spPr>
          <a:xfrm>
            <a:off x="6480" y="6233400"/>
            <a:ext cx="10614240" cy="461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lnSpc>
                <a:spcPct val="100000"/>
              </a:lnSpc>
            </a:pPr>
            <a:r>
              <a:rPr lang="tr-TR" sz="1200" b="0" i="1" u="none" strike="noStrike" dirty="0">
                <a:solidFill>
                  <a:schemeClr val="dk1"/>
                </a:solidFill>
                <a:effectLst/>
                <a:uFillTx/>
                <a:latin typeface="Calibri"/>
              </a:rPr>
              <a:t>Bu bölümde şartnamede yer alan</a:t>
            </a:r>
            <a:r>
              <a:rPr lang="tr-TR" sz="1200" b="1" i="1" u="none" strike="noStrike" dirty="0">
                <a:solidFill>
                  <a:schemeClr val="dk1"/>
                </a:solidFill>
                <a:effectLst/>
                <a:uFillTx/>
                <a:latin typeface="Calibri"/>
              </a:rPr>
              <a:t> </a:t>
            </a:r>
            <a:r>
              <a:rPr lang="es-ES" sz="1200" b="1" i="1" u="none" strike="noStrike" dirty="0">
                <a:solidFill>
                  <a:schemeClr val="dk1"/>
                </a:solidFill>
                <a:effectLst/>
                <a:uFillTx/>
                <a:latin typeface="Calibri"/>
              </a:rPr>
              <a:t>3.2.</a:t>
            </a:r>
            <a:r>
              <a:rPr lang="tr-TR" sz="1200" b="1" i="1" u="none" strike="noStrike" dirty="0">
                <a:solidFill>
                  <a:schemeClr val="dk1"/>
                </a:solidFill>
                <a:effectLst/>
                <a:uFillTx/>
                <a:latin typeface="Calibri"/>
              </a:rPr>
              <a:t>b</a:t>
            </a:r>
            <a:r>
              <a:rPr lang="es-ES" sz="1200" b="1" i="1" u="none" strike="noStrike" dirty="0">
                <a:solidFill>
                  <a:schemeClr val="dk1"/>
                </a:solidFill>
                <a:effectLst/>
                <a:uFillTx/>
                <a:latin typeface="Calibri"/>
              </a:rPr>
              <a:t>, 3.2.</a:t>
            </a:r>
            <a:r>
              <a:rPr lang="tr-TR" sz="1200" b="1" i="1" u="none" strike="noStrike" dirty="0">
                <a:solidFill>
                  <a:schemeClr val="dk1"/>
                </a:solidFill>
                <a:effectLst/>
                <a:uFillTx/>
                <a:latin typeface="Calibri"/>
              </a:rPr>
              <a:t>e</a:t>
            </a:r>
            <a:r>
              <a:rPr lang="es-ES" sz="1200" b="1" i="1" u="none" strike="noStrike" dirty="0">
                <a:solidFill>
                  <a:schemeClr val="dk1"/>
                </a:solidFill>
                <a:effectLst/>
                <a:uFillTx/>
                <a:latin typeface="Calibri"/>
              </a:rPr>
              <a:t>, 3.2.</a:t>
            </a:r>
            <a:r>
              <a:rPr lang="tr-TR" sz="1200" b="1" i="1" u="none" strike="noStrike" dirty="0">
                <a:solidFill>
                  <a:schemeClr val="dk1"/>
                </a:solidFill>
                <a:effectLst/>
                <a:uFillTx/>
                <a:latin typeface="Calibri"/>
              </a:rPr>
              <a:t>h</a:t>
            </a:r>
            <a:r>
              <a:rPr lang="es-ES" sz="1200" b="1" i="1" dirty="0">
                <a:solidFill>
                  <a:schemeClr val="dk1"/>
                </a:solidFill>
              </a:rPr>
              <a:t>, 3.2.</a:t>
            </a:r>
            <a:r>
              <a:rPr lang="tr-TR" sz="1200" b="1" i="1" dirty="0">
                <a:solidFill>
                  <a:schemeClr val="dk1"/>
                </a:solidFill>
              </a:rPr>
              <a:t>k</a:t>
            </a:r>
            <a:r>
              <a:rPr lang="es-ES" sz="1200" b="1" i="1" dirty="0">
                <a:solidFill>
                  <a:schemeClr val="dk1"/>
                </a:solidFill>
              </a:rPr>
              <a:t>, 3.2.</a:t>
            </a:r>
            <a:r>
              <a:rPr lang="tr-TR" sz="1200" b="1" i="1" u="none" strike="noStrike" dirty="0">
                <a:solidFill>
                  <a:schemeClr val="dk1"/>
                </a:solidFill>
                <a:effectLst/>
                <a:uFillTx/>
                <a:latin typeface="Calibri"/>
              </a:rPr>
              <a:t>m</a:t>
            </a:r>
            <a:r>
              <a:rPr lang="es-ES" sz="1200" b="1" i="1" u="none" strike="noStrike" dirty="0">
                <a:solidFill>
                  <a:schemeClr val="dk1"/>
                </a:solidFill>
                <a:effectLst/>
                <a:uFillTx/>
                <a:latin typeface="Calibri"/>
              </a:rPr>
              <a:t>, 3.</a:t>
            </a:r>
            <a:r>
              <a:rPr lang="tr-TR" sz="1200" b="1" i="1" u="none" strike="noStrike" dirty="0">
                <a:solidFill>
                  <a:schemeClr val="dk1"/>
                </a:solidFill>
                <a:effectLst/>
                <a:uFillTx/>
                <a:latin typeface="Calibri"/>
              </a:rPr>
              <a:t>4</a:t>
            </a:r>
            <a:r>
              <a:rPr lang="es-ES" sz="1200" b="1" i="1" u="none" strike="noStrike" dirty="0">
                <a:solidFill>
                  <a:schemeClr val="dk1"/>
                </a:solidFill>
                <a:effectLst/>
                <a:uFillTx/>
                <a:latin typeface="Calibri"/>
              </a:rPr>
              <a:t>.</a:t>
            </a:r>
            <a:r>
              <a:rPr lang="tr-TR" sz="1200" b="1" i="1" u="none" strike="noStrike" dirty="0">
                <a:solidFill>
                  <a:schemeClr val="dk1"/>
                </a:solidFill>
                <a:effectLst/>
                <a:uFillTx/>
                <a:latin typeface="Calibri"/>
              </a:rPr>
              <a:t>1.A</a:t>
            </a:r>
            <a:r>
              <a:rPr lang="es-ES" sz="1200" b="1" i="1" u="none" strike="noStrike" dirty="0">
                <a:solidFill>
                  <a:schemeClr val="dk1"/>
                </a:solidFill>
                <a:effectLst/>
                <a:uFillTx/>
                <a:latin typeface="Calibri"/>
              </a:rPr>
              <a:t>, 3.</a:t>
            </a:r>
            <a:r>
              <a:rPr lang="tr-TR" sz="1200" b="1" i="1" u="none" strike="noStrike" dirty="0">
                <a:solidFill>
                  <a:schemeClr val="dk1"/>
                </a:solidFill>
                <a:effectLst/>
                <a:uFillTx/>
                <a:latin typeface="Calibri"/>
              </a:rPr>
              <a:t>1</a:t>
            </a:r>
            <a:r>
              <a:rPr lang="es-ES" sz="1200" b="1" i="1" u="none" strike="noStrike" dirty="0">
                <a:solidFill>
                  <a:schemeClr val="dk1"/>
                </a:solidFill>
                <a:effectLst/>
                <a:uFillTx/>
                <a:latin typeface="Calibri"/>
              </a:rPr>
              <a:t>.</a:t>
            </a:r>
            <a:r>
              <a:rPr lang="tr-TR" sz="1200" b="1" i="1" u="none" strike="noStrike" dirty="0">
                <a:solidFill>
                  <a:schemeClr val="dk1"/>
                </a:solidFill>
                <a:effectLst/>
                <a:uFillTx/>
                <a:latin typeface="Calibri"/>
              </a:rPr>
              <a:t>a</a:t>
            </a:r>
            <a:r>
              <a:rPr lang="es-ES" sz="1200" b="1" i="1" u="none" strike="noStrike" dirty="0">
                <a:solidFill>
                  <a:schemeClr val="dk1"/>
                </a:solidFill>
                <a:effectLst/>
                <a:uFillTx/>
                <a:latin typeface="Calibri"/>
              </a:rPr>
              <a:t>, 3.3.</a:t>
            </a:r>
            <a:r>
              <a:rPr lang="tr-TR" sz="1200" b="1" i="1" u="none" strike="noStrike" dirty="0">
                <a:solidFill>
                  <a:schemeClr val="dk1"/>
                </a:solidFill>
                <a:effectLst/>
                <a:uFillTx/>
                <a:latin typeface="Calibri"/>
              </a:rPr>
              <a:t>c</a:t>
            </a:r>
            <a:r>
              <a:rPr lang="es-ES" sz="1200" b="1" i="1" u="none" strike="noStrike" dirty="0">
                <a:solidFill>
                  <a:schemeClr val="dk1"/>
                </a:solidFill>
                <a:effectLst/>
                <a:uFillTx/>
                <a:latin typeface="Calibri"/>
              </a:rPr>
              <a:t>, 3.3.</a:t>
            </a:r>
            <a:r>
              <a:rPr lang="tr-TR" sz="1200" b="1" i="1" u="none" strike="noStrike" dirty="0">
                <a:solidFill>
                  <a:schemeClr val="dk1"/>
                </a:solidFill>
                <a:effectLst/>
                <a:uFillTx/>
                <a:latin typeface="Calibri"/>
              </a:rPr>
              <a:t>f</a:t>
            </a:r>
            <a:r>
              <a:rPr lang="es-ES" sz="1200" b="1" i="1" u="none" strike="noStrike" dirty="0">
                <a:solidFill>
                  <a:schemeClr val="dk1"/>
                </a:solidFill>
                <a:effectLst/>
                <a:uFillTx/>
                <a:latin typeface="Calibri"/>
              </a:rPr>
              <a:t>, 4.2.</a:t>
            </a:r>
            <a:r>
              <a:rPr lang="tr-TR" sz="1200" b="1" i="1" dirty="0">
                <a:solidFill>
                  <a:schemeClr val="dk1"/>
                </a:solidFill>
                <a:latin typeface="Calibri"/>
              </a:rPr>
              <a:t>a</a:t>
            </a:r>
            <a:r>
              <a:rPr lang="es-ES" sz="1200" b="1" i="1" u="none" strike="noStrike" dirty="0">
                <a:solidFill>
                  <a:schemeClr val="dk1"/>
                </a:solidFill>
                <a:effectLst/>
                <a:uFillTx/>
                <a:latin typeface="Calibri"/>
              </a:rPr>
              <a:t>, 4.2.</a:t>
            </a:r>
            <a:r>
              <a:rPr lang="tr-TR" sz="1200" b="1" i="1" u="none" strike="noStrike" dirty="0">
                <a:solidFill>
                  <a:schemeClr val="dk1"/>
                </a:solidFill>
                <a:effectLst/>
                <a:uFillTx/>
                <a:latin typeface="Calibri"/>
              </a:rPr>
              <a:t>b</a:t>
            </a:r>
            <a:r>
              <a:rPr lang="es-ES" sz="1200" b="1" i="1" dirty="0">
                <a:solidFill>
                  <a:schemeClr val="dk1"/>
                </a:solidFill>
              </a:rPr>
              <a:t>, 4.2.</a:t>
            </a:r>
            <a:r>
              <a:rPr lang="tr-TR" sz="1200" b="1" i="1" dirty="0">
                <a:solidFill>
                  <a:schemeClr val="dk1"/>
                </a:solidFill>
              </a:rPr>
              <a:t>c</a:t>
            </a:r>
            <a:r>
              <a:rPr lang="es-ES" sz="1200" b="1" i="1" dirty="0">
                <a:solidFill>
                  <a:schemeClr val="dk1"/>
                </a:solidFill>
              </a:rPr>
              <a:t>, 4.2.</a:t>
            </a:r>
            <a:r>
              <a:rPr lang="tr-TR" sz="1200" b="1" i="1" u="none" strike="noStrike" dirty="0">
                <a:solidFill>
                  <a:schemeClr val="dk1"/>
                </a:solidFill>
                <a:effectLst/>
                <a:uFillTx/>
                <a:latin typeface="Calibri"/>
              </a:rPr>
              <a:t>h</a:t>
            </a:r>
            <a:r>
              <a:rPr lang="es-ES" sz="1200" b="1" i="1" u="none" strike="noStrike" dirty="0">
                <a:solidFill>
                  <a:schemeClr val="dk1"/>
                </a:solidFill>
                <a:effectLst/>
                <a:uFillTx/>
                <a:latin typeface="Calibri"/>
              </a:rPr>
              <a:t>, 4.2.</a:t>
            </a:r>
            <a:r>
              <a:rPr lang="tr-TR" sz="1200" b="1" i="1" u="none" strike="noStrike" dirty="0">
                <a:solidFill>
                  <a:schemeClr val="dk1"/>
                </a:solidFill>
                <a:effectLst/>
                <a:uFillTx/>
                <a:latin typeface="Calibri"/>
              </a:rPr>
              <a:t>i</a:t>
            </a:r>
            <a:r>
              <a:rPr lang="es-ES" sz="1200" b="1" i="1" u="none" strike="noStrike" dirty="0">
                <a:solidFill>
                  <a:schemeClr val="dk1"/>
                </a:solidFill>
                <a:effectLst/>
                <a:uFillTx/>
                <a:latin typeface="Calibri"/>
              </a:rPr>
              <a:t> ve 4.2.</a:t>
            </a:r>
            <a:r>
              <a:rPr lang="tr-TR" sz="1200" b="1" i="1" u="none" strike="noStrike" dirty="0">
                <a:solidFill>
                  <a:schemeClr val="dk1"/>
                </a:solidFill>
                <a:effectLst/>
                <a:uFillTx/>
                <a:latin typeface="Calibri"/>
              </a:rPr>
              <a:t>k</a:t>
            </a:r>
            <a:r>
              <a:rPr lang="es-ES" sz="1200" b="1" i="1" u="none" strike="noStrike" dirty="0">
                <a:solidFill>
                  <a:schemeClr val="dk1"/>
                </a:solidFill>
                <a:effectLst/>
                <a:uFillTx/>
                <a:latin typeface="Calibri"/>
              </a:rPr>
              <a:t> </a:t>
            </a:r>
            <a:r>
              <a:rPr lang="tr-TR" sz="1200" b="0" i="1" u="none" strike="noStrike" dirty="0">
                <a:solidFill>
                  <a:schemeClr val="dk1"/>
                </a:solidFill>
                <a:effectLst/>
                <a:uFillTx/>
                <a:latin typeface="Calibri"/>
              </a:rPr>
              <a:t>numaralı gereksinimin karşılanıp karşılanmadığı kontrol edilecektir.</a:t>
            </a:r>
            <a:endParaRPr lang="tr-TR" sz="1200" b="0" u="none" strike="noStrike" dirty="0">
              <a:solidFill>
                <a:srgbClr val="000000"/>
              </a:solidFill>
              <a:effectLst/>
              <a:uFillTx/>
              <a:latin typeface="Arial"/>
            </a:endParaRPr>
          </a:p>
        </p:txBody>
      </p:sp>
      <p:sp>
        <p:nvSpPr>
          <p:cNvPr id="198" name="Title 1"/>
          <p:cNvSpPr/>
          <p:nvPr/>
        </p:nvSpPr>
        <p:spPr>
          <a:xfrm>
            <a:off x="1034280" y="494640"/>
            <a:ext cx="8595720" cy="658440"/>
          </a:xfrm>
          <a:prstGeom prst="rect">
            <a:avLst/>
          </a:prstGeom>
          <a:noFill/>
          <a:ln w="0">
            <a:noFill/>
          </a:ln>
        </p:spPr>
        <p:style>
          <a:lnRef idx="0">
            <a:scrgbClr r="0" g="0" b="0"/>
          </a:lnRef>
          <a:fillRef idx="0">
            <a:scrgbClr r="0" g="0" b="0"/>
          </a:fillRef>
          <a:effectRef idx="0">
            <a:scrgbClr r="0" g="0" b="0"/>
          </a:effectRef>
          <a:fontRef idx="minor"/>
        </p:style>
        <p:txBody>
          <a:bodyPr lIns="80280" tIns="39960" rIns="80280" bIns="39960" anchor="b">
            <a:normAutofit/>
          </a:bodyPr>
          <a:lstStyle/>
          <a:p>
            <a:pPr algn="ctr" defTabSz="914400">
              <a:lnSpc>
                <a:spcPct val="90000"/>
              </a:lnSpc>
            </a:pPr>
            <a:r>
              <a:rPr lang="tr-TR" sz="3950" b="1" u="none" strike="noStrike">
                <a:solidFill>
                  <a:srgbClr val="0070C0"/>
                </a:solidFill>
                <a:effectLst/>
                <a:uFillTx/>
                <a:latin typeface="Calibri"/>
              </a:rPr>
              <a:t>Pnömatik Sistem Tasarımı - Detay</a:t>
            </a:r>
            <a:endParaRPr lang="tr-TR" sz="3950" b="0" u="none" strike="noStrike">
              <a:solidFill>
                <a:srgbClr val="000000"/>
              </a:solidFill>
              <a:effectLst/>
              <a:uFillTx/>
              <a:latin typeface="Arial"/>
            </a:endParaRPr>
          </a:p>
        </p:txBody>
      </p:sp>
      <p:grpSp>
        <p:nvGrpSpPr>
          <p:cNvPr id="199" name="Grup 26"/>
          <p:cNvGrpSpPr/>
          <p:nvPr/>
        </p:nvGrpSpPr>
        <p:grpSpPr>
          <a:xfrm>
            <a:off x="432360" y="2270880"/>
            <a:ext cx="4424760" cy="3103560"/>
            <a:chOff x="432360" y="2270880"/>
            <a:chExt cx="4424760" cy="3103560"/>
          </a:xfrm>
        </p:grpSpPr>
        <p:sp>
          <p:nvSpPr>
            <p:cNvPr id="200" name="Dikdörtgen 8"/>
            <p:cNvSpPr/>
            <p:nvPr/>
          </p:nvSpPr>
          <p:spPr>
            <a:xfrm>
              <a:off x="585000" y="2270880"/>
              <a:ext cx="4254840" cy="2818080"/>
            </a:xfrm>
            <a:prstGeom prst="rect">
              <a:avLst/>
            </a:prstGeom>
            <a:noFill/>
            <a:ln w="28575">
              <a:solidFill>
                <a:srgbClr val="5E4977"/>
              </a:solidFill>
              <a:round/>
            </a:ln>
          </p:spPr>
          <p:style>
            <a:lnRef idx="2">
              <a:schemeClr val="accent4">
                <a:shade val="50000"/>
              </a:schemeClr>
            </a:lnRef>
            <a:fillRef idx="1">
              <a:schemeClr val="accent4"/>
            </a:fillRef>
            <a:effectRef idx="0">
              <a:schemeClr val="accent4"/>
            </a:effectRef>
            <a:fontRef idx="minor"/>
          </p:style>
          <p:txBody>
            <a:bodyPr lIns="90000" tIns="45000" rIns="90000" bIns="45000" anchor="ctr">
              <a:noAutofit/>
            </a:bodyPr>
            <a:lstStyle/>
            <a:p>
              <a:pPr algn="ctr">
                <a:lnSpc>
                  <a:spcPct val="100000"/>
                </a:lnSpc>
              </a:pPr>
              <a:endParaRPr lang="tr-TR" sz="1800" b="0" u="none" strike="noStrike">
                <a:solidFill>
                  <a:schemeClr val="lt1"/>
                </a:solidFill>
                <a:effectLst/>
                <a:uFillTx/>
                <a:latin typeface="Calibri"/>
              </a:endParaRPr>
            </a:p>
          </p:txBody>
        </p:sp>
        <p:sp>
          <p:nvSpPr>
            <p:cNvPr id="201" name="Content Placeholder 2"/>
            <p:cNvSpPr/>
            <p:nvPr/>
          </p:nvSpPr>
          <p:spPr>
            <a:xfrm>
              <a:off x="719280" y="2338200"/>
              <a:ext cx="4120560" cy="269640"/>
            </a:xfrm>
            <a:prstGeom prst="rect">
              <a:avLst/>
            </a:prstGeom>
            <a:noFill/>
            <a:ln w="0">
              <a:noFill/>
            </a:ln>
          </p:spPr>
          <p:style>
            <a:lnRef idx="0">
              <a:scrgbClr r="0" g="0" b="0"/>
            </a:lnRef>
            <a:fillRef idx="0">
              <a:scrgbClr r="0" g="0" b="0"/>
            </a:fillRef>
            <a:effectRef idx="0">
              <a:scrgbClr r="0" g="0" b="0"/>
            </a:effectRef>
            <a:fontRef idx="minor"/>
          </p:style>
          <p:txBody>
            <a:bodyPr lIns="80280" tIns="39960" rIns="80280" bIns="39960" anchor="t">
              <a:normAutofit lnSpcReduction="9999"/>
            </a:bodyPr>
            <a:lstStyle/>
            <a:p>
              <a:pPr algn="ctr" defTabSz="914400">
                <a:lnSpc>
                  <a:spcPct val="90000"/>
                </a:lnSpc>
                <a:spcBef>
                  <a:spcPts val="1001"/>
                </a:spcBef>
                <a:tabLst>
                  <a:tab pos="0" algn="l"/>
                </a:tabLst>
              </a:pPr>
              <a:r>
                <a:rPr lang="tr-TR" sz="1410" b="1" u="none" strike="noStrike">
                  <a:solidFill>
                    <a:schemeClr val="dk1"/>
                  </a:solidFill>
                  <a:effectLst/>
                  <a:uFillTx/>
                  <a:latin typeface="Calibri"/>
                </a:rPr>
                <a:t>TÜBİTAK SAGE tarafından verilecek Dolum Arayüzü</a:t>
              </a:r>
              <a:endParaRPr lang="tr-TR" sz="1410" b="0" u="none" strike="noStrike">
                <a:solidFill>
                  <a:srgbClr val="000000"/>
                </a:solidFill>
                <a:effectLst/>
                <a:uFillTx/>
                <a:latin typeface="Arial"/>
              </a:endParaRPr>
            </a:p>
            <a:p>
              <a:pPr marL="300600" indent="-300600" algn="ctr" defTabSz="914400">
                <a:lnSpc>
                  <a:spcPct val="90000"/>
                </a:lnSpc>
                <a:spcBef>
                  <a:spcPts val="1001"/>
                </a:spcBef>
                <a:tabLst>
                  <a:tab pos="0" algn="l"/>
                </a:tabLst>
              </a:pPr>
              <a:endParaRPr lang="tr-TR" sz="1410" b="0" u="none" strike="noStrike">
                <a:solidFill>
                  <a:srgbClr val="000000"/>
                </a:solidFill>
                <a:effectLst/>
                <a:uFillTx/>
                <a:latin typeface="Arial"/>
              </a:endParaRPr>
            </a:p>
            <a:p>
              <a:pPr algn="ctr" defTabSz="914400">
                <a:lnSpc>
                  <a:spcPct val="90000"/>
                </a:lnSpc>
                <a:spcBef>
                  <a:spcPts val="1001"/>
                </a:spcBef>
                <a:tabLst>
                  <a:tab pos="0" algn="l"/>
                </a:tabLst>
              </a:pPr>
              <a:endParaRPr lang="tr-TR" sz="1410" b="0" u="none" strike="noStrike">
                <a:solidFill>
                  <a:srgbClr val="000000"/>
                </a:solidFill>
                <a:effectLst/>
                <a:uFillTx/>
                <a:latin typeface="Arial"/>
              </a:endParaRPr>
            </a:p>
          </p:txBody>
        </p:sp>
        <p:pic>
          <p:nvPicPr>
            <p:cNvPr id="202" name="Resim 16" descr="yemek takımı, dişli içeren bir resim&#10;&#10;Açıklama otomatik olarak oluşturuldu"/>
            <p:cNvPicPr/>
            <p:nvPr/>
          </p:nvPicPr>
          <p:blipFill>
            <a:blip r:embed="rId4"/>
            <a:stretch/>
          </p:blipFill>
          <p:spPr>
            <a:xfrm rot="4156800">
              <a:off x="783000" y="2864160"/>
              <a:ext cx="2140920" cy="2229480"/>
            </a:xfrm>
            <a:prstGeom prst="rect">
              <a:avLst/>
            </a:prstGeom>
            <a:noFill/>
            <a:ln w="0">
              <a:noFill/>
            </a:ln>
          </p:spPr>
        </p:pic>
        <p:sp>
          <p:nvSpPr>
            <p:cNvPr id="203" name="Metin kutusu 19"/>
            <p:cNvSpPr/>
            <p:nvPr/>
          </p:nvSpPr>
          <p:spPr>
            <a:xfrm>
              <a:off x="2410920" y="4525560"/>
              <a:ext cx="1787760" cy="659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tr-TR" sz="1050" b="0" u="none" strike="noStrike">
                  <a:solidFill>
                    <a:srgbClr val="000000"/>
                  </a:solidFill>
                  <a:effectLst/>
                  <a:uFillTx/>
                  <a:latin typeface="Calibri"/>
                </a:rPr>
                <a:t>Yarışmacı Roketlerinde olan Çabuk Bağlantı kısmı ve Çek valf</a:t>
              </a:r>
              <a:endParaRPr lang="tr-TR" sz="1050" b="0" u="none" strike="noStrike">
                <a:solidFill>
                  <a:srgbClr val="000000"/>
                </a:solidFill>
                <a:effectLst/>
                <a:uFillTx/>
                <a:latin typeface="Arial"/>
              </a:endParaRPr>
            </a:p>
          </p:txBody>
        </p:sp>
        <p:sp>
          <p:nvSpPr>
            <p:cNvPr id="204" name="Metin kutusu 20"/>
            <p:cNvSpPr/>
            <p:nvPr/>
          </p:nvSpPr>
          <p:spPr>
            <a:xfrm>
              <a:off x="735120" y="4556160"/>
              <a:ext cx="1230480" cy="659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tr-TR" sz="1050" b="0" u="none" strike="noStrike">
                  <a:solidFill>
                    <a:srgbClr val="000000"/>
                  </a:solidFill>
                  <a:effectLst/>
                  <a:uFillTx/>
                  <a:latin typeface="Calibri"/>
                </a:rPr>
                <a:t>Çabuk Bağlantının Kompresörde Olan Kısmı</a:t>
              </a:r>
              <a:endParaRPr lang="tr-TR" sz="1050" b="0" u="none" strike="noStrike">
                <a:solidFill>
                  <a:srgbClr val="000000"/>
                </a:solidFill>
                <a:effectLst/>
                <a:uFillTx/>
                <a:latin typeface="Arial"/>
              </a:endParaRPr>
            </a:p>
          </p:txBody>
        </p:sp>
        <p:pic>
          <p:nvPicPr>
            <p:cNvPr id="205" name="Resim 21" descr="ışık içeren bir resim&#10;&#10;Açıklama otomatik olarak oluşturuldu"/>
            <p:cNvPicPr/>
            <p:nvPr/>
          </p:nvPicPr>
          <p:blipFill>
            <a:blip r:embed="rId5"/>
            <a:stretch/>
          </p:blipFill>
          <p:spPr>
            <a:xfrm rot="13833600">
              <a:off x="3110040" y="3323880"/>
              <a:ext cx="1438200" cy="1479240"/>
            </a:xfrm>
            <a:prstGeom prst="rect">
              <a:avLst/>
            </a:prstGeom>
            <a:noFill/>
            <a:ln w="0">
              <a:noFill/>
            </a:ln>
          </p:spPr>
        </p:pic>
        <p:sp>
          <p:nvSpPr>
            <p:cNvPr id="206" name="Metin kutusu 22"/>
            <p:cNvSpPr/>
            <p:nvPr/>
          </p:nvSpPr>
          <p:spPr>
            <a:xfrm>
              <a:off x="3252960" y="3118320"/>
              <a:ext cx="1388160" cy="321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tr-TR" sz="1230" b="1" u="none" strike="noStrike">
                  <a:solidFill>
                    <a:srgbClr val="000000"/>
                  </a:solidFill>
                  <a:effectLst/>
                  <a:uFillTx/>
                  <a:latin typeface="Calibri"/>
                </a:rPr>
                <a:t>Çek Valf (CVG38N)</a:t>
              </a:r>
              <a:endParaRPr lang="tr-TR" sz="1230" b="0" u="none" strike="noStrike">
                <a:solidFill>
                  <a:srgbClr val="000000"/>
                </a:solidFill>
                <a:effectLst/>
                <a:uFillTx/>
                <a:latin typeface="Arial"/>
              </a:endParaRPr>
            </a:p>
          </p:txBody>
        </p:sp>
        <p:sp>
          <p:nvSpPr>
            <p:cNvPr id="207" name="Metin kutusu 23"/>
            <p:cNvSpPr/>
            <p:nvPr/>
          </p:nvSpPr>
          <p:spPr>
            <a:xfrm>
              <a:off x="819000" y="3119760"/>
              <a:ext cx="1945440" cy="321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tr-TR" sz="1230" b="1" u="none" strike="noStrike">
                  <a:solidFill>
                    <a:srgbClr val="000000"/>
                  </a:solidFill>
                  <a:effectLst/>
                  <a:uFillTx/>
                  <a:latin typeface="Calibri"/>
                </a:rPr>
                <a:t>Çabuk Bağlantı (QCG38SN)</a:t>
              </a:r>
              <a:endParaRPr lang="tr-TR" sz="1230" b="0" u="none" strike="noStrike">
                <a:solidFill>
                  <a:srgbClr val="000000"/>
                </a:solidFill>
                <a:effectLst/>
                <a:uFillTx/>
                <a:latin typeface="Arial"/>
              </a:endParaRPr>
            </a:p>
          </p:txBody>
        </p:sp>
        <p:sp>
          <p:nvSpPr>
            <p:cNvPr id="208" name="Dikdörtgen 9"/>
            <p:cNvSpPr/>
            <p:nvPr/>
          </p:nvSpPr>
          <p:spPr>
            <a:xfrm>
              <a:off x="670320" y="3411360"/>
              <a:ext cx="1312560" cy="1117080"/>
            </a:xfrm>
            <a:prstGeom prst="rect">
              <a:avLst/>
            </a:prstGeom>
            <a:noFill/>
            <a:ln w="28575">
              <a:solidFill>
                <a:srgbClr val="3A5F8B"/>
              </a:solidFill>
              <a:prstDash val="sysDash"/>
              <a:round/>
            </a:ln>
          </p:spPr>
          <p:style>
            <a:lnRef idx="2">
              <a:schemeClr val="accent1">
                <a:shade val="50000"/>
              </a:schemeClr>
            </a:lnRef>
            <a:fillRef idx="1">
              <a:schemeClr val="accent1"/>
            </a:fillRef>
            <a:effectRef idx="0">
              <a:schemeClr val="accent1"/>
            </a:effectRef>
            <a:fontRef idx="minor"/>
          </p:style>
          <p:txBody>
            <a:bodyPr horzOverflow="overflow" lIns="80280" tIns="39960" rIns="80280" bIns="39960" numCol="1" spcCol="0" anchor="ctr">
              <a:noAutofit/>
            </a:bodyPr>
            <a:lstStyle/>
            <a:p>
              <a:pPr algn="ctr">
                <a:lnSpc>
                  <a:spcPct val="100000"/>
                </a:lnSpc>
              </a:pPr>
              <a:endParaRPr lang="tr-TR" sz="1800" b="0" u="none" strike="noStrike">
                <a:solidFill>
                  <a:schemeClr val="lt1"/>
                </a:solidFill>
                <a:effectLst/>
                <a:uFillTx/>
                <a:latin typeface="Calibri"/>
              </a:endParaRPr>
            </a:p>
          </p:txBody>
        </p:sp>
        <p:sp>
          <p:nvSpPr>
            <p:cNvPr id="209" name="Dikdörtgen 25"/>
            <p:cNvSpPr/>
            <p:nvPr/>
          </p:nvSpPr>
          <p:spPr>
            <a:xfrm>
              <a:off x="2068920" y="3411360"/>
              <a:ext cx="2571840" cy="1117080"/>
            </a:xfrm>
            <a:prstGeom prst="rect">
              <a:avLst/>
            </a:prstGeom>
            <a:noFill/>
            <a:ln w="28575">
              <a:solidFill>
                <a:srgbClr val="C0504D"/>
              </a:solidFill>
              <a:prstDash val="sysDash"/>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tr-TR" sz="1800" b="0" u="none" strike="noStrike">
                <a:solidFill>
                  <a:schemeClr val="lt1"/>
                </a:solidFill>
                <a:effectLst/>
                <a:uFillTx/>
                <a:latin typeface="Calibri"/>
              </a:endParaRPr>
            </a:p>
          </p:txBody>
        </p:sp>
      </p:grpSp>
      <p:sp>
        <p:nvSpPr>
          <p:cNvPr id="210" name="PlaceHolder 2"/>
          <p:cNvSpPr>
            <a:spLocks noGrp="1"/>
          </p:cNvSpPr>
          <p:nvPr>
            <p:ph type="dt" idx="66"/>
          </p:nvPr>
        </p:nvSpPr>
        <p:spPr>
          <a:xfrm>
            <a:off x="802800" y="6905520"/>
            <a:ext cx="1320840" cy="16128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52A26BD7-31EE-4E7E-8905-6FF62795EE70}" type="datetime2">
              <a:rPr lang="tr-TR" sz="1050" b="0" u="none" strike="noStrike">
                <a:solidFill>
                  <a:srgbClr val="898989"/>
                </a:solidFill>
                <a:effectLst/>
                <a:uFillTx/>
                <a:latin typeface="Calibri"/>
              </a:rPr>
              <a:t>21 Nisan 2026 Salı</a:t>
            </a:fld>
            <a:endParaRPr lang="tr-TR" sz="1050" b="0" u="none" strike="noStrike">
              <a:solidFill>
                <a:srgbClr val="000000"/>
              </a:solidFill>
              <a:effectLst/>
              <a:uFillTx/>
              <a:latin typeface="Times New Roman"/>
            </a:endParaRPr>
          </a:p>
        </p:txBody>
      </p:sp>
      <p:sp>
        <p:nvSpPr>
          <p:cNvPr id="211" name="PlaceHolder 3"/>
          <p:cNvSpPr>
            <a:spLocks noGrp="1"/>
          </p:cNvSpPr>
          <p:nvPr>
            <p:ph type="ftr" idx="67"/>
          </p:nvPr>
        </p:nvSpPr>
        <p:spPr>
          <a:xfrm>
            <a:off x="3542040" y="6814080"/>
            <a:ext cx="3608640" cy="320040"/>
          </a:xfrm>
          <a:prstGeom prst="rect">
            <a:avLst/>
          </a:prstGeom>
          <a:noFill/>
          <a:ln w="0">
            <a:noFill/>
          </a:ln>
        </p:spPr>
        <p:txBody>
          <a:bodyPr lIns="0" tIns="0" rIns="0" bIns="0" anchor="t">
            <a:noAutofit/>
          </a:bodyPr>
          <a:lstStyle>
            <a:lvl1pPr indent="0" algn="ctr">
              <a:lnSpc>
                <a:spcPct val="100000"/>
              </a:lnSpc>
              <a:buNone/>
              <a:defRPr lang="tr-TR" sz="1050" b="0" u="none" strike="noStrike">
                <a:solidFill>
                  <a:srgbClr val="898989"/>
                </a:solidFill>
                <a:effectLst/>
                <a:uFillTx/>
                <a:latin typeface="Calibri"/>
              </a:defRPr>
            </a:lvl1pPr>
          </a:lstStyle>
          <a:p>
            <a:pPr indent="0" algn="ctr">
              <a:lnSpc>
                <a:spcPct val="100000"/>
              </a:lnSpc>
              <a:buNone/>
            </a:pPr>
            <a:r>
              <a:rPr lang="tr-TR" sz="1050" b="0" u="none" strike="noStrike" dirty="0">
                <a:solidFill>
                  <a:srgbClr val="898989"/>
                </a:solidFill>
                <a:effectLst/>
                <a:uFillTx/>
                <a:latin typeface="Calibri"/>
              </a:rPr>
              <a:t>2026 TEKNOFEST DİKEY İNİŞLİ ROKET YARIŞMASI</a:t>
            </a:r>
            <a:br>
              <a:rPr sz="1050" dirty="0"/>
            </a:br>
            <a:r>
              <a:rPr lang="tr-TR" sz="1050" b="0" u="none" strike="noStrike" dirty="0">
                <a:solidFill>
                  <a:srgbClr val="898989"/>
                </a:solidFill>
                <a:effectLst/>
                <a:uFillTx/>
                <a:latin typeface="Calibri"/>
              </a:rPr>
              <a:t> </a:t>
            </a:r>
            <a:r>
              <a:rPr lang="en-US" sz="1050" b="0" u="none" strike="noStrike" dirty="0">
                <a:solidFill>
                  <a:srgbClr val="898989"/>
                </a:solidFill>
                <a:effectLst/>
                <a:uFillTx/>
                <a:latin typeface="Calibri"/>
              </a:rPr>
              <a:t>KRİTİK</a:t>
            </a:r>
            <a:r>
              <a:rPr lang="tr-TR" sz="1050" b="0" u="none" strike="noStrike" dirty="0">
                <a:solidFill>
                  <a:srgbClr val="898989"/>
                </a:solidFill>
                <a:effectLst/>
                <a:uFillTx/>
                <a:latin typeface="Calibri"/>
              </a:rPr>
              <a:t> TASARIM RAPORU (</a:t>
            </a:r>
            <a:r>
              <a:rPr lang="en-US" sz="1050" b="0" u="none" strike="noStrike" dirty="0">
                <a:solidFill>
                  <a:srgbClr val="898989"/>
                </a:solidFill>
                <a:effectLst/>
                <a:uFillTx/>
                <a:latin typeface="Calibri"/>
              </a:rPr>
              <a:t>K</a:t>
            </a:r>
            <a:r>
              <a:rPr lang="tr-TR" sz="1050" b="0" u="none" strike="noStrike" dirty="0">
                <a:solidFill>
                  <a:srgbClr val="898989"/>
                </a:solidFill>
                <a:effectLst/>
                <a:uFillTx/>
                <a:latin typeface="Calibri"/>
              </a:rPr>
              <a:t>TR)</a:t>
            </a:r>
            <a:endParaRPr lang="tr-TR" sz="1050" b="0" u="none" strike="noStrike" dirty="0">
              <a:solidFill>
                <a:srgbClr val="000000"/>
              </a:solidFill>
              <a:effectLst/>
              <a:uFillTx/>
              <a:latin typeface="Times New Roman"/>
            </a:endParaRPr>
          </a:p>
        </p:txBody>
      </p:sp>
      <p:sp>
        <p:nvSpPr>
          <p:cNvPr id="212" name="TextBox 17"/>
          <p:cNvSpPr/>
          <p:nvPr/>
        </p:nvSpPr>
        <p:spPr>
          <a:xfrm>
            <a:off x="6480" y="544680"/>
            <a:ext cx="1027440" cy="569880"/>
          </a:xfrm>
          <a:prstGeom prst="rect">
            <a:avLst/>
          </a:prstGeom>
          <a:noFill/>
          <a:ln w="0">
            <a:solidFill>
              <a:srgbClr val="000000"/>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tr-TR" sz="1550" b="0" u="none" strike="noStrike">
                <a:solidFill>
                  <a:srgbClr val="000000"/>
                </a:solidFill>
                <a:effectLst/>
                <a:uFillTx/>
                <a:latin typeface="Calibri"/>
              </a:rPr>
              <a:t>Takım Logosu</a:t>
            </a:r>
            <a:endParaRPr lang="tr-TR" sz="1550" b="0" u="none" strike="noStrike">
              <a:solidFill>
                <a:srgbClr val="000000"/>
              </a:solidFill>
              <a:effectLst/>
              <a:uFillTx/>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PlaceHolder 1"/>
          <p:cNvSpPr>
            <a:spLocks noGrp="1"/>
          </p:cNvSpPr>
          <p:nvPr>
            <p:ph type="title"/>
          </p:nvPr>
        </p:nvSpPr>
        <p:spPr>
          <a:xfrm>
            <a:off x="1034280" y="494640"/>
            <a:ext cx="8595720" cy="658440"/>
          </a:xfrm>
          <a:prstGeom prst="rect">
            <a:avLst/>
          </a:prstGeom>
          <a:noFill/>
          <a:ln w="0">
            <a:noFill/>
          </a:ln>
        </p:spPr>
        <p:txBody>
          <a:bodyPr lIns="0" tIns="0" rIns="0" bIns="0" anchor="b">
            <a:normAutofit/>
          </a:bodyPr>
          <a:lstStyle/>
          <a:p>
            <a:pPr indent="0" algn="ctr">
              <a:lnSpc>
                <a:spcPct val="100000"/>
              </a:lnSpc>
              <a:buNone/>
            </a:pPr>
            <a:r>
              <a:rPr lang="tr-TR" sz="3950" b="1" u="none" strike="noStrike">
                <a:solidFill>
                  <a:srgbClr val="0070C0"/>
                </a:solidFill>
                <a:effectLst/>
                <a:uFillTx/>
                <a:latin typeface="Calibri"/>
              </a:rPr>
              <a:t>Pnömatik Sistem Tasarımı - Detay</a:t>
            </a:r>
            <a:endParaRPr lang="tr-TR" sz="3950" b="0" u="none" strike="noStrike">
              <a:solidFill>
                <a:srgbClr val="000000"/>
              </a:solidFill>
              <a:effectLst/>
              <a:uFillTx/>
              <a:latin typeface="Calibri"/>
            </a:endParaRPr>
          </a:p>
        </p:txBody>
      </p:sp>
      <p:cxnSp>
        <p:nvCxnSpPr>
          <p:cNvPr id="214" name="Straight Connector 4"/>
          <p:cNvCxnSpPr/>
          <p:nvPr/>
        </p:nvCxnSpPr>
        <p:spPr>
          <a:xfrm flipV="1">
            <a:off x="0" y="1352520"/>
            <a:ext cx="10693440" cy="23040"/>
          </a:xfrm>
          <a:prstGeom prst="straightConnector1">
            <a:avLst/>
          </a:prstGeom>
          <a:ln w="38100">
            <a:solidFill>
              <a:srgbClr val="4A7EBB"/>
            </a:solidFill>
            <a:round/>
          </a:ln>
        </p:spPr>
      </p:cxnSp>
      <p:cxnSp>
        <p:nvCxnSpPr>
          <p:cNvPr id="215" name="Straight Connector 5"/>
          <p:cNvCxnSpPr/>
          <p:nvPr/>
        </p:nvCxnSpPr>
        <p:spPr>
          <a:xfrm flipV="1">
            <a:off x="0" y="6714360"/>
            <a:ext cx="10693440" cy="23040"/>
          </a:xfrm>
          <a:prstGeom prst="straightConnector1">
            <a:avLst/>
          </a:prstGeom>
          <a:ln w="38100">
            <a:solidFill>
              <a:srgbClr val="4A7EBB"/>
            </a:solidFill>
            <a:round/>
          </a:ln>
        </p:spPr>
      </p:cxnSp>
      <p:sp>
        <p:nvSpPr>
          <p:cNvPr id="216" name="PlaceHolder 2"/>
          <p:cNvSpPr>
            <a:spLocks noGrp="1"/>
          </p:cNvSpPr>
          <p:nvPr>
            <p:ph type="sldNum" idx="68"/>
          </p:nvPr>
        </p:nvSpPr>
        <p:spPr>
          <a:xfrm>
            <a:off x="9724320" y="6905520"/>
            <a:ext cx="201600" cy="16092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7D45A093-4449-42F1-9DC1-D6B60B1FF510}" type="slidenum">
              <a:rPr lang="tr-TR" sz="1050" b="0" u="none" strike="noStrike">
                <a:solidFill>
                  <a:srgbClr val="898989"/>
                </a:solidFill>
                <a:effectLst/>
                <a:uFillTx/>
                <a:latin typeface="Calibri"/>
              </a:rPr>
              <a:t>18</a:t>
            </a:fld>
            <a:endParaRPr lang="tr-TR" sz="1050" b="0" u="none" strike="noStrike">
              <a:solidFill>
                <a:srgbClr val="000000"/>
              </a:solidFill>
              <a:effectLst/>
              <a:uFillTx/>
              <a:latin typeface="Times New Roman"/>
            </a:endParaRPr>
          </a:p>
        </p:txBody>
      </p:sp>
      <p:sp>
        <p:nvSpPr>
          <p:cNvPr id="217" name="TextBox 9"/>
          <p:cNvSpPr/>
          <p:nvPr/>
        </p:nvSpPr>
        <p:spPr>
          <a:xfrm>
            <a:off x="6480" y="2036160"/>
            <a:ext cx="10693080" cy="3432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50560" indent="-250560" algn="just">
              <a:lnSpc>
                <a:spcPct val="100000"/>
              </a:lnSpc>
              <a:buClr>
                <a:srgbClr val="000000"/>
              </a:buClr>
              <a:buFont typeface="Arial"/>
              <a:buChar char="•"/>
            </a:pPr>
            <a:r>
              <a:rPr lang="tr-TR" sz="1550" b="0" u="none" strike="noStrike">
                <a:solidFill>
                  <a:srgbClr val="000000"/>
                </a:solidFill>
                <a:effectLst/>
                <a:uFillTx/>
                <a:latin typeface="Calibri"/>
              </a:rPr>
              <a:t>Bu bölümde Dikey İnişli Roket için termal ve hesaplamalı akışkanlar dinamiği (aerodinamik) analizleri verilmelidir. Yapılan hesaplamalarda bütün kabuller ve sınır değer tanımlamaları ayrıntılı olarak verilmeli ve sonuçları ile birlikte yorumlanmalıdır.</a:t>
            </a:r>
            <a:endParaRPr lang="tr-TR" sz="1550" b="0" u="none" strike="noStrike">
              <a:solidFill>
                <a:srgbClr val="000000"/>
              </a:solidFill>
              <a:effectLst/>
              <a:uFillTx/>
              <a:latin typeface="Arial"/>
            </a:endParaRPr>
          </a:p>
          <a:p>
            <a:pPr algn="just">
              <a:lnSpc>
                <a:spcPct val="100000"/>
              </a:lnSpc>
            </a:pPr>
            <a:endParaRPr lang="tr-TR" sz="1550" b="0" u="none" strike="noStrike">
              <a:solidFill>
                <a:srgbClr val="000000"/>
              </a:solidFill>
              <a:effectLst/>
              <a:uFillTx/>
              <a:latin typeface="Arial"/>
            </a:endParaRPr>
          </a:p>
          <a:p>
            <a:pPr marL="651600" lvl="1" indent="-250560">
              <a:lnSpc>
                <a:spcPct val="100000"/>
              </a:lnSpc>
              <a:buClr>
                <a:srgbClr val="000000"/>
              </a:buClr>
              <a:buFont typeface="Wingdings" charset="2"/>
              <a:buChar char=""/>
            </a:pPr>
            <a:r>
              <a:rPr lang="tr-TR" sz="1550" b="0" u="none" strike="noStrike">
                <a:solidFill>
                  <a:srgbClr val="000000"/>
                </a:solidFill>
                <a:effectLst/>
                <a:uFillTx/>
                <a:latin typeface="Calibri"/>
              </a:rPr>
              <a:t>Hesaplamalı Akışkanlar Dinamiği Analizleri, (Bu bölüm 5 yansıyı geçmemelidir.) (</a:t>
            </a:r>
            <a:r>
              <a:rPr lang="en-US" sz="1550" b="0" u="none" strike="noStrike">
                <a:solidFill>
                  <a:srgbClr val="000000"/>
                </a:solidFill>
                <a:effectLst/>
                <a:uFillTx/>
                <a:latin typeface="Calibri"/>
              </a:rPr>
              <a:t>Zorunlu</a:t>
            </a:r>
            <a:r>
              <a:rPr lang="tr-TR" sz="1550" b="0" u="none" strike="noStrike">
                <a:solidFill>
                  <a:srgbClr val="000000"/>
                </a:solidFill>
                <a:effectLst/>
                <a:uFillTx/>
                <a:latin typeface="Calibri"/>
              </a:rPr>
              <a:t>)</a:t>
            </a:r>
            <a:endParaRPr lang="tr-TR" sz="1550" b="0" u="none" strike="noStrike">
              <a:solidFill>
                <a:srgbClr val="000000"/>
              </a:solidFill>
              <a:effectLst/>
              <a:uFillTx/>
              <a:latin typeface="Arial"/>
            </a:endParaRPr>
          </a:p>
          <a:p>
            <a:pPr>
              <a:lnSpc>
                <a:spcPct val="100000"/>
              </a:lnSpc>
            </a:pPr>
            <a:endParaRPr lang="tr-TR" sz="1550" b="0" u="none" strike="noStrike">
              <a:solidFill>
                <a:srgbClr val="000000"/>
              </a:solidFill>
              <a:effectLst/>
              <a:uFillTx/>
              <a:latin typeface="Arial"/>
            </a:endParaRPr>
          </a:p>
          <a:p>
            <a:pPr marL="651600" lvl="1" indent="-250560">
              <a:lnSpc>
                <a:spcPct val="100000"/>
              </a:lnSpc>
              <a:buClr>
                <a:srgbClr val="000000"/>
              </a:buClr>
              <a:buFont typeface="Wingdings" charset="2"/>
              <a:buChar char=""/>
            </a:pPr>
            <a:r>
              <a:rPr lang="tr-TR" sz="1550" b="0" u="none" strike="noStrike">
                <a:solidFill>
                  <a:srgbClr val="000000"/>
                </a:solidFill>
                <a:effectLst/>
                <a:uFillTx/>
                <a:latin typeface="Calibri"/>
              </a:rPr>
              <a:t>Termal Analizler, (Bu bölüm 4 yansıyı geçmemelidir.) (Zorunlu değil)</a:t>
            </a:r>
            <a:endParaRPr lang="tr-TR" sz="1550" b="0" u="none" strike="noStrike">
              <a:solidFill>
                <a:srgbClr val="000000"/>
              </a:solidFill>
              <a:effectLst/>
              <a:uFillTx/>
              <a:latin typeface="Arial"/>
            </a:endParaRPr>
          </a:p>
          <a:p>
            <a:pPr>
              <a:lnSpc>
                <a:spcPct val="100000"/>
              </a:lnSpc>
            </a:pPr>
            <a:endParaRPr lang="tr-TR" sz="1550" b="0" u="none" strike="noStrike">
              <a:solidFill>
                <a:srgbClr val="000000"/>
              </a:solidFill>
              <a:effectLst/>
              <a:uFillTx/>
              <a:latin typeface="Arial"/>
            </a:endParaRPr>
          </a:p>
          <a:p>
            <a:pPr algn="just">
              <a:lnSpc>
                <a:spcPct val="100000"/>
              </a:lnSpc>
            </a:pPr>
            <a:endParaRPr lang="tr-TR" sz="1550" b="0" u="none" strike="noStrike">
              <a:solidFill>
                <a:srgbClr val="000000"/>
              </a:solidFill>
              <a:effectLst/>
              <a:uFillTx/>
              <a:latin typeface="Arial"/>
            </a:endParaRPr>
          </a:p>
          <a:p>
            <a:pPr marL="250560" indent="-250560" algn="just">
              <a:lnSpc>
                <a:spcPct val="100000"/>
              </a:lnSpc>
              <a:buClr>
                <a:srgbClr val="000000"/>
              </a:buClr>
              <a:buFont typeface="Arial"/>
              <a:buChar char="•"/>
            </a:pPr>
            <a:r>
              <a:rPr lang="tr-TR" sz="1550" b="0" u="none" strike="noStrike">
                <a:solidFill>
                  <a:srgbClr val="000000"/>
                </a:solidFill>
                <a:effectLst/>
                <a:uFillTx/>
                <a:latin typeface="Calibri"/>
              </a:rPr>
              <a:t>Mühendislik programları kullanılarak yapılan analizlerde (pnömatik devre analizi) kullanılan birimler, analiz modelinin ekran görüntüsü/görüntüleri, başlangıç şartları, yakınsama kriterleri, analiz süreleri, analiz sonuçları ve el hesapları ile yapılan karşılaştırmalar verilmelidir. </a:t>
            </a:r>
            <a:endParaRPr lang="tr-TR" sz="1550" b="0" u="none" strike="noStrike">
              <a:solidFill>
                <a:srgbClr val="000000"/>
              </a:solidFill>
              <a:effectLst/>
              <a:uFillTx/>
              <a:latin typeface="Arial"/>
            </a:endParaRPr>
          </a:p>
          <a:p>
            <a:pPr algn="just">
              <a:lnSpc>
                <a:spcPct val="100000"/>
              </a:lnSpc>
            </a:pPr>
            <a:endParaRPr lang="tr-TR" sz="1550" b="0" u="none" strike="noStrike">
              <a:solidFill>
                <a:srgbClr val="000000"/>
              </a:solidFill>
              <a:effectLst/>
              <a:uFillTx/>
              <a:latin typeface="Arial"/>
            </a:endParaRPr>
          </a:p>
          <a:p>
            <a:pPr marL="651600" lvl="1" indent="-250560" algn="just">
              <a:lnSpc>
                <a:spcPct val="100000"/>
              </a:lnSpc>
              <a:buClr>
                <a:srgbClr val="000000"/>
              </a:buClr>
              <a:buFont typeface="Wingdings" charset="2"/>
              <a:buChar char=""/>
            </a:pPr>
            <a:r>
              <a:rPr lang="tr-TR" sz="1550" b="0" u="none" strike="noStrike">
                <a:solidFill>
                  <a:srgbClr val="000000"/>
                </a:solidFill>
                <a:effectLst/>
                <a:uFillTx/>
                <a:latin typeface="Calibri"/>
              </a:rPr>
              <a:t>Bu bölüm 5 yansıyı geçmemelidir. (Zorunlu)</a:t>
            </a:r>
            <a:endParaRPr lang="tr-TR" sz="1550" b="0" u="none" strike="noStrike">
              <a:solidFill>
                <a:srgbClr val="000000"/>
              </a:solidFill>
              <a:effectLst/>
              <a:uFillTx/>
              <a:latin typeface="Arial"/>
            </a:endParaRPr>
          </a:p>
          <a:p>
            <a:pPr algn="just">
              <a:lnSpc>
                <a:spcPct val="100000"/>
              </a:lnSpc>
            </a:pPr>
            <a:endParaRPr lang="tr-TR" sz="1550" b="0" u="none" strike="noStrike">
              <a:solidFill>
                <a:srgbClr val="000000"/>
              </a:solidFill>
              <a:effectLst/>
              <a:uFillTx/>
              <a:latin typeface="Arial"/>
            </a:endParaRPr>
          </a:p>
        </p:txBody>
      </p:sp>
      <p:pic>
        <p:nvPicPr>
          <p:cNvPr id="218" name="Picture 6"/>
          <p:cNvPicPr/>
          <p:nvPr/>
        </p:nvPicPr>
        <p:blipFill>
          <a:blip r:embed="rId3"/>
          <a:stretch/>
        </p:blipFill>
        <p:spPr>
          <a:xfrm>
            <a:off x="9630360" y="276120"/>
            <a:ext cx="1062720" cy="1062720"/>
          </a:xfrm>
          <a:prstGeom prst="rect">
            <a:avLst/>
          </a:prstGeom>
          <a:noFill/>
          <a:ln w="0">
            <a:noFill/>
          </a:ln>
        </p:spPr>
      </p:pic>
      <p:sp>
        <p:nvSpPr>
          <p:cNvPr id="219" name="PlaceHolder 3"/>
          <p:cNvSpPr>
            <a:spLocks noGrp="1"/>
          </p:cNvSpPr>
          <p:nvPr>
            <p:ph type="dt" idx="69"/>
          </p:nvPr>
        </p:nvSpPr>
        <p:spPr>
          <a:xfrm>
            <a:off x="802800" y="6905520"/>
            <a:ext cx="1320840" cy="16128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9FD63CA1-744D-4075-A4EF-35B05169DD1B}" type="datetime2">
              <a:rPr lang="tr-TR" sz="1050" b="0" u="none" strike="noStrike">
                <a:solidFill>
                  <a:srgbClr val="898989"/>
                </a:solidFill>
                <a:effectLst/>
                <a:uFillTx/>
                <a:latin typeface="Calibri"/>
              </a:rPr>
              <a:t>21 Nisan 2026 Salı</a:t>
            </a:fld>
            <a:endParaRPr lang="tr-TR" sz="1050" b="0" u="none" strike="noStrike">
              <a:solidFill>
                <a:srgbClr val="000000"/>
              </a:solidFill>
              <a:effectLst/>
              <a:uFillTx/>
              <a:latin typeface="Times New Roman"/>
            </a:endParaRPr>
          </a:p>
        </p:txBody>
      </p:sp>
      <p:sp>
        <p:nvSpPr>
          <p:cNvPr id="220" name="PlaceHolder 4"/>
          <p:cNvSpPr>
            <a:spLocks noGrp="1"/>
          </p:cNvSpPr>
          <p:nvPr>
            <p:ph type="ftr" idx="70"/>
          </p:nvPr>
        </p:nvSpPr>
        <p:spPr>
          <a:xfrm>
            <a:off x="3542040" y="6814080"/>
            <a:ext cx="3608640" cy="320040"/>
          </a:xfrm>
          <a:prstGeom prst="rect">
            <a:avLst/>
          </a:prstGeom>
          <a:noFill/>
          <a:ln w="0">
            <a:noFill/>
          </a:ln>
        </p:spPr>
        <p:txBody>
          <a:bodyPr lIns="0" tIns="0" rIns="0" bIns="0" anchor="t">
            <a:noAutofit/>
          </a:bodyPr>
          <a:lstStyle>
            <a:lvl1pPr indent="0" algn="ctr">
              <a:lnSpc>
                <a:spcPct val="100000"/>
              </a:lnSpc>
              <a:buNone/>
              <a:defRPr lang="tr-TR" sz="1050" b="0" u="none" strike="noStrike">
                <a:solidFill>
                  <a:srgbClr val="898989"/>
                </a:solidFill>
                <a:effectLst/>
                <a:uFillTx/>
                <a:latin typeface="Calibri"/>
              </a:defRPr>
            </a:lvl1pPr>
          </a:lstStyle>
          <a:p>
            <a:pPr indent="0" algn="ctr">
              <a:lnSpc>
                <a:spcPct val="100000"/>
              </a:lnSpc>
              <a:buNone/>
            </a:pPr>
            <a:r>
              <a:rPr lang="tr-TR" sz="1050" b="0" u="none" strike="noStrike" dirty="0">
                <a:solidFill>
                  <a:srgbClr val="898989"/>
                </a:solidFill>
                <a:effectLst/>
                <a:uFillTx/>
                <a:latin typeface="Calibri"/>
              </a:rPr>
              <a:t>2026 TEKNOFEST DİKEY İNİŞLİ ROKET YARIŞMASI</a:t>
            </a:r>
            <a:br>
              <a:rPr sz="1050" dirty="0"/>
            </a:br>
            <a:r>
              <a:rPr lang="tr-TR" sz="1050" b="0" u="none" strike="noStrike" dirty="0">
                <a:solidFill>
                  <a:srgbClr val="898989"/>
                </a:solidFill>
                <a:effectLst/>
                <a:uFillTx/>
                <a:latin typeface="Calibri"/>
              </a:rPr>
              <a:t> </a:t>
            </a:r>
            <a:r>
              <a:rPr lang="en-US" sz="1050" b="0" u="none" strike="noStrike" dirty="0">
                <a:solidFill>
                  <a:srgbClr val="898989"/>
                </a:solidFill>
                <a:effectLst/>
                <a:uFillTx/>
                <a:latin typeface="Calibri"/>
              </a:rPr>
              <a:t>KRİTİK</a:t>
            </a:r>
            <a:r>
              <a:rPr lang="tr-TR" sz="1050" b="0" u="none" strike="noStrike" dirty="0">
                <a:solidFill>
                  <a:srgbClr val="898989"/>
                </a:solidFill>
                <a:effectLst/>
                <a:uFillTx/>
                <a:latin typeface="Calibri"/>
              </a:rPr>
              <a:t> TASARIM RAPORU (</a:t>
            </a:r>
            <a:r>
              <a:rPr lang="en-US" sz="1050" b="0" u="none" strike="noStrike" dirty="0">
                <a:solidFill>
                  <a:srgbClr val="898989"/>
                </a:solidFill>
                <a:effectLst/>
                <a:uFillTx/>
                <a:latin typeface="Calibri"/>
              </a:rPr>
              <a:t>K</a:t>
            </a:r>
            <a:r>
              <a:rPr lang="tr-TR" sz="1050" b="0" u="none" strike="noStrike" dirty="0">
                <a:solidFill>
                  <a:srgbClr val="898989"/>
                </a:solidFill>
                <a:effectLst/>
                <a:uFillTx/>
                <a:latin typeface="Calibri"/>
              </a:rPr>
              <a:t>TR)</a:t>
            </a:r>
            <a:endParaRPr lang="tr-TR" sz="1050" b="0" u="none" strike="noStrike" dirty="0">
              <a:solidFill>
                <a:srgbClr val="000000"/>
              </a:solidFill>
              <a:effectLst/>
              <a:uFillTx/>
              <a:latin typeface="Times New Roman"/>
            </a:endParaRPr>
          </a:p>
        </p:txBody>
      </p:sp>
      <p:sp>
        <p:nvSpPr>
          <p:cNvPr id="221" name="TextBox 10"/>
          <p:cNvSpPr/>
          <p:nvPr/>
        </p:nvSpPr>
        <p:spPr>
          <a:xfrm>
            <a:off x="6480" y="544680"/>
            <a:ext cx="1027440" cy="569880"/>
          </a:xfrm>
          <a:prstGeom prst="rect">
            <a:avLst/>
          </a:prstGeom>
          <a:noFill/>
          <a:ln w="0">
            <a:solidFill>
              <a:srgbClr val="000000"/>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tr-TR" sz="1550" b="0" u="none" strike="noStrike">
                <a:solidFill>
                  <a:srgbClr val="000000"/>
                </a:solidFill>
                <a:effectLst/>
                <a:uFillTx/>
                <a:latin typeface="Calibri"/>
              </a:rPr>
              <a:t>Takım Logosu</a:t>
            </a:r>
            <a:endParaRPr lang="tr-TR" sz="1550" b="0" u="none" strike="noStrike">
              <a:solidFill>
                <a:srgbClr val="000000"/>
              </a:solidFill>
              <a:effectLst/>
              <a:uFillTx/>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 name="PlaceHolder 1"/>
          <p:cNvSpPr>
            <a:spLocks noGrp="1"/>
          </p:cNvSpPr>
          <p:nvPr>
            <p:ph type="title"/>
          </p:nvPr>
        </p:nvSpPr>
        <p:spPr>
          <a:xfrm>
            <a:off x="1235160" y="494640"/>
            <a:ext cx="8019720" cy="658440"/>
          </a:xfrm>
          <a:prstGeom prst="rect">
            <a:avLst/>
          </a:prstGeom>
          <a:noFill/>
          <a:ln w="0">
            <a:noFill/>
          </a:ln>
        </p:spPr>
        <p:txBody>
          <a:bodyPr lIns="0" tIns="0" rIns="0" bIns="0" anchor="b">
            <a:normAutofit/>
          </a:bodyPr>
          <a:lstStyle/>
          <a:p>
            <a:pPr indent="0" algn="ctr">
              <a:lnSpc>
                <a:spcPct val="100000"/>
              </a:lnSpc>
              <a:buNone/>
            </a:pPr>
            <a:r>
              <a:rPr lang="tr-TR" sz="3950" b="1" u="none" strike="noStrike">
                <a:solidFill>
                  <a:srgbClr val="0070C0"/>
                </a:solidFill>
                <a:effectLst/>
                <a:uFillTx/>
                <a:latin typeface="Calibri"/>
              </a:rPr>
              <a:t>Pnömatik Sistem Tasarımı - Detay</a:t>
            </a:r>
            <a:endParaRPr lang="tr-TR" sz="3950" b="0" u="none" strike="noStrike">
              <a:solidFill>
                <a:srgbClr val="000000"/>
              </a:solidFill>
              <a:effectLst/>
              <a:uFillTx/>
              <a:latin typeface="Calibri"/>
            </a:endParaRPr>
          </a:p>
        </p:txBody>
      </p:sp>
      <p:cxnSp>
        <p:nvCxnSpPr>
          <p:cNvPr id="223" name="Straight Connector 4"/>
          <p:cNvCxnSpPr/>
          <p:nvPr/>
        </p:nvCxnSpPr>
        <p:spPr>
          <a:xfrm flipV="1">
            <a:off x="0" y="1352520"/>
            <a:ext cx="10693440" cy="23040"/>
          </a:xfrm>
          <a:prstGeom prst="straightConnector1">
            <a:avLst/>
          </a:prstGeom>
          <a:ln w="38100">
            <a:solidFill>
              <a:srgbClr val="4A7EBB"/>
            </a:solidFill>
            <a:round/>
          </a:ln>
        </p:spPr>
      </p:cxnSp>
      <p:cxnSp>
        <p:nvCxnSpPr>
          <p:cNvPr id="224" name="Straight Connector 5"/>
          <p:cNvCxnSpPr/>
          <p:nvPr/>
        </p:nvCxnSpPr>
        <p:spPr>
          <a:xfrm flipV="1">
            <a:off x="0" y="6714360"/>
            <a:ext cx="10693440" cy="23040"/>
          </a:xfrm>
          <a:prstGeom prst="straightConnector1">
            <a:avLst/>
          </a:prstGeom>
          <a:ln w="38100">
            <a:solidFill>
              <a:srgbClr val="4A7EBB"/>
            </a:solidFill>
            <a:round/>
          </a:ln>
        </p:spPr>
      </p:cxnSp>
      <p:sp>
        <p:nvSpPr>
          <p:cNvPr id="225" name="PlaceHolder 2"/>
          <p:cNvSpPr>
            <a:spLocks noGrp="1"/>
          </p:cNvSpPr>
          <p:nvPr>
            <p:ph type="sldNum" idx="71"/>
          </p:nvPr>
        </p:nvSpPr>
        <p:spPr>
          <a:xfrm>
            <a:off x="9724320" y="6905520"/>
            <a:ext cx="201600" cy="16092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9B43A990-F6A7-420C-BDA8-5205AC3E6FCE}" type="slidenum">
              <a:rPr lang="tr-TR" sz="1050" b="0" u="none" strike="noStrike">
                <a:solidFill>
                  <a:srgbClr val="898989"/>
                </a:solidFill>
                <a:effectLst/>
                <a:uFillTx/>
                <a:latin typeface="Calibri"/>
              </a:rPr>
              <a:t>19</a:t>
            </a:fld>
            <a:endParaRPr lang="tr-TR" sz="1050" b="0" u="none" strike="noStrike">
              <a:solidFill>
                <a:srgbClr val="000000"/>
              </a:solidFill>
              <a:effectLst/>
              <a:uFillTx/>
              <a:latin typeface="Times New Roman"/>
            </a:endParaRPr>
          </a:p>
        </p:txBody>
      </p:sp>
      <p:sp>
        <p:nvSpPr>
          <p:cNvPr id="226" name="TextBox 9"/>
          <p:cNvSpPr/>
          <p:nvPr/>
        </p:nvSpPr>
        <p:spPr>
          <a:xfrm>
            <a:off x="6480" y="2036160"/>
            <a:ext cx="10185480" cy="2239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50560" indent="-250560">
              <a:lnSpc>
                <a:spcPct val="100000"/>
              </a:lnSpc>
              <a:buClr>
                <a:srgbClr val="000000"/>
              </a:buClr>
              <a:buFont typeface="Arial"/>
              <a:buChar char="•"/>
            </a:pPr>
            <a:r>
              <a:rPr lang="tr-TR" sz="1550" b="0" u="none" strike="noStrike">
                <a:solidFill>
                  <a:srgbClr val="000000"/>
                </a:solidFill>
                <a:effectLst/>
                <a:uFillTx/>
                <a:latin typeface="Calibri"/>
              </a:rPr>
              <a:t>Tüm </a:t>
            </a:r>
            <a:r>
              <a:rPr lang="en-US" sz="1550" b="0" u="none" strike="noStrike">
                <a:solidFill>
                  <a:srgbClr val="000000"/>
                </a:solidFill>
                <a:effectLst/>
                <a:uFillTx/>
                <a:latin typeface="Calibri"/>
              </a:rPr>
              <a:t>analizler</a:t>
            </a:r>
            <a:r>
              <a:rPr lang="tr-TR" sz="1550" b="0" u="none" strike="noStrike">
                <a:solidFill>
                  <a:srgbClr val="000000"/>
                </a:solidFill>
                <a:effectLst/>
                <a:uFillTx/>
                <a:latin typeface="Calibri"/>
              </a:rPr>
              <a:t> aşağıdaki sorulara cevap vermelidir;</a:t>
            </a:r>
            <a:endParaRPr lang="tr-TR" sz="1550" b="0" u="none" strike="noStrike">
              <a:solidFill>
                <a:srgbClr val="000000"/>
              </a:solidFill>
              <a:effectLst/>
              <a:uFillTx/>
              <a:latin typeface="Arial"/>
            </a:endParaRPr>
          </a:p>
          <a:p>
            <a:pPr>
              <a:lnSpc>
                <a:spcPct val="100000"/>
              </a:lnSpc>
            </a:pPr>
            <a:endParaRPr lang="tr-TR" sz="1550" b="0" u="none" strike="noStrike">
              <a:solidFill>
                <a:srgbClr val="000000"/>
              </a:solidFill>
              <a:effectLst/>
              <a:uFillTx/>
              <a:latin typeface="Arial"/>
            </a:endParaRPr>
          </a:p>
          <a:p>
            <a:pPr marL="1052640" lvl="2" indent="-250560">
              <a:lnSpc>
                <a:spcPct val="150000"/>
              </a:lnSpc>
              <a:buClr>
                <a:srgbClr val="000000"/>
              </a:buClr>
              <a:buFont typeface="Arial"/>
              <a:buChar char="•"/>
            </a:pPr>
            <a:r>
              <a:rPr lang="tr-TR" sz="1550" b="0" u="none" strike="noStrike">
                <a:solidFill>
                  <a:srgbClr val="000000"/>
                </a:solidFill>
                <a:effectLst/>
                <a:uFillTx/>
                <a:latin typeface="Calibri"/>
              </a:rPr>
              <a:t>Analiz programının adı,</a:t>
            </a:r>
            <a:endParaRPr lang="tr-TR" sz="1550" b="0" u="none" strike="noStrike">
              <a:solidFill>
                <a:srgbClr val="000000"/>
              </a:solidFill>
              <a:effectLst/>
              <a:uFillTx/>
              <a:latin typeface="Arial"/>
            </a:endParaRPr>
          </a:p>
          <a:p>
            <a:pPr marL="1052640" lvl="2" indent="-250560">
              <a:lnSpc>
                <a:spcPct val="150000"/>
              </a:lnSpc>
              <a:buClr>
                <a:srgbClr val="000000"/>
              </a:buClr>
              <a:buFont typeface="Arial"/>
              <a:buChar char="•"/>
            </a:pPr>
            <a:r>
              <a:rPr lang="tr-TR" sz="1550" b="0" u="none" strike="noStrike">
                <a:solidFill>
                  <a:srgbClr val="000000"/>
                </a:solidFill>
                <a:effectLst/>
                <a:uFillTx/>
                <a:latin typeface="Calibri"/>
              </a:rPr>
              <a:t>Analizin gerçekleştirildiği şartlar (başlangıç ve sınır şartları),</a:t>
            </a:r>
            <a:endParaRPr lang="tr-TR" sz="1550" b="0" u="none" strike="noStrike">
              <a:solidFill>
                <a:srgbClr val="000000"/>
              </a:solidFill>
              <a:effectLst/>
              <a:uFillTx/>
              <a:latin typeface="Arial"/>
            </a:endParaRPr>
          </a:p>
          <a:p>
            <a:pPr marL="1052640" lvl="2" indent="-250560">
              <a:lnSpc>
                <a:spcPct val="150000"/>
              </a:lnSpc>
              <a:buClr>
                <a:srgbClr val="000000"/>
              </a:buClr>
              <a:buFont typeface="Arial"/>
              <a:buChar char="•"/>
            </a:pPr>
            <a:r>
              <a:rPr lang="tr-TR" sz="1550" b="0" u="none" strike="noStrike">
                <a:solidFill>
                  <a:srgbClr val="000000"/>
                </a:solidFill>
                <a:effectLst/>
                <a:uFillTx/>
                <a:latin typeface="Calibri"/>
              </a:rPr>
              <a:t>Analizde kullanılan teknik büyüklükler</a:t>
            </a:r>
            <a:r>
              <a:rPr lang="en-US" sz="1550" b="0" u="none" strike="noStrike">
                <a:solidFill>
                  <a:srgbClr val="000000"/>
                </a:solidFill>
                <a:effectLst/>
                <a:uFillTx/>
                <a:latin typeface="Calibri"/>
              </a:rPr>
              <a:t> (model,</a:t>
            </a:r>
            <a:r>
              <a:rPr lang="tr-TR" sz="1550" b="0" u="none" strike="noStrike">
                <a:solidFill>
                  <a:srgbClr val="000000"/>
                </a:solidFill>
                <a:effectLst/>
                <a:uFillTx/>
                <a:latin typeface="Calibri"/>
              </a:rPr>
              <a:t> </a:t>
            </a:r>
            <a:r>
              <a:rPr lang="en-US" sz="1550" b="0" u="none" strike="noStrike">
                <a:solidFill>
                  <a:srgbClr val="000000"/>
                </a:solidFill>
                <a:effectLst/>
                <a:uFillTx/>
                <a:latin typeface="Calibri"/>
              </a:rPr>
              <a:t>mesh,</a:t>
            </a:r>
            <a:r>
              <a:rPr lang="tr-TR" sz="1550" b="0" u="none" strike="noStrike">
                <a:solidFill>
                  <a:srgbClr val="000000"/>
                </a:solidFill>
                <a:effectLst/>
                <a:uFillTx/>
                <a:latin typeface="Calibri"/>
              </a:rPr>
              <a:t> </a:t>
            </a:r>
            <a:r>
              <a:rPr lang="en-US" sz="1550" b="0" u="none" strike="noStrike">
                <a:solidFill>
                  <a:srgbClr val="000000"/>
                </a:solidFill>
                <a:effectLst/>
                <a:uFillTx/>
                <a:latin typeface="Calibri"/>
              </a:rPr>
              <a:t>çözüm yöntemi vs.)</a:t>
            </a:r>
            <a:r>
              <a:rPr lang="tr-TR" sz="1550" b="0" u="none" strike="noStrike">
                <a:solidFill>
                  <a:srgbClr val="000000"/>
                </a:solidFill>
                <a:effectLst/>
                <a:uFillTx/>
                <a:latin typeface="Calibri"/>
              </a:rPr>
              <a:t>,</a:t>
            </a:r>
            <a:endParaRPr lang="tr-TR" sz="1550" b="0" u="none" strike="noStrike">
              <a:solidFill>
                <a:srgbClr val="000000"/>
              </a:solidFill>
              <a:effectLst/>
              <a:uFillTx/>
              <a:latin typeface="Arial"/>
            </a:endParaRPr>
          </a:p>
          <a:p>
            <a:pPr marL="1052640" lvl="2" indent="-250560">
              <a:lnSpc>
                <a:spcPct val="150000"/>
              </a:lnSpc>
              <a:buClr>
                <a:srgbClr val="000000"/>
              </a:buClr>
              <a:buFont typeface="Arial"/>
              <a:buChar char="•"/>
            </a:pPr>
            <a:r>
              <a:rPr lang="tr-TR" sz="1550" b="0" u="none" strike="noStrike">
                <a:solidFill>
                  <a:srgbClr val="000000"/>
                </a:solidFill>
                <a:effectLst/>
                <a:uFillTx/>
                <a:latin typeface="Calibri"/>
              </a:rPr>
              <a:t>Analiz sonuçlarının </a:t>
            </a:r>
            <a:r>
              <a:rPr lang="en-US" sz="1550" b="0" u="none" strike="noStrike">
                <a:solidFill>
                  <a:srgbClr val="000000"/>
                </a:solidFill>
                <a:effectLst/>
                <a:uFillTx/>
                <a:latin typeface="Calibri"/>
              </a:rPr>
              <a:t>yorumlan</a:t>
            </a:r>
            <a:r>
              <a:rPr lang="tr-TR" sz="1550" b="0" u="none" strike="noStrike">
                <a:solidFill>
                  <a:srgbClr val="000000"/>
                </a:solidFill>
                <a:effectLst/>
                <a:uFillTx/>
                <a:latin typeface="Calibri"/>
              </a:rPr>
              <a:t>ması.</a:t>
            </a:r>
            <a:endParaRPr lang="tr-TR" sz="1550" b="0" u="none" strike="noStrike">
              <a:solidFill>
                <a:srgbClr val="000000"/>
              </a:solidFill>
              <a:effectLst/>
              <a:uFillTx/>
              <a:latin typeface="Arial"/>
            </a:endParaRPr>
          </a:p>
          <a:p>
            <a:pPr algn="just">
              <a:lnSpc>
                <a:spcPct val="100000"/>
              </a:lnSpc>
            </a:pPr>
            <a:endParaRPr lang="tr-TR" sz="1550" b="0" u="none" strike="noStrike">
              <a:solidFill>
                <a:srgbClr val="000000"/>
              </a:solidFill>
              <a:effectLst/>
              <a:uFillTx/>
              <a:latin typeface="Arial"/>
            </a:endParaRPr>
          </a:p>
        </p:txBody>
      </p:sp>
      <p:pic>
        <p:nvPicPr>
          <p:cNvPr id="227" name="Picture 6"/>
          <p:cNvPicPr/>
          <p:nvPr/>
        </p:nvPicPr>
        <p:blipFill>
          <a:blip r:embed="rId3"/>
          <a:stretch/>
        </p:blipFill>
        <p:spPr>
          <a:xfrm>
            <a:off x="9630360" y="276120"/>
            <a:ext cx="1062720" cy="1062720"/>
          </a:xfrm>
          <a:prstGeom prst="rect">
            <a:avLst/>
          </a:prstGeom>
          <a:noFill/>
          <a:ln w="0">
            <a:noFill/>
          </a:ln>
        </p:spPr>
      </p:pic>
      <p:sp>
        <p:nvSpPr>
          <p:cNvPr id="228" name="Dikdörtgen 6"/>
          <p:cNvSpPr/>
          <p:nvPr/>
        </p:nvSpPr>
        <p:spPr>
          <a:xfrm>
            <a:off x="0" y="6275520"/>
            <a:ext cx="10693080" cy="461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lnSpc>
                <a:spcPct val="100000"/>
              </a:lnSpc>
            </a:pPr>
            <a:r>
              <a:rPr lang="tr-TR" sz="1200" b="0" i="1" u="none" strike="noStrike" dirty="0">
                <a:solidFill>
                  <a:schemeClr val="dk1"/>
                </a:solidFill>
                <a:effectLst/>
                <a:uFillTx/>
                <a:latin typeface="Calibri"/>
              </a:rPr>
              <a:t>Bu bölümde şartnamede yer alan </a:t>
            </a:r>
            <a:r>
              <a:rPr lang="es-ES" sz="1200" b="1" i="1" u="none" strike="noStrike" dirty="0">
                <a:solidFill>
                  <a:schemeClr val="dk1"/>
                </a:solidFill>
                <a:effectLst/>
                <a:uFillTx/>
                <a:latin typeface="Calibri"/>
              </a:rPr>
              <a:t>3.2.</a:t>
            </a:r>
            <a:r>
              <a:rPr lang="tr-TR" sz="1200" b="1" i="1" u="none" strike="noStrike" dirty="0">
                <a:solidFill>
                  <a:schemeClr val="dk1"/>
                </a:solidFill>
                <a:effectLst/>
                <a:uFillTx/>
                <a:latin typeface="Calibri"/>
              </a:rPr>
              <a:t>b</a:t>
            </a:r>
            <a:r>
              <a:rPr lang="es-ES" sz="1200" b="1" i="1" u="none" strike="noStrike" dirty="0">
                <a:solidFill>
                  <a:schemeClr val="dk1"/>
                </a:solidFill>
                <a:effectLst/>
                <a:uFillTx/>
                <a:latin typeface="Calibri"/>
              </a:rPr>
              <a:t>, 3.2.</a:t>
            </a:r>
            <a:r>
              <a:rPr lang="tr-TR" sz="1200" b="1" i="1" u="none" strike="noStrike" dirty="0">
                <a:solidFill>
                  <a:schemeClr val="dk1"/>
                </a:solidFill>
                <a:effectLst/>
                <a:uFillTx/>
                <a:latin typeface="Calibri"/>
              </a:rPr>
              <a:t>e</a:t>
            </a:r>
            <a:r>
              <a:rPr lang="es-ES" sz="1200" b="1" i="1" u="none" strike="noStrike" dirty="0">
                <a:solidFill>
                  <a:schemeClr val="dk1"/>
                </a:solidFill>
                <a:effectLst/>
                <a:uFillTx/>
                <a:latin typeface="Calibri"/>
              </a:rPr>
              <a:t>, 3.2.</a:t>
            </a:r>
            <a:r>
              <a:rPr lang="tr-TR" sz="1200" b="1" i="1" u="none" strike="noStrike" dirty="0">
                <a:solidFill>
                  <a:schemeClr val="dk1"/>
                </a:solidFill>
                <a:effectLst/>
                <a:uFillTx/>
                <a:latin typeface="Calibri"/>
              </a:rPr>
              <a:t>h</a:t>
            </a:r>
            <a:r>
              <a:rPr lang="es-ES" sz="1200" b="1" i="1" dirty="0">
                <a:solidFill>
                  <a:schemeClr val="dk1"/>
                </a:solidFill>
              </a:rPr>
              <a:t>, 3.2.</a:t>
            </a:r>
            <a:r>
              <a:rPr lang="tr-TR" sz="1200" b="1" i="1" dirty="0">
                <a:solidFill>
                  <a:schemeClr val="dk1"/>
                </a:solidFill>
              </a:rPr>
              <a:t>k</a:t>
            </a:r>
            <a:r>
              <a:rPr lang="es-ES" sz="1200" b="1" i="1" dirty="0">
                <a:solidFill>
                  <a:schemeClr val="dk1"/>
                </a:solidFill>
              </a:rPr>
              <a:t>, 3.2.</a:t>
            </a:r>
            <a:r>
              <a:rPr lang="tr-TR" sz="1200" b="1" i="1" u="none" strike="noStrike" dirty="0">
                <a:solidFill>
                  <a:schemeClr val="dk1"/>
                </a:solidFill>
                <a:effectLst/>
                <a:uFillTx/>
                <a:latin typeface="Calibri"/>
              </a:rPr>
              <a:t>m</a:t>
            </a:r>
            <a:r>
              <a:rPr lang="es-ES" sz="1200" b="1" i="1" u="none" strike="noStrike" dirty="0">
                <a:solidFill>
                  <a:schemeClr val="dk1"/>
                </a:solidFill>
                <a:effectLst/>
                <a:uFillTx/>
                <a:latin typeface="Calibri"/>
              </a:rPr>
              <a:t>, 3.</a:t>
            </a:r>
            <a:r>
              <a:rPr lang="tr-TR" sz="1200" b="1" i="1" u="none" strike="noStrike" dirty="0">
                <a:solidFill>
                  <a:schemeClr val="dk1"/>
                </a:solidFill>
                <a:effectLst/>
                <a:uFillTx/>
                <a:latin typeface="Calibri"/>
              </a:rPr>
              <a:t>4</a:t>
            </a:r>
            <a:r>
              <a:rPr lang="es-ES" sz="1200" b="1" i="1" u="none" strike="noStrike" dirty="0">
                <a:solidFill>
                  <a:schemeClr val="dk1"/>
                </a:solidFill>
                <a:effectLst/>
                <a:uFillTx/>
                <a:latin typeface="Calibri"/>
              </a:rPr>
              <a:t>.</a:t>
            </a:r>
            <a:r>
              <a:rPr lang="tr-TR" sz="1200" b="1" i="1" u="none" strike="noStrike" dirty="0">
                <a:solidFill>
                  <a:schemeClr val="dk1"/>
                </a:solidFill>
                <a:effectLst/>
                <a:uFillTx/>
                <a:latin typeface="Calibri"/>
              </a:rPr>
              <a:t>1.A</a:t>
            </a:r>
            <a:r>
              <a:rPr lang="es-ES" sz="1200" b="1" i="1" u="none" strike="noStrike" dirty="0">
                <a:solidFill>
                  <a:schemeClr val="dk1"/>
                </a:solidFill>
                <a:effectLst/>
                <a:uFillTx/>
                <a:latin typeface="Calibri"/>
              </a:rPr>
              <a:t>, 3.</a:t>
            </a:r>
            <a:r>
              <a:rPr lang="tr-TR" sz="1200" b="1" i="1" u="none" strike="noStrike" dirty="0">
                <a:solidFill>
                  <a:schemeClr val="dk1"/>
                </a:solidFill>
                <a:effectLst/>
                <a:uFillTx/>
                <a:latin typeface="Calibri"/>
              </a:rPr>
              <a:t>1</a:t>
            </a:r>
            <a:r>
              <a:rPr lang="es-ES" sz="1200" b="1" i="1" u="none" strike="noStrike" dirty="0">
                <a:solidFill>
                  <a:schemeClr val="dk1"/>
                </a:solidFill>
                <a:effectLst/>
                <a:uFillTx/>
                <a:latin typeface="Calibri"/>
              </a:rPr>
              <a:t>.</a:t>
            </a:r>
            <a:r>
              <a:rPr lang="tr-TR" sz="1200" b="1" i="1" u="none" strike="noStrike" dirty="0">
                <a:solidFill>
                  <a:schemeClr val="dk1"/>
                </a:solidFill>
                <a:effectLst/>
                <a:uFillTx/>
                <a:latin typeface="Calibri"/>
              </a:rPr>
              <a:t>a</a:t>
            </a:r>
            <a:r>
              <a:rPr lang="es-ES" sz="1200" b="1" i="1" u="none" strike="noStrike" dirty="0">
                <a:solidFill>
                  <a:schemeClr val="dk1"/>
                </a:solidFill>
                <a:effectLst/>
                <a:uFillTx/>
                <a:latin typeface="Calibri"/>
              </a:rPr>
              <a:t>, 3.3.</a:t>
            </a:r>
            <a:r>
              <a:rPr lang="tr-TR" sz="1200" b="1" i="1" u="none" strike="noStrike" dirty="0">
                <a:solidFill>
                  <a:schemeClr val="dk1"/>
                </a:solidFill>
                <a:effectLst/>
                <a:uFillTx/>
                <a:latin typeface="Calibri"/>
              </a:rPr>
              <a:t>c</a:t>
            </a:r>
            <a:r>
              <a:rPr lang="es-ES" sz="1200" b="1" i="1" u="none" strike="noStrike" dirty="0">
                <a:solidFill>
                  <a:schemeClr val="dk1"/>
                </a:solidFill>
                <a:effectLst/>
                <a:uFillTx/>
                <a:latin typeface="Calibri"/>
              </a:rPr>
              <a:t>, 3.3.</a:t>
            </a:r>
            <a:r>
              <a:rPr lang="tr-TR" sz="1200" b="1" i="1" u="none" strike="noStrike" dirty="0">
                <a:solidFill>
                  <a:schemeClr val="dk1"/>
                </a:solidFill>
                <a:effectLst/>
                <a:uFillTx/>
                <a:latin typeface="Calibri"/>
              </a:rPr>
              <a:t>f</a:t>
            </a:r>
            <a:r>
              <a:rPr lang="es-ES" sz="1200" b="1" i="1" u="none" strike="noStrike" dirty="0">
                <a:solidFill>
                  <a:schemeClr val="dk1"/>
                </a:solidFill>
                <a:effectLst/>
                <a:uFillTx/>
                <a:latin typeface="Calibri"/>
              </a:rPr>
              <a:t>, 4.2.</a:t>
            </a:r>
            <a:r>
              <a:rPr lang="tr-TR" sz="1200" b="1" i="1" u="none" strike="noStrike" dirty="0">
                <a:solidFill>
                  <a:schemeClr val="dk1"/>
                </a:solidFill>
                <a:effectLst/>
                <a:uFillTx/>
                <a:latin typeface="Calibri"/>
              </a:rPr>
              <a:t>a</a:t>
            </a:r>
            <a:r>
              <a:rPr lang="es-ES" sz="1200" b="1" i="1" u="none" strike="noStrike" dirty="0">
                <a:solidFill>
                  <a:schemeClr val="dk1"/>
                </a:solidFill>
                <a:effectLst/>
                <a:uFillTx/>
                <a:latin typeface="Calibri"/>
              </a:rPr>
              <a:t>, 4.2.</a:t>
            </a:r>
            <a:r>
              <a:rPr lang="tr-TR" sz="1200" b="1" i="1" u="none" strike="noStrike" dirty="0">
                <a:solidFill>
                  <a:schemeClr val="dk1"/>
                </a:solidFill>
                <a:effectLst/>
                <a:uFillTx/>
                <a:latin typeface="Calibri"/>
              </a:rPr>
              <a:t>b</a:t>
            </a:r>
            <a:r>
              <a:rPr lang="es-ES" sz="1200" b="1" i="1" u="none" strike="noStrike" dirty="0">
                <a:solidFill>
                  <a:schemeClr val="dk1"/>
                </a:solidFill>
                <a:effectLst/>
                <a:uFillTx/>
                <a:latin typeface="Calibri"/>
              </a:rPr>
              <a:t>, 4.2.</a:t>
            </a:r>
            <a:r>
              <a:rPr lang="tr-TR" sz="1200" b="1" i="1" u="none" strike="noStrike" dirty="0">
                <a:solidFill>
                  <a:schemeClr val="dk1"/>
                </a:solidFill>
                <a:effectLst/>
                <a:uFillTx/>
                <a:latin typeface="Calibri"/>
              </a:rPr>
              <a:t>c</a:t>
            </a:r>
            <a:r>
              <a:rPr lang="es-ES" sz="1200" b="1" i="1" u="none" strike="noStrike" dirty="0">
                <a:solidFill>
                  <a:schemeClr val="dk1"/>
                </a:solidFill>
                <a:effectLst/>
                <a:uFillTx/>
                <a:latin typeface="Calibri"/>
              </a:rPr>
              <a:t>, 4.2.</a:t>
            </a:r>
            <a:r>
              <a:rPr lang="tr-TR" sz="1200" b="1" i="1" u="none" strike="noStrike" dirty="0">
                <a:solidFill>
                  <a:schemeClr val="dk1"/>
                </a:solidFill>
                <a:effectLst/>
                <a:uFillTx/>
                <a:latin typeface="Calibri"/>
              </a:rPr>
              <a:t>i</a:t>
            </a:r>
            <a:r>
              <a:rPr lang="es-ES" sz="1200" b="1" i="1" u="none" strike="noStrike" dirty="0">
                <a:solidFill>
                  <a:schemeClr val="dk1"/>
                </a:solidFill>
                <a:effectLst/>
                <a:uFillTx/>
                <a:latin typeface="Calibri"/>
              </a:rPr>
              <a:t> ve 4.2.</a:t>
            </a:r>
            <a:r>
              <a:rPr lang="tr-TR" sz="1200" b="1" i="1" u="none" strike="noStrike" dirty="0">
                <a:solidFill>
                  <a:schemeClr val="dk1"/>
                </a:solidFill>
                <a:effectLst/>
                <a:uFillTx/>
                <a:latin typeface="Calibri"/>
              </a:rPr>
              <a:t>k</a:t>
            </a:r>
            <a:r>
              <a:rPr lang="es-ES" sz="1200" b="1" i="1" u="none" strike="noStrike" dirty="0">
                <a:solidFill>
                  <a:schemeClr val="dk1"/>
                </a:solidFill>
                <a:effectLst/>
                <a:uFillTx/>
                <a:latin typeface="Calibri"/>
              </a:rPr>
              <a:t> </a:t>
            </a:r>
            <a:r>
              <a:rPr lang="tr-TR" sz="1200" b="0" i="1" u="none" strike="noStrike" dirty="0">
                <a:solidFill>
                  <a:schemeClr val="dk1"/>
                </a:solidFill>
                <a:effectLst/>
                <a:uFillTx/>
                <a:latin typeface="Calibri"/>
              </a:rPr>
              <a:t>numaralı gereksinimin karşılanıp karşılanmadığı kontrol edilecektir.</a:t>
            </a:r>
            <a:endParaRPr lang="tr-TR" sz="1200" b="0" u="none" strike="noStrike" dirty="0">
              <a:solidFill>
                <a:srgbClr val="000000"/>
              </a:solidFill>
              <a:effectLst/>
              <a:uFillTx/>
              <a:latin typeface="Arial"/>
            </a:endParaRPr>
          </a:p>
        </p:txBody>
      </p:sp>
      <p:sp>
        <p:nvSpPr>
          <p:cNvPr id="229" name="PlaceHolder 3"/>
          <p:cNvSpPr>
            <a:spLocks noGrp="1"/>
          </p:cNvSpPr>
          <p:nvPr>
            <p:ph type="dt" idx="72"/>
          </p:nvPr>
        </p:nvSpPr>
        <p:spPr>
          <a:xfrm>
            <a:off x="802800" y="6905520"/>
            <a:ext cx="1320840" cy="16128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A4BF4A35-9A5F-4268-A00D-6E94E86397C6}" type="datetime2">
              <a:rPr lang="tr-TR" sz="1050" b="0" u="none" strike="noStrike">
                <a:solidFill>
                  <a:srgbClr val="898989"/>
                </a:solidFill>
                <a:effectLst/>
                <a:uFillTx/>
                <a:latin typeface="Calibri"/>
              </a:rPr>
              <a:t>21 Nisan 2026 Salı</a:t>
            </a:fld>
            <a:endParaRPr lang="tr-TR" sz="1050" b="0" u="none" strike="noStrike">
              <a:solidFill>
                <a:srgbClr val="000000"/>
              </a:solidFill>
              <a:effectLst/>
              <a:uFillTx/>
              <a:latin typeface="Times New Roman"/>
            </a:endParaRPr>
          </a:p>
        </p:txBody>
      </p:sp>
      <p:sp>
        <p:nvSpPr>
          <p:cNvPr id="230" name="PlaceHolder 4"/>
          <p:cNvSpPr>
            <a:spLocks noGrp="1"/>
          </p:cNvSpPr>
          <p:nvPr>
            <p:ph type="ftr" idx="73"/>
          </p:nvPr>
        </p:nvSpPr>
        <p:spPr>
          <a:xfrm>
            <a:off x="3542040" y="6814080"/>
            <a:ext cx="3608640" cy="320040"/>
          </a:xfrm>
          <a:prstGeom prst="rect">
            <a:avLst/>
          </a:prstGeom>
          <a:noFill/>
          <a:ln w="0">
            <a:noFill/>
          </a:ln>
        </p:spPr>
        <p:txBody>
          <a:bodyPr lIns="0" tIns="0" rIns="0" bIns="0" anchor="t">
            <a:noAutofit/>
          </a:bodyPr>
          <a:lstStyle>
            <a:lvl1pPr indent="0" algn="ctr">
              <a:lnSpc>
                <a:spcPct val="100000"/>
              </a:lnSpc>
              <a:buNone/>
              <a:defRPr lang="tr-TR" sz="1050" b="0" u="none" strike="noStrike">
                <a:solidFill>
                  <a:srgbClr val="898989"/>
                </a:solidFill>
                <a:effectLst/>
                <a:uFillTx/>
                <a:latin typeface="Calibri"/>
              </a:defRPr>
            </a:lvl1pPr>
          </a:lstStyle>
          <a:p>
            <a:pPr indent="0" algn="ctr">
              <a:lnSpc>
                <a:spcPct val="100000"/>
              </a:lnSpc>
              <a:buNone/>
            </a:pPr>
            <a:r>
              <a:rPr lang="tr-TR" sz="1050" b="0" u="none" strike="noStrike" dirty="0">
                <a:solidFill>
                  <a:srgbClr val="898989"/>
                </a:solidFill>
                <a:effectLst/>
                <a:uFillTx/>
                <a:latin typeface="Calibri"/>
              </a:rPr>
              <a:t>2026 TEKNOFEST DİKEY İNİŞLİ ROKET YARIŞMASI</a:t>
            </a:r>
            <a:br>
              <a:rPr sz="1050" dirty="0"/>
            </a:br>
            <a:r>
              <a:rPr lang="tr-TR" sz="1050" b="0" u="none" strike="noStrike" dirty="0">
                <a:solidFill>
                  <a:srgbClr val="898989"/>
                </a:solidFill>
                <a:effectLst/>
                <a:uFillTx/>
                <a:latin typeface="Calibri"/>
              </a:rPr>
              <a:t> </a:t>
            </a:r>
            <a:r>
              <a:rPr lang="en-US" sz="1050" b="0" u="none" strike="noStrike" dirty="0">
                <a:solidFill>
                  <a:srgbClr val="898989"/>
                </a:solidFill>
                <a:effectLst/>
                <a:uFillTx/>
                <a:latin typeface="Calibri"/>
              </a:rPr>
              <a:t>KRİTİK</a:t>
            </a:r>
            <a:r>
              <a:rPr lang="tr-TR" sz="1050" b="0" u="none" strike="noStrike" dirty="0">
                <a:solidFill>
                  <a:srgbClr val="898989"/>
                </a:solidFill>
                <a:effectLst/>
                <a:uFillTx/>
                <a:latin typeface="Calibri"/>
              </a:rPr>
              <a:t> TASARIM RAPORU (</a:t>
            </a:r>
            <a:r>
              <a:rPr lang="en-US" sz="1050" b="0" u="none" strike="noStrike" dirty="0">
                <a:solidFill>
                  <a:srgbClr val="898989"/>
                </a:solidFill>
                <a:effectLst/>
                <a:uFillTx/>
                <a:latin typeface="Calibri"/>
              </a:rPr>
              <a:t>K</a:t>
            </a:r>
            <a:r>
              <a:rPr lang="tr-TR" sz="1050" b="0" u="none" strike="noStrike" dirty="0">
                <a:solidFill>
                  <a:srgbClr val="898989"/>
                </a:solidFill>
                <a:effectLst/>
                <a:uFillTx/>
                <a:latin typeface="Calibri"/>
              </a:rPr>
              <a:t>TR)</a:t>
            </a:r>
            <a:endParaRPr lang="tr-TR" sz="1050" b="0" u="none" strike="noStrike" dirty="0">
              <a:solidFill>
                <a:srgbClr val="000000"/>
              </a:solidFill>
              <a:effectLst/>
              <a:uFillTx/>
              <a:latin typeface="Times New Roman"/>
            </a:endParaRPr>
          </a:p>
        </p:txBody>
      </p:sp>
      <p:sp>
        <p:nvSpPr>
          <p:cNvPr id="231" name="TextBox 13"/>
          <p:cNvSpPr/>
          <p:nvPr/>
        </p:nvSpPr>
        <p:spPr>
          <a:xfrm>
            <a:off x="6480" y="544680"/>
            <a:ext cx="1027440" cy="569880"/>
          </a:xfrm>
          <a:prstGeom prst="rect">
            <a:avLst/>
          </a:prstGeom>
          <a:noFill/>
          <a:ln w="0">
            <a:solidFill>
              <a:srgbClr val="000000"/>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tr-TR" sz="1550" b="0" u="none" strike="noStrike">
                <a:solidFill>
                  <a:srgbClr val="000000"/>
                </a:solidFill>
                <a:effectLst/>
                <a:uFillTx/>
                <a:latin typeface="Calibri"/>
              </a:rPr>
              <a:t>Takım Logosu</a:t>
            </a:r>
            <a:endParaRPr lang="tr-TR" sz="1550" b="0" u="none" strike="noStrike">
              <a:solidFill>
                <a:srgbClr val="000000"/>
              </a:solidFill>
              <a:effectLst/>
              <a:uFillTx/>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 name="PlaceHolder 1"/>
          <p:cNvSpPr>
            <a:spLocks noGrp="1"/>
          </p:cNvSpPr>
          <p:nvPr>
            <p:ph type="title"/>
          </p:nvPr>
        </p:nvSpPr>
        <p:spPr>
          <a:xfrm>
            <a:off x="1235160" y="494640"/>
            <a:ext cx="8019720" cy="658440"/>
          </a:xfrm>
          <a:prstGeom prst="rect">
            <a:avLst/>
          </a:prstGeom>
          <a:noFill/>
          <a:ln w="0">
            <a:noFill/>
          </a:ln>
        </p:spPr>
        <p:txBody>
          <a:bodyPr lIns="0" tIns="0" rIns="0" bIns="0" anchor="b">
            <a:noAutofit/>
          </a:bodyPr>
          <a:lstStyle/>
          <a:p>
            <a:pPr indent="0" algn="ctr">
              <a:lnSpc>
                <a:spcPct val="100000"/>
              </a:lnSpc>
              <a:buNone/>
            </a:pPr>
            <a:r>
              <a:rPr lang="tr-TR" sz="3950" b="1" u="none" strike="noStrike">
                <a:solidFill>
                  <a:srgbClr val="0070C0"/>
                </a:solidFill>
                <a:effectLst/>
                <a:uFillTx/>
                <a:latin typeface="Calibri"/>
              </a:rPr>
              <a:t>Pnömatik Sistem Tasarımı - Detay</a:t>
            </a:r>
            <a:endParaRPr lang="tr-TR" sz="3950" b="0" u="none" strike="noStrike">
              <a:solidFill>
                <a:srgbClr val="000000"/>
              </a:solidFill>
              <a:effectLst/>
              <a:uFillTx/>
              <a:latin typeface="Calibri"/>
            </a:endParaRPr>
          </a:p>
        </p:txBody>
      </p:sp>
      <p:cxnSp>
        <p:nvCxnSpPr>
          <p:cNvPr id="233" name="Straight Connector 4"/>
          <p:cNvCxnSpPr/>
          <p:nvPr/>
        </p:nvCxnSpPr>
        <p:spPr>
          <a:xfrm flipV="1">
            <a:off x="0" y="1352520"/>
            <a:ext cx="10693440" cy="23040"/>
          </a:xfrm>
          <a:prstGeom prst="straightConnector1">
            <a:avLst/>
          </a:prstGeom>
          <a:ln w="38100">
            <a:solidFill>
              <a:srgbClr val="4A7EBB"/>
            </a:solidFill>
            <a:round/>
          </a:ln>
        </p:spPr>
      </p:cxnSp>
      <p:cxnSp>
        <p:nvCxnSpPr>
          <p:cNvPr id="234" name="Straight Connector 5"/>
          <p:cNvCxnSpPr/>
          <p:nvPr/>
        </p:nvCxnSpPr>
        <p:spPr>
          <a:xfrm flipV="1">
            <a:off x="0" y="6714360"/>
            <a:ext cx="10693440" cy="23040"/>
          </a:xfrm>
          <a:prstGeom prst="straightConnector1">
            <a:avLst/>
          </a:prstGeom>
          <a:ln w="38100">
            <a:solidFill>
              <a:srgbClr val="4A7EBB"/>
            </a:solidFill>
            <a:round/>
          </a:ln>
        </p:spPr>
      </p:cxnSp>
      <p:sp>
        <p:nvSpPr>
          <p:cNvPr id="235" name="PlaceHolder 2"/>
          <p:cNvSpPr>
            <a:spLocks noGrp="1"/>
          </p:cNvSpPr>
          <p:nvPr>
            <p:ph type="sldNum" idx="74"/>
          </p:nvPr>
        </p:nvSpPr>
        <p:spPr>
          <a:xfrm>
            <a:off x="9724320" y="6905520"/>
            <a:ext cx="201600" cy="16092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23EA4889-D29A-45B9-986A-D524F64353E8}" type="slidenum">
              <a:rPr lang="tr-TR" sz="1050" b="0" u="none" strike="noStrike">
                <a:solidFill>
                  <a:srgbClr val="898989"/>
                </a:solidFill>
                <a:effectLst/>
                <a:uFillTx/>
                <a:latin typeface="Calibri"/>
              </a:rPr>
              <a:t>20</a:t>
            </a:fld>
            <a:endParaRPr lang="tr-TR" sz="1050" b="0" u="none" strike="noStrike">
              <a:solidFill>
                <a:srgbClr val="000000"/>
              </a:solidFill>
              <a:effectLst/>
              <a:uFillTx/>
              <a:latin typeface="Times New Roman"/>
            </a:endParaRPr>
          </a:p>
        </p:txBody>
      </p:sp>
      <p:pic>
        <p:nvPicPr>
          <p:cNvPr id="236" name="Picture 6"/>
          <p:cNvPicPr/>
          <p:nvPr/>
        </p:nvPicPr>
        <p:blipFill>
          <a:blip r:embed="rId3"/>
          <a:stretch/>
        </p:blipFill>
        <p:spPr>
          <a:xfrm>
            <a:off x="9630360" y="276120"/>
            <a:ext cx="1062720" cy="1062720"/>
          </a:xfrm>
          <a:prstGeom prst="rect">
            <a:avLst/>
          </a:prstGeom>
          <a:noFill/>
          <a:ln w="0">
            <a:noFill/>
          </a:ln>
        </p:spPr>
      </p:pic>
      <p:sp>
        <p:nvSpPr>
          <p:cNvPr id="237" name="Dikdörtgen 14"/>
          <p:cNvSpPr/>
          <p:nvPr/>
        </p:nvSpPr>
        <p:spPr>
          <a:xfrm>
            <a:off x="169560" y="2255760"/>
            <a:ext cx="3511440" cy="3769560"/>
          </a:xfrm>
          <a:prstGeom prst="rect">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tr-TR" sz="2400" b="1" u="none" strike="noStrike">
                <a:solidFill>
                  <a:schemeClr val="lt1"/>
                </a:solidFill>
                <a:effectLst/>
                <a:uFillTx/>
                <a:latin typeface="Calibri"/>
              </a:rPr>
              <a:t>Pnömatik Devre Şeması</a:t>
            </a:r>
            <a:endParaRPr lang="tr-TR" sz="2400" b="0" u="none" strike="noStrike">
              <a:solidFill>
                <a:srgbClr val="FFFFFF"/>
              </a:solidFill>
              <a:effectLst/>
              <a:uFillTx/>
              <a:latin typeface="Arial"/>
            </a:endParaRPr>
          </a:p>
          <a:p>
            <a:pPr algn="ctr">
              <a:lnSpc>
                <a:spcPct val="100000"/>
              </a:lnSpc>
            </a:pPr>
            <a:r>
              <a:rPr lang="tr-TR" sz="2400" b="1" u="none" strike="noStrike">
                <a:solidFill>
                  <a:schemeClr val="lt1"/>
                </a:solidFill>
                <a:effectLst/>
                <a:uFillTx/>
                <a:latin typeface="Calibri"/>
              </a:rPr>
              <a:t>(Ön Tasarım)</a:t>
            </a:r>
            <a:endParaRPr lang="tr-TR" sz="2400" b="0" u="none" strike="noStrike">
              <a:solidFill>
                <a:srgbClr val="FFFFFF"/>
              </a:solidFill>
              <a:effectLst/>
              <a:uFillTx/>
              <a:latin typeface="Arial"/>
            </a:endParaRPr>
          </a:p>
        </p:txBody>
      </p:sp>
      <p:sp>
        <p:nvSpPr>
          <p:cNvPr id="238" name="Dikdörtgen 16"/>
          <p:cNvSpPr/>
          <p:nvPr/>
        </p:nvSpPr>
        <p:spPr>
          <a:xfrm>
            <a:off x="6999480" y="2255760"/>
            <a:ext cx="3511440" cy="3769560"/>
          </a:xfrm>
          <a:prstGeom prst="rect">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tr-TR" sz="2400" b="1" u="none" strike="noStrike">
                <a:solidFill>
                  <a:schemeClr val="lt1"/>
                </a:solidFill>
                <a:effectLst/>
                <a:uFillTx/>
                <a:latin typeface="Calibri"/>
              </a:rPr>
              <a:t>Pnömatik Devre Şeması</a:t>
            </a:r>
            <a:endParaRPr lang="tr-TR" sz="2400" b="0" u="none" strike="noStrike">
              <a:solidFill>
                <a:srgbClr val="FFFFFF"/>
              </a:solidFill>
              <a:effectLst/>
              <a:uFillTx/>
              <a:latin typeface="Arial"/>
            </a:endParaRPr>
          </a:p>
          <a:p>
            <a:pPr algn="ctr">
              <a:lnSpc>
                <a:spcPct val="100000"/>
              </a:lnSpc>
            </a:pPr>
            <a:r>
              <a:rPr lang="tr-TR" sz="2400" b="1" u="none" strike="noStrike">
                <a:solidFill>
                  <a:schemeClr val="lt1"/>
                </a:solidFill>
                <a:effectLst/>
                <a:uFillTx/>
                <a:latin typeface="Calibri"/>
              </a:rPr>
              <a:t>(Kritik Tasarım)</a:t>
            </a:r>
            <a:endParaRPr lang="tr-TR" sz="2400" b="0" u="none" strike="noStrike">
              <a:solidFill>
                <a:srgbClr val="FFFFFF"/>
              </a:solidFill>
              <a:effectLst/>
              <a:uFillTx/>
              <a:latin typeface="Arial"/>
            </a:endParaRPr>
          </a:p>
        </p:txBody>
      </p:sp>
      <p:sp>
        <p:nvSpPr>
          <p:cNvPr id="239" name="Metin kutusu 9"/>
          <p:cNvSpPr/>
          <p:nvPr/>
        </p:nvSpPr>
        <p:spPr>
          <a:xfrm>
            <a:off x="3766320" y="2255760"/>
            <a:ext cx="3129120" cy="1762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lnSpc>
                <a:spcPct val="100000"/>
              </a:lnSpc>
            </a:pPr>
            <a:r>
              <a:rPr lang="tr-TR" sz="1550" b="0" u="none" strike="noStrike">
                <a:solidFill>
                  <a:srgbClr val="000000"/>
                </a:solidFill>
                <a:effectLst/>
                <a:uFillTx/>
                <a:latin typeface="Calibri"/>
              </a:rPr>
              <a:t>Pnömatik devre şemasında farklılıklar var ise liste halinde bu yansıda özetlenmelidir. </a:t>
            </a:r>
            <a:endParaRPr lang="tr-TR" sz="1550" b="0" u="none" strike="noStrike">
              <a:solidFill>
                <a:srgbClr val="000000"/>
              </a:solidFill>
              <a:effectLst/>
              <a:uFillTx/>
              <a:latin typeface="Arial"/>
            </a:endParaRPr>
          </a:p>
          <a:p>
            <a:pPr algn="just">
              <a:lnSpc>
                <a:spcPct val="100000"/>
              </a:lnSpc>
            </a:pPr>
            <a:endParaRPr lang="tr-TR" sz="1550" b="0" u="none" strike="noStrike">
              <a:solidFill>
                <a:srgbClr val="000000"/>
              </a:solidFill>
              <a:effectLst/>
              <a:uFillTx/>
              <a:latin typeface="Arial"/>
            </a:endParaRPr>
          </a:p>
          <a:p>
            <a:pPr algn="just">
              <a:lnSpc>
                <a:spcPct val="100000"/>
              </a:lnSpc>
            </a:pPr>
            <a:r>
              <a:rPr lang="tr-TR" sz="1550" b="0" u="none" strike="noStrike">
                <a:solidFill>
                  <a:srgbClr val="000000"/>
                </a:solidFill>
                <a:effectLst/>
                <a:uFillTx/>
                <a:latin typeface="Calibri"/>
              </a:rPr>
              <a:t>Bu değişimler sonraki yansılarda yer alan «Pnömatik devre güncelleme tablosu» İçerisinde sunulmalıdır.</a:t>
            </a:r>
            <a:endParaRPr lang="tr-TR" sz="1550" b="0" u="none" strike="noStrike">
              <a:solidFill>
                <a:srgbClr val="000000"/>
              </a:solidFill>
              <a:effectLst/>
              <a:uFillTx/>
              <a:latin typeface="Arial"/>
            </a:endParaRPr>
          </a:p>
        </p:txBody>
      </p:sp>
      <p:sp>
        <p:nvSpPr>
          <p:cNvPr id="240" name="PlaceHolder 3"/>
          <p:cNvSpPr>
            <a:spLocks noGrp="1"/>
          </p:cNvSpPr>
          <p:nvPr>
            <p:ph type="dt" idx="75"/>
          </p:nvPr>
        </p:nvSpPr>
        <p:spPr>
          <a:xfrm>
            <a:off x="802800" y="6905520"/>
            <a:ext cx="1320840" cy="16128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B181BD23-4CD0-4ED9-8CBD-8DBB287F1337}" type="datetime2">
              <a:rPr lang="tr-TR" sz="1050" b="0" u="none" strike="noStrike">
                <a:solidFill>
                  <a:srgbClr val="898989"/>
                </a:solidFill>
                <a:effectLst/>
                <a:uFillTx/>
                <a:latin typeface="Calibri"/>
              </a:rPr>
              <a:t>21 Nisan 2026 Salı</a:t>
            </a:fld>
            <a:endParaRPr lang="tr-TR" sz="1050" b="0" u="none" strike="noStrike">
              <a:solidFill>
                <a:srgbClr val="000000"/>
              </a:solidFill>
              <a:effectLst/>
              <a:uFillTx/>
              <a:latin typeface="Times New Roman"/>
            </a:endParaRPr>
          </a:p>
        </p:txBody>
      </p:sp>
      <p:sp>
        <p:nvSpPr>
          <p:cNvPr id="241" name="PlaceHolder 4"/>
          <p:cNvSpPr>
            <a:spLocks noGrp="1"/>
          </p:cNvSpPr>
          <p:nvPr>
            <p:ph type="ftr" idx="76"/>
          </p:nvPr>
        </p:nvSpPr>
        <p:spPr>
          <a:xfrm>
            <a:off x="3542040" y="6814080"/>
            <a:ext cx="3608640" cy="320040"/>
          </a:xfrm>
          <a:prstGeom prst="rect">
            <a:avLst/>
          </a:prstGeom>
          <a:noFill/>
          <a:ln w="0">
            <a:noFill/>
          </a:ln>
        </p:spPr>
        <p:txBody>
          <a:bodyPr lIns="0" tIns="0" rIns="0" bIns="0" anchor="t">
            <a:noAutofit/>
          </a:bodyPr>
          <a:lstStyle>
            <a:lvl1pPr indent="0" algn="ctr">
              <a:lnSpc>
                <a:spcPct val="100000"/>
              </a:lnSpc>
              <a:buNone/>
              <a:defRPr lang="tr-TR" sz="1050" b="0" u="none" strike="noStrike">
                <a:solidFill>
                  <a:srgbClr val="898989"/>
                </a:solidFill>
                <a:effectLst/>
                <a:uFillTx/>
                <a:latin typeface="Calibri"/>
              </a:defRPr>
            </a:lvl1pPr>
          </a:lstStyle>
          <a:p>
            <a:pPr indent="0" algn="ctr">
              <a:lnSpc>
                <a:spcPct val="100000"/>
              </a:lnSpc>
              <a:buNone/>
            </a:pPr>
            <a:r>
              <a:rPr lang="tr-TR" sz="1050" b="0" u="none" strike="noStrike" dirty="0">
                <a:solidFill>
                  <a:srgbClr val="898989"/>
                </a:solidFill>
                <a:effectLst/>
                <a:uFillTx/>
                <a:latin typeface="Calibri"/>
              </a:rPr>
              <a:t>2026 TEKNOFEST DİKEY İNİŞLİ ROKET YARIŞMASI</a:t>
            </a:r>
            <a:br>
              <a:rPr sz="1050" dirty="0"/>
            </a:br>
            <a:r>
              <a:rPr lang="tr-TR" sz="1050" b="0" u="none" strike="noStrike" dirty="0">
                <a:solidFill>
                  <a:srgbClr val="898989"/>
                </a:solidFill>
                <a:effectLst/>
                <a:uFillTx/>
                <a:latin typeface="Calibri"/>
              </a:rPr>
              <a:t> </a:t>
            </a:r>
            <a:r>
              <a:rPr lang="en-US" sz="1050" b="0" u="none" strike="noStrike" dirty="0">
                <a:solidFill>
                  <a:srgbClr val="898989"/>
                </a:solidFill>
                <a:effectLst/>
                <a:uFillTx/>
                <a:latin typeface="Calibri"/>
              </a:rPr>
              <a:t>KRİTİK</a:t>
            </a:r>
            <a:r>
              <a:rPr lang="tr-TR" sz="1050" b="0" u="none" strike="noStrike" dirty="0">
                <a:solidFill>
                  <a:srgbClr val="898989"/>
                </a:solidFill>
                <a:effectLst/>
                <a:uFillTx/>
                <a:latin typeface="Calibri"/>
              </a:rPr>
              <a:t> TASARIM RAPORU (</a:t>
            </a:r>
            <a:r>
              <a:rPr lang="en-US" sz="1050" b="0" u="none" strike="noStrike" dirty="0">
                <a:solidFill>
                  <a:srgbClr val="898989"/>
                </a:solidFill>
                <a:effectLst/>
                <a:uFillTx/>
                <a:latin typeface="Calibri"/>
              </a:rPr>
              <a:t>K</a:t>
            </a:r>
            <a:r>
              <a:rPr lang="tr-TR" sz="1050" b="0" u="none" strike="noStrike" dirty="0">
                <a:solidFill>
                  <a:srgbClr val="898989"/>
                </a:solidFill>
                <a:effectLst/>
                <a:uFillTx/>
                <a:latin typeface="Calibri"/>
              </a:rPr>
              <a:t>TR)</a:t>
            </a:r>
            <a:endParaRPr lang="tr-TR" sz="1050" b="0" u="none" strike="noStrike" dirty="0">
              <a:solidFill>
                <a:srgbClr val="000000"/>
              </a:solidFill>
              <a:effectLst/>
              <a:uFillTx/>
              <a:latin typeface="Times New Roman"/>
            </a:endParaRPr>
          </a:p>
        </p:txBody>
      </p:sp>
      <p:sp>
        <p:nvSpPr>
          <p:cNvPr id="242" name="TextBox 10"/>
          <p:cNvSpPr/>
          <p:nvPr/>
        </p:nvSpPr>
        <p:spPr>
          <a:xfrm>
            <a:off x="6480" y="544680"/>
            <a:ext cx="1027440" cy="569880"/>
          </a:xfrm>
          <a:prstGeom prst="rect">
            <a:avLst/>
          </a:prstGeom>
          <a:noFill/>
          <a:ln w="0">
            <a:solidFill>
              <a:srgbClr val="000000"/>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tr-TR" sz="1550" b="0" u="none" strike="noStrike">
                <a:solidFill>
                  <a:srgbClr val="000000"/>
                </a:solidFill>
                <a:effectLst/>
                <a:uFillTx/>
                <a:latin typeface="Calibri"/>
              </a:rPr>
              <a:t>Takım Logosu</a:t>
            </a:r>
            <a:endParaRPr lang="tr-TR" sz="1550" b="0" u="none" strike="noStrike">
              <a:solidFill>
                <a:srgbClr val="000000"/>
              </a:solidFill>
              <a:effectLst/>
              <a:uFillTx/>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 name="PlaceHolder 1"/>
          <p:cNvSpPr>
            <a:spLocks noGrp="1"/>
          </p:cNvSpPr>
          <p:nvPr>
            <p:ph type="title"/>
          </p:nvPr>
        </p:nvSpPr>
        <p:spPr>
          <a:xfrm>
            <a:off x="1235160" y="494640"/>
            <a:ext cx="8019720" cy="658440"/>
          </a:xfrm>
          <a:prstGeom prst="rect">
            <a:avLst/>
          </a:prstGeom>
          <a:noFill/>
          <a:ln w="0">
            <a:noFill/>
          </a:ln>
        </p:spPr>
        <p:txBody>
          <a:bodyPr lIns="0" tIns="0" rIns="0" bIns="0" anchor="b">
            <a:noAutofit/>
          </a:bodyPr>
          <a:lstStyle/>
          <a:p>
            <a:pPr indent="0" algn="ctr">
              <a:lnSpc>
                <a:spcPct val="100000"/>
              </a:lnSpc>
              <a:buNone/>
            </a:pPr>
            <a:r>
              <a:rPr lang="tr-TR" sz="3950" b="1" u="none" strike="noStrike">
                <a:solidFill>
                  <a:srgbClr val="0070C0"/>
                </a:solidFill>
                <a:effectLst/>
                <a:uFillTx/>
                <a:latin typeface="Calibri"/>
              </a:rPr>
              <a:t>Pnömatik Sistem Tasarımı - Detay</a:t>
            </a:r>
            <a:endParaRPr lang="tr-TR" sz="3950" b="0" u="none" strike="noStrike">
              <a:solidFill>
                <a:srgbClr val="000000"/>
              </a:solidFill>
              <a:effectLst/>
              <a:uFillTx/>
              <a:latin typeface="Calibri"/>
            </a:endParaRPr>
          </a:p>
        </p:txBody>
      </p:sp>
      <p:cxnSp>
        <p:nvCxnSpPr>
          <p:cNvPr id="244" name="Straight Connector 4"/>
          <p:cNvCxnSpPr/>
          <p:nvPr/>
        </p:nvCxnSpPr>
        <p:spPr>
          <a:xfrm flipV="1">
            <a:off x="0" y="1352520"/>
            <a:ext cx="10693440" cy="23040"/>
          </a:xfrm>
          <a:prstGeom prst="straightConnector1">
            <a:avLst/>
          </a:prstGeom>
          <a:ln w="38100">
            <a:solidFill>
              <a:srgbClr val="4A7EBB"/>
            </a:solidFill>
            <a:round/>
          </a:ln>
        </p:spPr>
      </p:cxnSp>
      <p:cxnSp>
        <p:nvCxnSpPr>
          <p:cNvPr id="245" name="Straight Connector 5"/>
          <p:cNvCxnSpPr/>
          <p:nvPr/>
        </p:nvCxnSpPr>
        <p:spPr>
          <a:xfrm flipV="1">
            <a:off x="0" y="6714360"/>
            <a:ext cx="10693440" cy="23040"/>
          </a:xfrm>
          <a:prstGeom prst="straightConnector1">
            <a:avLst/>
          </a:prstGeom>
          <a:ln w="38100">
            <a:solidFill>
              <a:srgbClr val="4A7EBB"/>
            </a:solidFill>
            <a:round/>
          </a:ln>
        </p:spPr>
      </p:cxnSp>
      <p:sp>
        <p:nvSpPr>
          <p:cNvPr id="246" name="PlaceHolder 2"/>
          <p:cNvSpPr>
            <a:spLocks noGrp="1"/>
          </p:cNvSpPr>
          <p:nvPr>
            <p:ph type="sldNum" idx="77"/>
          </p:nvPr>
        </p:nvSpPr>
        <p:spPr>
          <a:xfrm>
            <a:off x="9724320" y="6905520"/>
            <a:ext cx="201600" cy="16092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49D83158-88FE-473E-878B-60864B1D53F6}" type="slidenum">
              <a:rPr lang="tr-TR" sz="1050" b="0" u="none" strike="noStrike">
                <a:solidFill>
                  <a:srgbClr val="898989"/>
                </a:solidFill>
                <a:effectLst/>
                <a:uFillTx/>
                <a:latin typeface="Calibri"/>
              </a:rPr>
              <a:t>21</a:t>
            </a:fld>
            <a:endParaRPr lang="tr-TR" sz="1050" b="0" u="none" strike="noStrike">
              <a:solidFill>
                <a:srgbClr val="000000"/>
              </a:solidFill>
              <a:effectLst/>
              <a:uFillTx/>
              <a:latin typeface="Times New Roman"/>
            </a:endParaRPr>
          </a:p>
        </p:txBody>
      </p:sp>
      <p:pic>
        <p:nvPicPr>
          <p:cNvPr id="247" name="Picture 6"/>
          <p:cNvPicPr/>
          <p:nvPr/>
        </p:nvPicPr>
        <p:blipFill>
          <a:blip r:embed="rId3"/>
          <a:stretch/>
        </p:blipFill>
        <p:spPr>
          <a:xfrm>
            <a:off x="9630360" y="276120"/>
            <a:ext cx="1062720" cy="1062720"/>
          </a:xfrm>
          <a:prstGeom prst="rect">
            <a:avLst/>
          </a:prstGeom>
          <a:noFill/>
          <a:ln w="0">
            <a:noFill/>
          </a:ln>
        </p:spPr>
      </p:pic>
      <p:sp>
        <p:nvSpPr>
          <p:cNvPr id="248" name="Metin kutusu 8"/>
          <p:cNvSpPr/>
          <p:nvPr/>
        </p:nvSpPr>
        <p:spPr>
          <a:xfrm>
            <a:off x="3877920" y="2318400"/>
            <a:ext cx="3148560" cy="3312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tr-TR" sz="1550" b="0" u="none" strike="noStrike">
                <a:solidFill>
                  <a:srgbClr val="000000"/>
                </a:solidFill>
                <a:effectLst/>
                <a:uFillTx/>
                <a:latin typeface="Calibri"/>
              </a:rPr>
              <a:t>Pnömatik sistem güncelleme tablosu.</a:t>
            </a:r>
            <a:endParaRPr lang="tr-TR" sz="1550" b="0" u="none" strike="noStrike">
              <a:solidFill>
                <a:srgbClr val="000000"/>
              </a:solidFill>
              <a:effectLst/>
              <a:uFillTx/>
              <a:latin typeface="Arial"/>
            </a:endParaRPr>
          </a:p>
        </p:txBody>
      </p:sp>
      <p:graphicFrame>
        <p:nvGraphicFramePr>
          <p:cNvPr id="249" name="Tablo 13"/>
          <p:cNvGraphicFramePr/>
          <p:nvPr/>
        </p:nvGraphicFramePr>
        <p:xfrm>
          <a:off x="735120" y="2701080"/>
          <a:ext cx="9471600" cy="2621280"/>
        </p:xfrm>
        <a:graphic>
          <a:graphicData uri="http://schemas.openxmlformats.org/drawingml/2006/table">
            <a:tbl>
              <a:tblPr/>
              <a:tblGrid>
                <a:gridCol w="3157200">
                  <a:extLst>
                    <a:ext uri="{9D8B030D-6E8A-4147-A177-3AD203B41FA5}">
                      <a16:colId xmlns:a16="http://schemas.microsoft.com/office/drawing/2014/main" val="20000"/>
                    </a:ext>
                  </a:extLst>
                </a:gridCol>
                <a:gridCol w="3157200">
                  <a:extLst>
                    <a:ext uri="{9D8B030D-6E8A-4147-A177-3AD203B41FA5}">
                      <a16:colId xmlns:a16="http://schemas.microsoft.com/office/drawing/2014/main" val="20001"/>
                    </a:ext>
                  </a:extLst>
                </a:gridCol>
                <a:gridCol w="3157200">
                  <a:extLst>
                    <a:ext uri="{9D8B030D-6E8A-4147-A177-3AD203B41FA5}">
                      <a16:colId xmlns:a16="http://schemas.microsoft.com/office/drawing/2014/main" val="20002"/>
                    </a:ext>
                  </a:extLst>
                </a:gridCol>
              </a:tblGrid>
              <a:tr h="325080">
                <a:tc>
                  <a:txBody>
                    <a:bodyPr/>
                    <a:lstStyle/>
                    <a:p>
                      <a:pPr algn="ctr">
                        <a:lnSpc>
                          <a:spcPct val="100000"/>
                        </a:lnSpc>
                      </a:pPr>
                      <a:r>
                        <a:rPr lang="tr-TR" sz="1550" b="0" u="none" strike="noStrike">
                          <a:solidFill>
                            <a:srgbClr val="FFFFFF"/>
                          </a:solidFill>
                          <a:effectLst/>
                          <a:uFillTx/>
                          <a:latin typeface="Calibri"/>
                        </a:rPr>
                        <a:t>Ön Tasarım</a:t>
                      </a:r>
                      <a:endParaRPr lang="tr-TR" sz="1550" b="0" u="none" strike="noStrike">
                        <a:solidFill>
                          <a:srgbClr val="FFFFFF"/>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c>
                  <a:txBody>
                    <a:bodyPr/>
                    <a:lstStyle/>
                    <a:p>
                      <a:pPr algn="ctr">
                        <a:lnSpc>
                          <a:spcPct val="100000"/>
                        </a:lnSpc>
                      </a:pPr>
                      <a:r>
                        <a:rPr lang="tr-TR" sz="1550" b="0" u="none" strike="noStrike">
                          <a:solidFill>
                            <a:srgbClr val="FFFFFF"/>
                          </a:solidFill>
                          <a:effectLst/>
                          <a:uFillTx/>
                          <a:latin typeface="Calibri"/>
                        </a:rPr>
                        <a:t>Kritik Tasarım</a:t>
                      </a:r>
                      <a:endParaRPr lang="tr-TR" sz="1550" b="0" u="none" strike="noStrike">
                        <a:solidFill>
                          <a:srgbClr val="FFFFFF"/>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c>
                  <a:txBody>
                    <a:bodyPr/>
                    <a:lstStyle/>
                    <a:p>
                      <a:pPr algn="ctr">
                        <a:lnSpc>
                          <a:spcPct val="100000"/>
                        </a:lnSpc>
                      </a:pPr>
                      <a:r>
                        <a:rPr lang="tr-TR" sz="1550" b="0" u="none" strike="noStrike">
                          <a:solidFill>
                            <a:srgbClr val="FFFFFF"/>
                          </a:solidFill>
                          <a:effectLst/>
                          <a:uFillTx/>
                          <a:latin typeface="Calibri"/>
                        </a:rPr>
                        <a:t>Yapılan değişimin açıklaması</a:t>
                      </a:r>
                      <a:endParaRPr lang="tr-TR" sz="1550" b="0" u="none" strike="noStrike">
                        <a:solidFill>
                          <a:srgbClr val="FFFFFF"/>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extLst>
                  <a:ext uri="{0D108BD9-81ED-4DB2-BD59-A6C34878D82A}">
                    <a16:rowId xmlns:a16="http://schemas.microsoft.com/office/drawing/2014/main" val="10000"/>
                  </a:ext>
                </a:extLst>
              </a:tr>
              <a:tr h="325080">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extLst>
                  <a:ext uri="{0D108BD9-81ED-4DB2-BD59-A6C34878D82A}">
                    <a16:rowId xmlns:a16="http://schemas.microsoft.com/office/drawing/2014/main" val="10001"/>
                  </a:ext>
                </a:extLst>
              </a:tr>
              <a:tr h="325080">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extLst>
                  <a:ext uri="{0D108BD9-81ED-4DB2-BD59-A6C34878D82A}">
                    <a16:rowId xmlns:a16="http://schemas.microsoft.com/office/drawing/2014/main" val="10002"/>
                  </a:ext>
                </a:extLst>
              </a:tr>
              <a:tr h="325080">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extLst>
                  <a:ext uri="{0D108BD9-81ED-4DB2-BD59-A6C34878D82A}">
                    <a16:rowId xmlns:a16="http://schemas.microsoft.com/office/drawing/2014/main" val="10003"/>
                  </a:ext>
                </a:extLst>
              </a:tr>
              <a:tr h="325080">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extLst>
                  <a:ext uri="{0D108BD9-81ED-4DB2-BD59-A6C34878D82A}">
                    <a16:rowId xmlns:a16="http://schemas.microsoft.com/office/drawing/2014/main" val="10004"/>
                  </a:ext>
                </a:extLst>
              </a:tr>
              <a:tr h="325080">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extLst>
                  <a:ext uri="{0D108BD9-81ED-4DB2-BD59-A6C34878D82A}">
                    <a16:rowId xmlns:a16="http://schemas.microsoft.com/office/drawing/2014/main" val="10005"/>
                  </a:ext>
                </a:extLst>
              </a:tr>
              <a:tr h="325080">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extLst>
                  <a:ext uri="{0D108BD9-81ED-4DB2-BD59-A6C34878D82A}">
                    <a16:rowId xmlns:a16="http://schemas.microsoft.com/office/drawing/2014/main" val="10006"/>
                  </a:ext>
                </a:extLst>
              </a:tr>
              <a:tr h="325080">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extLst>
                  <a:ext uri="{0D108BD9-81ED-4DB2-BD59-A6C34878D82A}">
                    <a16:rowId xmlns:a16="http://schemas.microsoft.com/office/drawing/2014/main" val="10007"/>
                  </a:ext>
                </a:extLst>
              </a:tr>
            </a:tbl>
          </a:graphicData>
        </a:graphic>
      </p:graphicFrame>
      <p:sp>
        <p:nvSpPr>
          <p:cNvPr id="250" name="TextBox 14"/>
          <p:cNvSpPr/>
          <p:nvPr/>
        </p:nvSpPr>
        <p:spPr>
          <a:xfrm rot="19567200">
            <a:off x="3333600" y="3655080"/>
            <a:ext cx="4025160" cy="9835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tr-TR" sz="5790" b="1" u="none" strike="noStrike">
                <a:solidFill>
                  <a:srgbClr val="FF0000"/>
                </a:solidFill>
                <a:effectLst/>
                <a:uFillTx/>
                <a:latin typeface="Arial"/>
              </a:rPr>
              <a:t>ÖRNEKTİR</a:t>
            </a:r>
            <a:endParaRPr lang="tr-TR" sz="5790" b="0" u="none" strike="noStrike">
              <a:solidFill>
                <a:srgbClr val="000000"/>
              </a:solidFill>
              <a:effectLst/>
              <a:uFillTx/>
              <a:latin typeface="Arial"/>
            </a:endParaRPr>
          </a:p>
        </p:txBody>
      </p:sp>
      <p:sp>
        <p:nvSpPr>
          <p:cNvPr id="251" name="Dikdörtgen 15"/>
          <p:cNvSpPr/>
          <p:nvPr/>
        </p:nvSpPr>
        <p:spPr>
          <a:xfrm>
            <a:off x="9360" y="6437520"/>
            <a:ext cx="9765360" cy="277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lnSpc>
                <a:spcPct val="100000"/>
              </a:lnSpc>
            </a:pPr>
            <a:r>
              <a:rPr lang="tr-TR" sz="1200" b="0" i="1" u="none" strike="noStrike" dirty="0">
                <a:solidFill>
                  <a:srgbClr val="000000"/>
                </a:solidFill>
                <a:effectLst/>
                <a:uFillTx/>
                <a:latin typeface="Calibri"/>
              </a:rPr>
              <a:t>Bu bölümde şartnamede yer alan </a:t>
            </a:r>
            <a:r>
              <a:rPr lang="tr-TR" sz="1200" b="1" i="1" u="none" strike="noStrike" dirty="0">
                <a:solidFill>
                  <a:srgbClr val="000000"/>
                </a:solidFill>
                <a:effectLst/>
                <a:uFillTx/>
                <a:latin typeface="Calibri"/>
              </a:rPr>
              <a:t>4.2.c, 4.2.i, 4.2.j ve 4.2.k </a:t>
            </a:r>
            <a:r>
              <a:rPr lang="tr-TR" sz="1200" b="0" i="1" u="none" strike="noStrike" dirty="0">
                <a:solidFill>
                  <a:srgbClr val="000000"/>
                </a:solidFill>
                <a:effectLst/>
                <a:uFillTx/>
                <a:latin typeface="Calibri"/>
              </a:rPr>
              <a:t>numaralı gereksinimi karşılanıp karşılanmadığı kontrol edilecektir.</a:t>
            </a:r>
            <a:endParaRPr lang="tr-TR" sz="1200" b="0" u="none" strike="noStrike" dirty="0">
              <a:solidFill>
                <a:srgbClr val="000000"/>
              </a:solidFill>
              <a:effectLst/>
              <a:uFillTx/>
              <a:latin typeface="Arial"/>
            </a:endParaRPr>
          </a:p>
        </p:txBody>
      </p:sp>
      <p:sp>
        <p:nvSpPr>
          <p:cNvPr id="252" name="PlaceHolder 3"/>
          <p:cNvSpPr>
            <a:spLocks noGrp="1"/>
          </p:cNvSpPr>
          <p:nvPr>
            <p:ph type="dt" idx="78"/>
          </p:nvPr>
        </p:nvSpPr>
        <p:spPr>
          <a:xfrm>
            <a:off x="802800" y="6905520"/>
            <a:ext cx="1320840" cy="16128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16B7298C-420E-4409-9961-78E009B2BF24}" type="datetime2">
              <a:rPr lang="tr-TR" sz="1050" b="0" u="none" strike="noStrike">
                <a:solidFill>
                  <a:srgbClr val="898989"/>
                </a:solidFill>
                <a:effectLst/>
                <a:uFillTx/>
                <a:latin typeface="Calibri"/>
              </a:rPr>
              <a:t>21 Nisan 2026 Salı</a:t>
            </a:fld>
            <a:endParaRPr lang="tr-TR" sz="1050" b="0" u="none" strike="noStrike">
              <a:solidFill>
                <a:srgbClr val="000000"/>
              </a:solidFill>
              <a:effectLst/>
              <a:uFillTx/>
              <a:latin typeface="Times New Roman"/>
            </a:endParaRPr>
          </a:p>
        </p:txBody>
      </p:sp>
      <p:sp>
        <p:nvSpPr>
          <p:cNvPr id="253" name="PlaceHolder 4"/>
          <p:cNvSpPr>
            <a:spLocks noGrp="1"/>
          </p:cNvSpPr>
          <p:nvPr>
            <p:ph type="ftr" idx="79"/>
          </p:nvPr>
        </p:nvSpPr>
        <p:spPr>
          <a:xfrm>
            <a:off x="3542040" y="6814080"/>
            <a:ext cx="3608640" cy="320040"/>
          </a:xfrm>
          <a:prstGeom prst="rect">
            <a:avLst/>
          </a:prstGeom>
          <a:noFill/>
          <a:ln w="0">
            <a:noFill/>
          </a:ln>
        </p:spPr>
        <p:txBody>
          <a:bodyPr lIns="0" tIns="0" rIns="0" bIns="0" anchor="t">
            <a:noAutofit/>
          </a:bodyPr>
          <a:lstStyle>
            <a:lvl1pPr indent="0" algn="ctr">
              <a:lnSpc>
                <a:spcPct val="100000"/>
              </a:lnSpc>
              <a:buNone/>
              <a:defRPr lang="tr-TR" sz="1050" b="0" u="none" strike="noStrike">
                <a:solidFill>
                  <a:srgbClr val="898989"/>
                </a:solidFill>
                <a:effectLst/>
                <a:uFillTx/>
                <a:latin typeface="Calibri"/>
              </a:defRPr>
            </a:lvl1pPr>
          </a:lstStyle>
          <a:p>
            <a:pPr indent="0" algn="ctr">
              <a:lnSpc>
                <a:spcPct val="100000"/>
              </a:lnSpc>
              <a:buNone/>
            </a:pPr>
            <a:r>
              <a:rPr lang="tr-TR" sz="1050" b="0" u="none" strike="noStrike" dirty="0">
                <a:solidFill>
                  <a:srgbClr val="898989"/>
                </a:solidFill>
                <a:effectLst/>
                <a:uFillTx/>
                <a:latin typeface="Calibri"/>
              </a:rPr>
              <a:t>2026 TEKNOFEST DİKEY İNİŞLİ ROKET YARIŞMASI</a:t>
            </a:r>
            <a:br>
              <a:rPr sz="1050" dirty="0"/>
            </a:br>
            <a:r>
              <a:rPr lang="tr-TR" sz="1050" b="0" u="none" strike="noStrike" dirty="0">
                <a:solidFill>
                  <a:srgbClr val="898989"/>
                </a:solidFill>
                <a:effectLst/>
                <a:uFillTx/>
                <a:latin typeface="Calibri"/>
              </a:rPr>
              <a:t> </a:t>
            </a:r>
            <a:r>
              <a:rPr lang="en-US" sz="1050" b="0" u="none" strike="noStrike" dirty="0">
                <a:solidFill>
                  <a:srgbClr val="898989"/>
                </a:solidFill>
                <a:effectLst/>
                <a:uFillTx/>
                <a:latin typeface="Calibri"/>
              </a:rPr>
              <a:t>KRİTİK</a:t>
            </a:r>
            <a:r>
              <a:rPr lang="tr-TR" sz="1050" b="0" u="none" strike="noStrike" dirty="0">
                <a:solidFill>
                  <a:srgbClr val="898989"/>
                </a:solidFill>
                <a:effectLst/>
                <a:uFillTx/>
                <a:latin typeface="Calibri"/>
              </a:rPr>
              <a:t> TASARIM RAPORU (</a:t>
            </a:r>
            <a:r>
              <a:rPr lang="en-US" sz="1050" b="0" u="none" strike="noStrike" dirty="0">
                <a:solidFill>
                  <a:srgbClr val="898989"/>
                </a:solidFill>
                <a:effectLst/>
                <a:uFillTx/>
                <a:latin typeface="Calibri"/>
              </a:rPr>
              <a:t>K</a:t>
            </a:r>
            <a:r>
              <a:rPr lang="tr-TR" sz="1050" b="0" u="none" strike="noStrike" dirty="0">
                <a:solidFill>
                  <a:srgbClr val="898989"/>
                </a:solidFill>
                <a:effectLst/>
                <a:uFillTx/>
                <a:latin typeface="Calibri"/>
              </a:rPr>
              <a:t>TR)</a:t>
            </a:r>
            <a:endParaRPr lang="tr-TR" sz="1050" b="0" u="none" strike="noStrike" dirty="0">
              <a:solidFill>
                <a:srgbClr val="000000"/>
              </a:solidFill>
              <a:effectLst/>
              <a:uFillTx/>
              <a:latin typeface="Times New Roman"/>
            </a:endParaRPr>
          </a:p>
        </p:txBody>
      </p:sp>
      <p:sp>
        <p:nvSpPr>
          <p:cNvPr id="254" name="TextBox 10"/>
          <p:cNvSpPr/>
          <p:nvPr/>
        </p:nvSpPr>
        <p:spPr>
          <a:xfrm>
            <a:off x="6480" y="544680"/>
            <a:ext cx="1027440" cy="569880"/>
          </a:xfrm>
          <a:prstGeom prst="rect">
            <a:avLst/>
          </a:prstGeom>
          <a:noFill/>
          <a:ln w="0">
            <a:solidFill>
              <a:srgbClr val="000000"/>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tr-TR" sz="1550" b="0" u="none" strike="noStrike">
                <a:solidFill>
                  <a:srgbClr val="000000"/>
                </a:solidFill>
                <a:effectLst/>
                <a:uFillTx/>
                <a:latin typeface="Calibri"/>
              </a:rPr>
              <a:t>Takım Logosu</a:t>
            </a:r>
            <a:endParaRPr lang="tr-TR" sz="1550" b="0" u="none" strike="noStrike">
              <a:solidFill>
                <a:srgbClr val="000000"/>
              </a:solidFill>
              <a:effectLst/>
              <a:uFillTx/>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5" name="PlaceHolder 1"/>
          <p:cNvSpPr>
            <a:spLocks noGrp="1"/>
          </p:cNvSpPr>
          <p:nvPr>
            <p:ph type="title"/>
          </p:nvPr>
        </p:nvSpPr>
        <p:spPr>
          <a:xfrm>
            <a:off x="1235160" y="494640"/>
            <a:ext cx="8019720" cy="658440"/>
          </a:xfrm>
          <a:prstGeom prst="rect">
            <a:avLst/>
          </a:prstGeom>
          <a:noFill/>
          <a:ln w="0">
            <a:noFill/>
          </a:ln>
        </p:spPr>
        <p:txBody>
          <a:bodyPr lIns="0" tIns="0" rIns="0" bIns="0" anchor="b">
            <a:noAutofit/>
          </a:bodyPr>
          <a:lstStyle/>
          <a:p>
            <a:pPr indent="0" algn="ctr">
              <a:lnSpc>
                <a:spcPct val="100000"/>
              </a:lnSpc>
              <a:buNone/>
            </a:pPr>
            <a:r>
              <a:rPr lang="tr-TR" sz="3950" b="1" u="none" strike="noStrike">
                <a:solidFill>
                  <a:srgbClr val="0070C0"/>
                </a:solidFill>
                <a:effectLst/>
                <a:uFillTx/>
                <a:latin typeface="Calibri"/>
              </a:rPr>
              <a:t>Pnömatik Sistem Tasarımı - Detay</a:t>
            </a:r>
            <a:endParaRPr lang="tr-TR" sz="3950" b="0" u="none" strike="noStrike">
              <a:solidFill>
                <a:srgbClr val="000000"/>
              </a:solidFill>
              <a:effectLst/>
              <a:uFillTx/>
              <a:latin typeface="Calibri"/>
            </a:endParaRPr>
          </a:p>
        </p:txBody>
      </p:sp>
      <p:cxnSp>
        <p:nvCxnSpPr>
          <p:cNvPr id="256" name="Straight Connector 4"/>
          <p:cNvCxnSpPr/>
          <p:nvPr/>
        </p:nvCxnSpPr>
        <p:spPr>
          <a:xfrm flipV="1">
            <a:off x="0" y="1352520"/>
            <a:ext cx="10693440" cy="23040"/>
          </a:xfrm>
          <a:prstGeom prst="straightConnector1">
            <a:avLst/>
          </a:prstGeom>
          <a:ln w="38100">
            <a:solidFill>
              <a:srgbClr val="4A7EBB"/>
            </a:solidFill>
            <a:round/>
          </a:ln>
        </p:spPr>
      </p:cxnSp>
      <p:cxnSp>
        <p:nvCxnSpPr>
          <p:cNvPr id="257" name="Straight Connector 5"/>
          <p:cNvCxnSpPr/>
          <p:nvPr/>
        </p:nvCxnSpPr>
        <p:spPr>
          <a:xfrm flipV="1">
            <a:off x="0" y="6714360"/>
            <a:ext cx="10693440" cy="23040"/>
          </a:xfrm>
          <a:prstGeom prst="straightConnector1">
            <a:avLst/>
          </a:prstGeom>
          <a:ln w="38100">
            <a:solidFill>
              <a:srgbClr val="4A7EBB"/>
            </a:solidFill>
            <a:round/>
          </a:ln>
        </p:spPr>
      </p:cxnSp>
      <p:sp>
        <p:nvSpPr>
          <p:cNvPr id="258" name="PlaceHolder 2"/>
          <p:cNvSpPr>
            <a:spLocks noGrp="1"/>
          </p:cNvSpPr>
          <p:nvPr>
            <p:ph type="sldNum" idx="80"/>
          </p:nvPr>
        </p:nvSpPr>
        <p:spPr>
          <a:xfrm>
            <a:off x="9724320" y="6905520"/>
            <a:ext cx="201600" cy="16092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199C1B1B-4F85-4C20-813D-F12159CD2948}" type="slidenum">
              <a:rPr lang="tr-TR" sz="1050" b="0" u="none" strike="noStrike">
                <a:solidFill>
                  <a:srgbClr val="898989"/>
                </a:solidFill>
                <a:effectLst/>
                <a:uFillTx/>
                <a:latin typeface="Calibri"/>
              </a:rPr>
              <a:t>22</a:t>
            </a:fld>
            <a:endParaRPr lang="tr-TR" sz="1050" b="0" u="none" strike="noStrike">
              <a:solidFill>
                <a:srgbClr val="000000"/>
              </a:solidFill>
              <a:effectLst/>
              <a:uFillTx/>
              <a:latin typeface="Times New Roman"/>
            </a:endParaRPr>
          </a:p>
        </p:txBody>
      </p:sp>
      <p:pic>
        <p:nvPicPr>
          <p:cNvPr id="259" name="Picture 6"/>
          <p:cNvPicPr/>
          <p:nvPr/>
        </p:nvPicPr>
        <p:blipFill>
          <a:blip r:embed="rId3"/>
          <a:stretch/>
        </p:blipFill>
        <p:spPr>
          <a:xfrm>
            <a:off x="9630360" y="276120"/>
            <a:ext cx="1062720" cy="1062720"/>
          </a:xfrm>
          <a:prstGeom prst="rect">
            <a:avLst/>
          </a:prstGeom>
          <a:noFill/>
          <a:ln w="0">
            <a:noFill/>
          </a:ln>
        </p:spPr>
      </p:pic>
      <p:graphicFrame>
        <p:nvGraphicFramePr>
          <p:cNvPr id="260" name="Tablo 6"/>
          <p:cNvGraphicFramePr/>
          <p:nvPr/>
        </p:nvGraphicFramePr>
        <p:xfrm>
          <a:off x="162000" y="2481120"/>
          <a:ext cx="10491480" cy="1783680"/>
        </p:xfrm>
        <a:graphic>
          <a:graphicData uri="http://schemas.openxmlformats.org/drawingml/2006/table">
            <a:tbl>
              <a:tblPr/>
              <a:tblGrid>
                <a:gridCol w="955080">
                  <a:extLst>
                    <a:ext uri="{9D8B030D-6E8A-4147-A177-3AD203B41FA5}">
                      <a16:colId xmlns:a16="http://schemas.microsoft.com/office/drawing/2014/main" val="20000"/>
                    </a:ext>
                  </a:extLst>
                </a:gridCol>
                <a:gridCol w="955080">
                  <a:extLst>
                    <a:ext uri="{9D8B030D-6E8A-4147-A177-3AD203B41FA5}">
                      <a16:colId xmlns:a16="http://schemas.microsoft.com/office/drawing/2014/main" val="20001"/>
                    </a:ext>
                  </a:extLst>
                </a:gridCol>
                <a:gridCol w="684720">
                  <a:extLst>
                    <a:ext uri="{9D8B030D-6E8A-4147-A177-3AD203B41FA5}">
                      <a16:colId xmlns:a16="http://schemas.microsoft.com/office/drawing/2014/main" val="20002"/>
                    </a:ext>
                  </a:extLst>
                </a:gridCol>
                <a:gridCol w="634680">
                  <a:extLst>
                    <a:ext uri="{9D8B030D-6E8A-4147-A177-3AD203B41FA5}">
                      <a16:colId xmlns:a16="http://schemas.microsoft.com/office/drawing/2014/main" val="20003"/>
                    </a:ext>
                  </a:extLst>
                </a:gridCol>
                <a:gridCol w="1470240">
                  <a:extLst>
                    <a:ext uri="{9D8B030D-6E8A-4147-A177-3AD203B41FA5}">
                      <a16:colId xmlns:a16="http://schemas.microsoft.com/office/drawing/2014/main" val="20004"/>
                    </a:ext>
                  </a:extLst>
                </a:gridCol>
                <a:gridCol w="1236240">
                  <a:extLst>
                    <a:ext uri="{9D8B030D-6E8A-4147-A177-3AD203B41FA5}">
                      <a16:colId xmlns:a16="http://schemas.microsoft.com/office/drawing/2014/main" val="20005"/>
                    </a:ext>
                  </a:extLst>
                </a:gridCol>
                <a:gridCol w="861480">
                  <a:extLst>
                    <a:ext uri="{9D8B030D-6E8A-4147-A177-3AD203B41FA5}">
                      <a16:colId xmlns:a16="http://schemas.microsoft.com/office/drawing/2014/main" val="20006"/>
                    </a:ext>
                  </a:extLst>
                </a:gridCol>
                <a:gridCol w="852480">
                  <a:extLst>
                    <a:ext uri="{9D8B030D-6E8A-4147-A177-3AD203B41FA5}">
                      <a16:colId xmlns:a16="http://schemas.microsoft.com/office/drawing/2014/main" val="20007"/>
                    </a:ext>
                  </a:extLst>
                </a:gridCol>
                <a:gridCol w="1136520">
                  <a:extLst>
                    <a:ext uri="{9D8B030D-6E8A-4147-A177-3AD203B41FA5}">
                      <a16:colId xmlns:a16="http://schemas.microsoft.com/office/drawing/2014/main" val="20008"/>
                    </a:ext>
                  </a:extLst>
                </a:gridCol>
                <a:gridCol w="852480">
                  <a:extLst>
                    <a:ext uri="{9D8B030D-6E8A-4147-A177-3AD203B41FA5}">
                      <a16:colId xmlns:a16="http://schemas.microsoft.com/office/drawing/2014/main" val="20009"/>
                    </a:ext>
                  </a:extLst>
                </a:gridCol>
                <a:gridCol w="852480">
                  <a:extLst>
                    <a:ext uri="{9D8B030D-6E8A-4147-A177-3AD203B41FA5}">
                      <a16:colId xmlns:a16="http://schemas.microsoft.com/office/drawing/2014/main" val="20010"/>
                    </a:ext>
                  </a:extLst>
                </a:gridCol>
              </a:tblGrid>
              <a:tr h="828720">
                <a:tc>
                  <a:txBody>
                    <a:bodyPr/>
                    <a:lstStyle/>
                    <a:p>
                      <a:pPr algn="ctr">
                        <a:lnSpc>
                          <a:spcPct val="100000"/>
                        </a:lnSpc>
                      </a:pPr>
                      <a:r>
                        <a:rPr lang="tr-TR" sz="1400" b="0" u="none" strike="noStrike">
                          <a:solidFill>
                            <a:srgbClr val="FFFFFF"/>
                          </a:solidFill>
                          <a:effectLst/>
                          <a:uFillTx/>
                          <a:latin typeface="Calibri"/>
                        </a:rPr>
                        <a:t>Ürün Adı</a:t>
                      </a:r>
                      <a:endParaRPr lang="tr-TR" sz="1400" b="0" u="none" strike="noStrike">
                        <a:solidFill>
                          <a:srgbClr val="FFFFFF"/>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c>
                  <a:txBody>
                    <a:bodyPr/>
                    <a:lstStyle/>
                    <a:p>
                      <a:pPr algn="ctr">
                        <a:lnSpc>
                          <a:spcPct val="100000"/>
                        </a:lnSpc>
                      </a:pPr>
                      <a:r>
                        <a:rPr lang="tr-TR" sz="1400" b="0" u="none" strike="noStrike">
                          <a:solidFill>
                            <a:srgbClr val="FFFFFF"/>
                          </a:solidFill>
                          <a:effectLst/>
                          <a:uFillTx/>
                          <a:latin typeface="Calibri"/>
                        </a:rPr>
                        <a:t>Web Sitesi</a:t>
                      </a:r>
                      <a:endParaRPr lang="tr-TR" sz="1400" b="0" u="none" strike="noStrike">
                        <a:solidFill>
                          <a:srgbClr val="FFFFFF"/>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c>
                  <a:txBody>
                    <a:bodyPr/>
                    <a:lstStyle/>
                    <a:p>
                      <a:pPr algn="ctr">
                        <a:lnSpc>
                          <a:spcPct val="100000"/>
                        </a:lnSpc>
                      </a:pPr>
                      <a:r>
                        <a:rPr lang="tr-TR" sz="1400" b="0" u="none" strike="noStrike">
                          <a:solidFill>
                            <a:srgbClr val="FFFFFF"/>
                          </a:solidFill>
                          <a:effectLst/>
                          <a:uFillTx/>
                          <a:latin typeface="Calibri"/>
                        </a:rPr>
                        <a:t>Giriş Çapı</a:t>
                      </a:r>
                      <a:endParaRPr lang="tr-TR" sz="1400" b="0" u="none" strike="noStrike">
                        <a:solidFill>
                          <a:srgbClr val="FFFFFF"/>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c>
                  <a:txBody>
                    <a:bodyPr/>
                    <a:lstStyle/>
                    <a:p>
                      <a:pPr algn="ctr">
                        <a:lnSpc>
                          <a:spcPct val="100000"/>
                        </a:lnSpc>
                      </a:pPr>
                      <a:r>
                        <a:rPr lang="tr-TR" sz="1400" b="0" u="none" strike="noStrike">
                          <a:solidFill>
                            <a:srgbClr val="FFFFFF"/>
                          </a:solidFill>
                          <a:effectLst/>
                          <a:uFillTx/>
                          <a:latin typeface="Calibri"/>
                        </a:rPr>
                        <a:t>Çıkış Çapı</a:t>
                      </a:r>
                      <a:endParaRPr lang="tr-TR" sz="1400" b="0" u="none" strike="noStrike">
                        <a:solidFill>
                          <a:srgbClr val="FFFFFF"/>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c>
                  <a:txBody>
                    <a:bodyPr/>
                    <a:lstStyle/>
                    <a:p>
                      <a:pPr algn="ctr" defTabSz="914400">
                        <a:lnSpc>
                          <a:spcPct val="100000"/>
                        </a:lnSpc>
                        <a:tabLst>
                          <a:tab pos="0" algn="l"/>
                        </a:tabLst>
                      </a:pPr>
                      <a:r>
                        <a:rPr lang="tr-TR" sz="1200" b="0" u="none" strike="noStrike">
                          <a:solidFill>
                            <a:srgbClr val="FFFFFF"/>
                          </a:solidFill>
                          <a:effectLst/>
                          <a:uFillTx/>
                          <a:latin typeface="Calibri"/>
                        </a:rPr>
                        <a:t>Maksimum Operasyon Basıncı</a:t>
                      </a:r>
                      <a:br>
                        <a:rPr sz="1200"/>
                      </a:br>
                      <a:r>
                        <a:rPr lang="tr-TR" sz="1200" b="0" u="none" strike="noStrike">
                          <a:solidFill>
                            <a:srgbClr val="FFFFFF"/>
                          </a:solidFill>
                          <a:effectLst/>
                          <a:uFillTx/>
                          <a:latin typeface="Calibri"/>
                        </a:rPr>
                        <a:t>[bar]</a:t>
                      </a:r>
                      <a:endParaRPr lang="tr-TR" sz="1200" b="0" u="none" strike="noStrike">
                        <a:solidFill>
                          <a:srgbClr val="FFFFFF"/>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c>
                  <a:txBody>
                    <a:bodyPr/>
                    <a:lstStyle/>
                    <a:p>
                      <a:pPr algn="ctr" defTabSz="914400">
                        <a:lnSpc>
                          <a:spcPct val="100000"/>
                        </a:lnSpc>
                        <a:tabLst>
                          <a:tab pos="0" algn="l"/>
                        </a:tabLst>
                      </a:pPr>
                      <a:r>
                        <a:rPr lang="tr-TR" sz="1200" b="0" u="none" strike="noStrike">
                          <a:solidFill>
                            <a:srgbClr val="FFFFFF"/>
                          </a:solidFill>
                          <a:effectLst/>
                          <a:uFillTx/>
                          <a:latin typeface="Calibri"/>
                        </a:rPr>
                        <a:t>Maksimum Operasyon Sıcaklığı</a:t>
                      </a:r>
                      <a:br>
                        <a:rPr sz="1200"/>
                      </a:br>
                      <a:r>
                        <a:rPr lang="tr-TR" sz="1200" b="0" u="none" strike="noStrike">
                          <a:solidFill>
                            <a:srgbClr val="FFFFFF"/>
                          </a:solidFill>
                          <a:effectLst/>
                          <a:uFillTx/>
                          <a:latin typeface="Calibri"/>
                        </a:rPr>
                        <a:t>[</a:t>
                      </a:r>
                      <a:r>
                        <a:rPr lang="tr-TR" sz="1200" b="0" u="none" strike="noStrike" baseline="30000">
                          <a:solidFill>
                            <a:srgbClr val="FFFFFF"/>
                          </a:solidFill>
                          <a:effectLst/>
                          <a:uFillTx/>
                          <a:latin typeface="Calibri"/>
                        </a:rPr>
                        <a:t>o</a:t>
                      </a:r>
                      <a:r>
                        <a:rPr lang="tr-TR" sz="1200" b="0" u="none" strike="noStrike">
                          <a:solidFill>
                            <a:srgbClr val="FFFFFF"/>
                          </a:solidFill>
                          <a:effectLst/>
                          <a:uFillTx/>
                          <a:latin typeface="Calibri"/>
                        </a:rPr>
                        <a:t>C]</a:t>
                      </a:r>
                      <a:endParaRPr lang="tr-TR" sz="1200" b="0" u="none" strike="noStrike">
                        <a:solidFill>
                          <a:srgbClr val="FFFFFF"/>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c>
                  <a:txBody>
                    <a:bodyPr/>
                    <a:lstStyle/>
                    <a:p>
                      <a:pPr algn="ctr">
                        <a:lnSpc>
                          <a:spcPct val="100000"/>
                        </a:lnSpc>
                      </a:pPr>
                      <a:r>
                        <a:rPr lang="tr-TR" sz="1400" b="0" u="none" strike="noStrike">
                          <a:solidFill>
                            <a:srgbClr val="FFFFFF"/>
                          </a:solidFill>
                          <a:effectLst/>
                          <a:uFillTx/>
                          <a:latin typeface="Calibri"/>
                        </a:rPr>
                        <a:t>Çalışma Basıncı</a:t>
                      </a:r>
                      <a:endParaRPr lang="tr-TR" sz="1400" b="0" u="none" strike="noStrike">
                        <a:solidFill>
                          <a:srgbClr val="FFFFFF"/>
                        </a:solidFill>
                        <a:effectLst/>
                        <a:uFillTx/>
                        <a:latin typeface="Arial"/>
                      </a:endParaRPr>
                    </a:p>
                    <a:p>
                      <a:pPr algn="ctr">
                        <a:lnSpc>
                          <a:spcPct val="100000"/>
                        </a:lnSpc>
                      </a:pPr>
                      <a:r>
                        <a:rPr lang="tr-TR" sz="1400" b="0" u="none" strike="noStrike">
                          <a:solidFill>
                            <a:srgbClr val="FFFFFF"/>
                          </a:solidFill>
                          <a:effectLst/>
                          <a:uFillTx/>
                          <a:latin typeface="Calibri"/>
                        </a:rPr>
                        <a:t>[bar]</a:t>
                      </a:r>
                      <a:endParaRPr lang="tr-TR" sz="1400" b="0" u="none" strike="noStrike">
                        <a:solidFill>
                          <a:srgbClr val="FFFFFF"/>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c>
                  <a:txBody>
                    <a:bodyPr/>
                    <a:lstStyle/>
                    <a:p>
                      <a:pPr algn="ctr">
                        <a:lnSpc>
                          <a:spcPct val="100000"/>
                        </a:lnSpc>
                      </a:pPr>
                      <a:r>
                        <a:rPr lang="tr-TR" sz="1400" b="0" u="none" strike="noStrike">
                          <a:solidFill>
                            <a:srgbClr val="FFFFFF"/>
                          </a:solidFill>
                          <a:effectLst/>
                          <a:uFillTx/>
                          <a:latin typeface="Calibri"/>
                        </a:rPr>
                        <a:t>Çalışma Sıcaklığı</a:t>
                      </a:r>
                      <a:endParaRPr lang="tr-TR" sz="1400" b="0" u="none" strike="noStrike">
                        <a:solidFill>
                          <a:srgbClr val="FFFFFF"/>
                        </a:solidFill>
                        <a:effectLst/>
                        <a:uFillTx/>
                        <a:latin typeface="Arial"/>
                      </a:endParaRPr>
                    </a:p>
                    <a:p>
                      <a:pPr algn="ctr">
                        <a:lnSpc>
                          <a:spcPct val="100000"/>
                        </a:lnSpc>
                      </a:pPr>
                      <a:r>
                        <a:rPr lang="tr-TR" sz="1400" b="0" u="none" strike="noStrike">
                          <a:solidFill>
                            <a:srgbClr val="FFFFFF"/>
                          </a:solidFill>
                          <a:effectLst/>
                          <a:uFillTx/>
                          <a:latin typeface="Calibri"/>
                        </a:rPr>
                        <a:t>[</a:t>
                      </a:r>
                      <a:r>
                        <a:rPr lang="tr-TR" sz="1400" b="0" u="none" strike="noStrike" baseline="30000">
                          <a:solidFill>
                            <a:srgbClr val="FFFFFF"/>
                          </a:solidFill>
                          <a:effectLst/>
                          <a:uFillTx/>
                          <a:latin typeface="Calibri"/>
                        </a:rPr>
                        <a:t>o</a:t>
                      </a:r>
                      <a:r>
                        <a:rPr lang="tr-TR" sz="1400" b="0" u="none" strike="noStrike">
                          <a:solidFill>
                            <a:srgbClr val="FFFFFF"/>
                          </a:solidFill>
                          <a:effectLst/>
                          <a:uFillTx/>
                          <a:latin typeface="Calibri"/>
                        </a:rPr>
                        <a:t>C]</a:t>
                      </a:r>
                      <a:endParaRPr lang="tr-TR" sz="1400" b="0" u="none" strike="noStrike">
                        <a:solidFill>
                          <a:srgbClr val="FFFFFF"/>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c>
                  <a:txBody>
                    <a:bodyPr/>
                    <a:lstStyle/>
                    <a:p>
                      <a:pPr algn="ctr">
                        <a:lnSpc>
                          <a:spcPct val="100000"/>
                        </a:lnSpc>
                      </a:pPr>
                      <a:r>
                        <a:rPr lang="tr-TR" sz="1400" b="0" u="none" strike="noStrike">
                          <a:solidFill>
                            <a:srgbClr val="FFFFFF"/>
                          </a:solidFill>
                          <a:effectLst/>
                          <a:uFillTx/>
                          <a:latin typeface="Calibri"/>
                        </a:rPr>
                        <a:t>Debi Geçirgenliği [g/s]</a:t>
                      </a:r>
                      <a:endParaRPr lang="tr-TR" sz="1400" b="0" u="none" strike="noStrike">
                        <a:solidFill>
                          <a:srgbClr val="FFFFFF"/>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c>
                  <a:txBody>
                    <a:bodyPr/>
                    <a:lstStyle/>
                    <a:p>
                      <a:pPr algn="ctr">
                        <a:lnSpc>
                          <a:spcPct val="100000"/>
                        </a:lnSpc>
                      </a:pPr>
                      <a:r>
                        <a:rPr lang="tr-TR" sz="1400" b="0" u="none" strike="noStrike">
                          <a:solidFill>
                            <a:srgbClr val="FFFFFF"/>
                          </a:solidFill>
                          <a:effectLst/>
                          <a:uFillTx/>
                          <a:latin typeface="Calibri"/>
                        </a:rPr>
                        <a:t>Adeti</a:t>
                      </a:r>
                      <a:endParaRPr lang="tr-TR" sz="1400" b="0" u="none" strike="noStrike">
                        <a:solidFill>
                          <a:srgbClr val="FFFFFF"/>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c>
                  <a:txBody>
                    <a:bodyPr/>
                    <a:lstStyle/>
                    <a:p>
                      <a:pPr algn="ctr">
                        <a:lnSpc>
                          <a:spcPct val="100000"/>
                        </a:lnSpc>
                      </a:pPr>
                      <a:r>
                        <a:rPr lang="tr-TR" sz="1400" b="0" u="none" strike="noStrike">
                          <a:solidFill>
                            <a:srgbClr val="FFFFFF"/>
                          </a:solidFill>
                          <a:effectLst/>
                          <a:uFillTx/>
                          <a:latin typeface="Calibri"/>
                        </a:rPr>
                        <a:t>Birim Kütlesi</a:t>
                      </a:r>
                      <a:endParaRPr lang="tr-TR" sz="1400" b="0" u="none" strike="noStrike">
                        <a:solidFill>
                          <a:srgbClr val="FFFFFF"/>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extLst>
                  <a:ext uri="{0D108BD9-81ED-4DB2-BD59-A6C34878D82A}">
                    <a16:rowId xmlns:a16="http://schemas.microsoft.com/office/drawing/2014/main" val="10000"/>
                  </a:ext>
                </a:extLst>
              </a:tr>
              <a:tr h="325080">
                <a:tc>
                  <a:txBody>
                    <a:bodyPr/>
                    <a:lstStyle/>
                    <a:p>
                      <a:endParaRPr lang="tr-TR" sz="140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endParaRPr lang="tr-TR" sz="140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endParaRPr lang="tr-TR" sz="140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endParaRPr lang="tr-TR" sz="140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endParaRPr lang="tr-TR" sz="140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endParaRPr lang="tr-TR" sz="140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endParaRPr lang="tr-TR" sz="140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endParaRPr lang="tr-TR" sz="140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endParaRPr lang="tr-TR" sz="140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endParaRPr lang="tr-TR" sz="140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endParaRPr lang="tr-TR" sz="140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extLst>
                  <a:ext uri="{0D108BD9-81ED-4DB2-BD59-A6C34878D82A}">
                    <a16:rowId xmlns:a16="http://schemas.microsoft.com/office/drawing/2014/main" val="10001"/>
                  </a:ext>
                </a:extLst>
              </a:tr>
              <a:tr h="325080">
                <a:tc>
                  <a:txBody>
                    <a:bodyPr/>
                    <a:lstStyle/>
                    <a:p>
                      <a:endParaRPr lang="tr-TR" sz="140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lstStyle/>
                    <a:p>
                      <a:endParaRPr lang="tr-TR" sz="140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lstStyle/>
                    <a:p>
                      <a:endParaRPr lang="tr-TR" sz="140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lstStyle/>
                    <a:p>
                      <a:endParaRPr lang="tr-TR" sz="140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lstStyle/>
                    <a:p>
                      <a:endParaRPr lang="tr-TR" sz="140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lstStyle/>
                    <a:p>
                      <a:endParaRPr lang="tr-TR" sz="140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lstStyle/>
                    <a:p>
                      <a:endParaRPr lang="tr-TR" sz="140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lstStyle/>
                    <a:p>
                      <a:endParaRPr lang="tr-TR" sz="140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lstStyle/>
                    <a:p>
                      <a:endParaRPr lang="tr-TR" sz="140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lstStyle/>
                    <a:p>
                      <a:endParaRPr lang="tr-TR" sz="140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lstStyle/>
                    <a:p>
                      <a:endParaRPr lang="tr-TR" sz="140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extLst>
                  <a:ext uri="{0D108BD9-81ED-4DB2-BD59-A6C34878D82A}">
                    <a16:rowId xmlns:a16="http://schemas.microsoft.com/office/drawing/2014/main" val="10002"/>
                  </a:ext>
                </a:extLst>
              </a:tr>
              <a:tr h="293760">
                <a:tc>
                  <a:txBody>
                    <a:bodyPr/>
                    <a:lstStyle/>
                    <a:p>
                      <a:endParaRPr lang="tr-TR" sz="140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endParaRPr lang="tr-TR" sz="140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endParaRPr lang="tr-TR" sz="140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endParaRPr lang="tr-TR" sz="140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endParaRPr lang="tr-TR" sz="140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endParaRPr lang="tr-TR" sz="140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endParaRPr lang="tr-TR" sz="140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endParaRPr lang="tr-TR" sz="140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endParaRPr lang="tr-TR" sz="140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endParaRPr lang="tr-TR" sz="140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endParaRPr lang="tr-TR" sz="140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extLst>
                  <a:ext uri="{0D108BD9-81ED-4DB2-BD59-A6C34878D82A}">
                    <a16:rowId xmlns:a16="http://schemas.microsoft.com/office/drawing/2014/main" val="10003"/>
                  </a:ext>
                </a:extLst>
              </a:tr>
            </a:tbl>
          </a:graphicData>
        </a:graphic>
      </p:graphicFrame>
      <p:sp>
        <p:nvSpPr>
          <p:cNvPr id="261" name="Metin kutusu 8"/>
          <p:cNvSpPr/>
          <p:nvPr/>
        </p:nvSpPr>
        <p:spPr>
          <a:xfrm>
            <a:off x="4156920" y="2114280"/>
            <a:ext cx="2562480" cy="3312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tr-TR" sz="1550" b="0" u="none" strike="noStrike">
                <a:solidFill>
                  <a:srgbClr val="000000"/>
                </a:solidFill>
                <a:effectLst/>
                <a:uFillTx/>
                <a:latin typeface="Calibri"/>
              </a:rPr>
              <a:t>Pnömatik sistem özet tablosu.</a:t>
            </a:r>
            <a:endParaRPr lang="tr-TR" sz="1550" b="0" u="none" strike="noStrike">
              <a:solidFill>
                <a:srgbClr val="000000"/>
              </a:solidFill>
              <a:effectLst/>
              <a:uFillTx/>
              <a:latin typeface="Arial"/>
            </a:endParaRPr>
          </a:p>
        </p:txBody>
      </p:sp>
      <p:sp>
        <p:nvSpPr>
          <p:cNvPr id="262" name="Metin kutusu 13"/>
          <p:cNvSpPr/>
          <p:nvPr/>
        </p:nvSpPr>
        <p:spPr>
          <a:xfrm>
            <a:off x="162000" y="5121720"/>
            <a:ext cx="8748000" cy="5698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tr-TR" sz="1550" b="0" u="none" strike="noStrike">
                <a:solidFill>
                  <a:srgbClr val="000000"/>
                </a:solidFill>
                <a:effectLst/>
                <a:uFillTx/>
                <a:latin typeface="Calibri"/>
              </a:rPr>
              <a:t>Not: Ürün kodu tayin edilmesi; envanter kontrolü, kütle bütçesi ve genel bütçe işlemleri için önerilmektedir. </a:t>
            </a:r>
            <a:endParaRPr lang="tr-TR" sz="1550" b="0" u="none" strike="noStrike">
              <a:solidFill>
                <a:srgbClr val="000000"/>
              </a:solidFill>
              <a:effectLst/>
              <a:uFillTx/>
              <a:latin typeface="Arial"/>
            </a:endParaRPr>
          </a:p>
          <a:p>
            <a:pPr>
              <a:lnSpc>
                <a:spcPct val="100000"/>
              </a:lnSpc>
            </a:pPr>
            <a:r>
              <a:rPr lang="tr-TR" sz="1550" b="0" u="none" strike="noStrike">
                <a:solidFill>
                  <a:srgbClr val="000000"/>
                </a:solidFill>
                <a:effectLst/>
                <a:uFillTx/>
                <a:latin typeface="Calibri"/>
              </a:rPr>
              <a:t>Örnek olarak: PN001, PN002 gibi ürün kodları kullanılabilir.</a:t>
            </a:r>
            <a:endParaRPr lang="tr-TR" sz="1550" b="0" u="none" strike="noStrike">
              <a:solidFill>
                <a:srgbClr val="000000"/>
              </a:solidFill>
              <a:effectLst/>
              <a:uFillTx/>
              <a:latin typeface="Arial"/>
            </a:endParaRPr>
          </a:p>
        </p:txBody>
      </p:sp>
      <p:sp>
        <p:nvSpPr>
          <p:cNvPr id="263" name="TextBox 14"/>
          <p:cNvSpPr/>
          <p:nvPr/>
        </p:nvSpPr>
        <p:spPr>
          <a:xfrm rot="20650200">
            <a:off x="3126960" y="2943000"/>
            <a:ext cx="4025160" cy="9835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tr-TR" sz="5790" b="1" u="none" strike="noStrike" dirty="0">
                <a:solidFill>
                  <a:srgbClr val="FF0000"/>
                </a:solidFill>
                <a:effectLst/>
                <a:uFillTx/>
                <a:latin typeface="Arial"/>
              </a:rPr>
              <a:t>ÖRNEKTİR</a:t>
            </a:r>
            <a:endParaRPr lang="tr-TR" sz="5790" b="0" u="none" strike="noStrike" dirty="0">
              <a:solidFill>
                <a:srgbClr val="000000"/>
              </a:solidFill>
              <a:effectLst/>
              <a:uFillTx/>
              <a:latin typeface="Arial"/>
            </a:endParaRPr>
          </a:p>
        </p:txBody>
      </p:sp>
      <p:sp>
        <p:nvSpPr>
          <p:cNvPr id="264" name="PlaceHolder 3"/>
          <p:cNvSpPr>
            <a:spLocks noGrp="1"/>
          </p:cNvSpPr>
          <p:nvPr>
            <p:ph type="dt" idx="81"/>
          </p:nvPr>
        </p:nvSpPr>
        <p:spPr>
          <a:xfrm>
            <a:off x="802800" y="6905520"/>
            <a:ext cx="1320840" cy="16128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4BE2C4E9-361A-4274-A3F6-2E9A8EF542D7}" type="datetime2">
              <a:rPr lang="tr-TR" sz="1050" b="0" u="none" strike="noStrike">
                <a:solidFill>
                  <a:srgbClr val="898989"/>
                </a:solidFill>
                <a:effectLst/>
                <a:uFillTx/>
                <a:latin typeface="Calibri"/>
              </a:rPr>
              <a:t>21 Nisan 2026 Salı</a:t>
            </a:fld>
            <a:endParaRPr lang="tr-TR" sz="1050" b="0" u="none" strike="noStrike">
              <a:solidFill>
                <a:srgbClr val="000000"/>
              </a:solidFill>
              <a:effectLst/>
              <a:uFillTx/>
              <a:latin typeface="Times New Roman"/>
            </a:endParaRPr>
          </a:p>
        </p:txBody>
      </p:sp>
      <p:sp>
        <p:nvSpPr>
          <p:cNvPr id="265" name="PlaceHolder 4"/>
          <p:cNvSpPr>
            <a:spLocks noGrp="1"/>
          </p:cNvSpPr>
          <p:nvPr>
            <p:ph type="ftr" idx="82"/>
          </p:nvPr>
        </p:nvSpPr>
        <p:spPr>
          <a:xfrm>
            <a:off x="3542040" y="6814080"/>
            <a:ext cx="3608640" cy="320040"/>
          </a:xfrm>
          <a:prstGeom prst="rect">
            <a:avLst/>
          </a:prstGeom>
          <a:noFill/>
          <a:ln w="0">
            <a:noFill/>
          </a:ln>
        </p:spPr>
        <p:txBody>
          <a:bodyPr lIns="0" tIns="0" rIns="0" bIns="0" anchor="t">
            <a:noAutofit/>
          </a:bodyPr>
          <a:lstStyle>
            <a:lvl1pPr indent="0" algn="ctr">
              <a:lnSpc>
                <a:spcPct val="100000"/>
              </a:lnSpc>
              <a:buNone/>
              <a:defRPr lang="tr-TR" sz="1050" b="0" u="none" strike="noStrike">
                <a:solidFill>
                  <a:srgbClr val="898989"/>
                </a:solidFill>
                <a:effectLst/>
                <a:uFillTx/>
                <a:latin typeface="Calibri"/>
              </a:defRPr>
            </a:lvl1pPr>
          </a:lstStyle>
          <a:p>
            <a:pPr indent="0" algn="ctr">
              <a:lnSpc>
                <a:spcPct val="100000"/>
              </a:lnSpc>
              <a:buNone/>
            </a:pPr>
            <a:r>
              <a:rPr lang="tr-TR" sz="1050" b="0" u="none" strike="noStrike" dirty="0">
                <a:solidFill>
                  <a:srgbClr val="898989"/>
                </a:solidFill>
                <a:effectLst/>
                <a:uFillTx/>
                <a:latin typeface="Calibri"/>
              </a:rPr>
              <a:t>2026 TEKNOFEST DİKEY İNİŞLİ ROKET YARIŞMASI</a:t>
            </a:r>
            <a:br>
              <a:rPr sz="1050" dirty="0"/>
            </a:br>
            <a:r>
              <a:rPr lang="tr-TR" sz="1050" b="0" u="none" strike="noStrike" dirty="0">
                <a:solidFill>
                  <a:srgbClr val="898989"/>
                </a:solidFill>
                <a:effectLst/>
                <a:uFillTx/>
                <a:latin typeface="Calibri"/>
              </a:rPr>
              <a:t> </a:t>
            </a:r>
            <a:r>
              <a:rPr lang="en-US" sz="1050" b="0" u="none" strike="noStrike" dirty="0">
                <a:solidFill>
                  <a:srgbClr val="898989"/>
                </a:solidFill>
                <a:effectLst/>
                <a:uFillTx/>
                <a:latin typeface="Calibri"/>
              </a:rPr>
              <a:t>KRİTİK</a:t>
            </a:r>
            <a:r>
              <a:rPr lang="tr-TR" sz="1050" b="0" u="none" strike="noStrike" dirty="0">
                <a:solidFill>
                  <a:srgbClr val="898989"/>
                </a:solidFill>
                <a:effectLst/>
                <a:uFillTx/>
                <a:latin typeface="Calibri"/>
              </a:rPr>
              <a:t> TASARIM RAPORU (</a:t>
            </a:r>
            <a:r>
              <a:rPr lang="en-US" sz="1050" b="0" u="none" strike="noStrike" dirty="0">
                <a:solidFill>
                  <a:srgbClr val="898989"/>
                </a:solidFill>
                <a:effectLst/>
                <a:uFillTx/>
                <a:latin typeface="Calibri"/>
              </a:rPr>
              <a:t>K</a:t>
            </a:r>
            <a:r>
              <a:rPr lang="tr-TR" sz="1050" b="0" u="none" strike="noStrike" dirty="0">
                <a:solidFill>
                  <a:srgbClr val="898989"/>
                </a:solidFill>
                <a:effectLst/>
                <a:uFillTx/>
                <a:latin typeface="Calibri"/>
              </a:rPr>
              <a:t>TR)</a:t>
            </a:r>
            <a:endParaRPr lang="tr-TR" sz="1050" b="0" u="none" strike="noStrike" dirty="0">
              <a:solidFill>
                <a:srgbClr val="000000"/>
              </a:solidFill>
              <a:effectLst/>
              <a:uFillTx/>
              <a:latin typeface="Times New Roman"/>
            </a:endParaRPr>
          </a:p>
        </p:txBody>
      </p:sp>
      <p:sp>
        <p:nvSpPr>
          <p:cNvPr id="266" name="TextBox 17"/>
          <p:cNvSpPr/>
          <p:nvPr/>
        </p:nvSpPr>
        <p:spPr>
          <a:xfrm>
            <a:off x="6480" y="544680"/>
            <a:ext cx="1027440" cy="569880"/>
          </a:xfrm>
          <a:prstGeom prst="rect">
            <a:avLst/>
          </a:prstGeom>
          <a:noFill/>
          <a:ln w="0">
            <a:solidFill>
              <a:srgbClr val="000000"/>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tr-TR" sz="1550" b="0" u="none" strike="noStrike">
                <a:solidFill>
                  <a:srgbClr val="000000"/>
                </a:solidFill>
                <a:effectLst/>
                <a:uFillTx/>
                <a:latin typeface="Calibri"/>
              </a:rPr>
              <a:t>Takım Logosu</a:t>
            </a:r>
            <a:endParaRPr lang="tr-TR" sz="1550" b="0" u="none" strike="noStrike">
              <a:solidFill>
                <a:srgbClr val="000000"/>
              </a:solidFill>
              <a:effectLst/>
              <a:uFillTx/>
              <a:latin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 name="PlaceHolder 1"/>
          <p:cNvSpPr>
            <a:spLocks noGrp="1"/>
          </p:cNvSpPr>
          <p:nvPr>
            <p:ph type="title"/>
          </p:nvPr>
        </p:nvSpPr>
        <p:spPr>
          <a:xfrm>
            <a:off x="1235160" y="494640"/>
            <a:ext cx="8019720" cy="658440"/>
          </a:xfrm>
          <a:prstGeom prst="rect">
            <a:avLst/>
          </a:prstGeom>
          <a:noFill/>
          <a:ln w="0">
            <a:noFill/>
          </a:ln>
        </p:spPr>
        <p:txBody>
          <a:bodyPr lIns="0" tIns="0" rIns="0" bIns="0" anchor="b">
            <a:noAutofit/>
          </a:bodyPr>
          <a:lstStyle/>
          <a:p>
            <a:pPr indent="0" algn="ctr">
              <a:lnSpc>
                <a:spcPct val="100000"/>
              </a:lnSpc>
              <a:buNone/>
            </a:pPr>
            <a:r>
              <a:rPr lang="tr-TR" sz="3950" b="1" u="none" strike="noStrike">
                <a:solidFill>
                  <a:srgbClr val="0070C0"/>
                </a:solidFill>
                <a:effectLst/>
                <a:uFillTx/>
                <a:latin typeface="Calibri"/>
              </a:rPr>
              <a:t>Pnömatik Sistem Tasarımı - Detay</a:t>
            </a:r>
            <a:endParaRPr lang="tr-TR" sz="3950" b="0" u="none" strike="noStrike">
              <a:solidFill>
                <a:srgbClr val="000000"/>
              </a:solidFill>
              <a:effectLst/>
              <a:uFillTx/>
              <a:latin typeface="Calibri"/>
            </a:endParaRPr>
          </a:p>
        </p:txBody>
      </p:sp>
      <p:cxnSp>
        <p:nvCxnSpPr>
          <p:cNvPr id="268" name="Straight Connector 4"/>
          <p:cNvCxnSpPr/>
          <p:nvPr/>
        </p:nvCxnSpPr>
        <p:spPr>
          <a:xfrm flipV="1">
            <a:off x="0" y="1352520"/>
            <a:ext cx="10693440" cy="23040"/>
          </a:xfrm>
          <a:prstGeom prst="straightConnector1">
            <a:avLst/>
          </a:prstGeom>
          <a:ln w="38100">
            <a:solidFill>
              <a:srgbClr val="4A7EBB"/>
            </a:solidFill>
            <a:round/>
          </a:ln>
        </p:spPr>
      </p:cxnSp>
      <p:cxnSp>
        <p:nvCxnSpPr>
          <p:cNvPr id="269" name="Straight Connector 5"/>
          <p:cNvCxnSpPr/>
          <p:nvPr/>
        </p:nvCxnSpPr>
        <p:spPr>
          <a:xfrm flipV="1">
            <a:off x="0" y="6714360"/>
            <a:ext cx="10693440" cy="23040"/>
          </a:xfrm>
          <a:prstGeom prst="straightConnector1">
            <a:avLst/>
          </a:prstGeom>
          <a:ln w="38100">
            <a:solidFill>
              <a:srgbClr val="4A7EBB"/>
            </a:solidFill>
            <a:round/>
          </a:ln>
        </p:spPr>
      </p:cxnSp>
      <p:sp>
        <p:nvSpPr>
          <p:cNvPr id="270" name="PlaceHolder 2"/>
          <p:cNvSpPr>
            <a:spLocks noGrp="1"/>
          </p:cNvSpPr>
          <p:nvPr>
            <p:ph type="sldNum" idx="83"/>
          </p:nvPr>
        </p:nvSpPr>
        <p:spPr>
          <a:xfrm>
            <a:off x="9724320" y="6905520"/>
            <a:ext cx="201600" cy="16092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FC299E34-D2A9-4618-A3AE-541580A6A146}" type="slidenum">
              <a:rPr lang="tr-TR" sz="1050" b="0" u="none" strike="noStrike">
                <a:solidFill>
                  <a:srgbClr val="898989"/>
                </a:solidFill>
                <a:effectLst/>
                <a:uFillTx/>
                <a:latin typeface="Calibri"/>
              </a:rPr>
              <a:t>23</a:t>
            </a:fld>
            <a:endParaRPr lang="tr-TR" sz="1050" b="0" u="none" strike="noStrike">
              <a:solidFill>
                <a:srgbClr val="000000"/>
              </a:solidFill>
              <a:effectLst/>
              <a:uFillTx/>
              <a:latin typeface="Times New Roman"/>
            </a:endParaRPr>
          </a:p>
        </p:txBody>
      </p:sp>
      <p:pic>
        <p:nvPicPr>
          <p:cNvPr id="271" name="Picture 6"/>
          <p:cNvPicPr/>
          <p:nvPr/>
        </p:nvPicPr>
        <p:blipFill>
          <a:blip r:embed="rId3"/>
          <a:stretch/>
        </p:blipFill>
        <p:spPr>
          <a:xfrm>
            <a:off x="9630360" y="276120"/>
            <a:ext cx="1062720" cy="1062720"/>
          </a:xfrm>
          <a:prstGeom prst="rect">
            <a:avLst/>
          </a:prstGeom>
          <a:noFill/>
          <a:ln w="0">
            <a:noFill/>
          </a:ln>
        </p:spPr>
      </p:pic>
      <p:sp>
        <p:nvSpPr>
          <p:cNvPr id="272" name="Dikdörtgen 14"/>
          <p:cNvSpPr/>
          <p:nvPr/>
        </p:nvSpPr>
        <p:spPr>
          <a:xfrm>
            <a:off x="169560" y="2553840"/>
            <a:ext cx="3372480" cy="3471120"/>
          </a:xfrm>
          <a:prstGeom prst="rect">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tr-TR" sz="2400" b="1" u="none" strike="noStrike">
                <a:solidFill>
                  <a:schemeClr val="lt1"/>
                </a:solidFill>
                <a:effectLst/>
                <a:uFillTx/>
                <a:latin typeface="Calibri"/>
              </a:rPr>
              <a:t>Tank </a:t>
            </a:r>
            <a:endParaRPr lang="tr-TR" sz="2400" b="0" u="none" strike="noStrike">
              <a:solidFill>
                <a:srgbClr val="FFFFFF"/>
              </a:solidFill>
              <a:effectLst/>
              <a:uFillTx/>
              <a:latin typeface="Arial"/>
            </a:endParaRPr>
          </a:p>
          <a:p>
            <a:pPr algn="ctr">
              <a:lnSpc>
                <a:spcPct val="100000"/>
              </a:lnSpc>
            </a:pPr>
            <a:r>
              <a:rPr lang="tr-TR" sz="2400" b="1" u="none" strike="noStrike">
                <a:solidFill>
                  <a:schemeClr val="lt1"/>
                </a:solidFill>
                <a:effectLst/>
                <a:uFillTx/>
                <a:latin typeface="Calibri"/>
              </a:rPr>
              <a:t>Basıncı-Zaman</a:t>
            </a:r>
            <a:endParaRPr lang="tr-TR" sz="2400" b="0" u="none" strike="noStrike">
              <a:solidFill>
                <a:srgbClr val="FFFFFF"/>
              </a:solidFill>
              <a:effectLst/>
              <a:uFillTx/>
              <a:latin typeface="Arial"/>
            </a:endParaRPr>
          </a:p>
          <a:p>
            <a:pPr algn="ctr">
              <a:lnSpc>
                <a:spcPct val="100000"/>
              </a:lnSpc>
            </a:pPr>
            <a:r>
              <a:rPr lang="tr-TR" sz="2400" b="1" u="none" strike="noStrike">
                <a:solidFill>
                  <a:schemeClr val="lt1"/>
                </a:solidFill>
                <a:effectLst/>
                <a:uFillTx/>
                <a:latin typeface="Calibri"/>
              </a:rPr>
              <a:t>Grafiği</a:t>
            </a:r>
            <a:endParaRPr lang="tr-TR" sz="2400" b="0" u="none" strike="noStrike">
              <a:solidFill>
                <a:srgbClr val="FFFFFF"/>
              </a:solidFill>
              <a:effectLst/>
              <a:uFillTx/>
              <a:latin typeface="Arial"/>
            </a:endParaRPr>
          </a:p>
        </p:txBody>
      </p:sp>
      <p:cxnSp>
        <p:nvCxnSpPr>
          <p:cNvPr id="273" name="Düz Ok Bağlayıcısı 10"/>
          <p:cNvCxnSpPr/>
          <p:nvPr/>
        </p:nvCxnSpPr>
        <p:spPr>
          <a:xfrm flipV="1">
            <a:off x="459360" y="2631960"/>
            <a:ext cx="20160" cy="2924640"/>
          </a:xfrm>
          <a:prstGeom prst="straightConnector1">
            <a:avLst/>
          </a:prstGeom>
          <a:ln>
            <a:solidFill>
              <a:srgbClr val="000000"/>
            </a:solidFill>
            <a:round/>
            <a:tailEnd type="triangle" w="med" len="med"/>
          </a:ln>
        </p:spPr>
      </p:cxnSp>
      <p:cxnSp>
        <p:nvCxnSpPr>
          <p:cNvPr id="274" name="Düz Ok Bağlayıcısı 18"/>
          <p:cNvCxnSpPr/>
          <p:nvPr/>
        </p:nvCxnSpPr>
        <p:spPr>
          <a:xfrm flipV="1">
            <a:off x="469440" y="5556240"/>
            <a:ext cx="2885400" cy="10440"/>
          </a:xfrm>
          <a:prstGeom prst="straightConnector1">
            <a:avLst/>
          </a:prstGeom>
          <a:ln>
            <a:solidFill>
              <a:srgbClr val="000000"/>
            </a:solidFill>
            <a:round/>
            <a:tailEnd type="triangle" w="med" len="med"/>
          </a:ln>
        </p:spPr>
      </p:cxnSp>
      <p:sp>
        <p:nvSpPr>
          <p:cNvPr id="275" name="Metin kutusu 20"/>
          <p:cNvSpPr/>
          <p:nvPr/>
        </p:nvSpPr>
        <p:spPr>
          <a:xfrm>
            <a:off x="1454760" y="5625360"/>
            <a:ext cx="1197000" cy="369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tr-TR" sz="1800" b="0" u="none" strike="noStrike">
                <a:solidFill>
                  <a:srgbClr val="000000"/>
                </a:solidFill>
                <a:effectLst/>
                <a:uFillTx/>
                <a:latin typeface="Arial"/>
              </a:rPr>
              <a:t>Zaman [s]</a:t>
            </a:r>
          </a:p>
        </p:txBody>
      </p:sp>
      <p:sp>
        <p:nvSpPr>
          <p:cNvPr id="276" name="Metin kutusu 21"/>
          <p:cNvSpPr/>
          <p:nvPr/>
        </p:nvSpPr>
        <p:spPr>
          <a:xfrm rot="16200000">
            <a:off x="-668520" y="3909600"/>
            <a:ext cx="2010240" cy="369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tr-TR" sz="1800" b="0" u="none" strike="noStrike">
                <a:solidFill>
                  <a:srgbClr val="000000"/>
                </a:solidFill>
                <a:effectLst/>
                <a:uFillTx/>
                <a:latin typeface="Arial"/>
              </a:rPr>
              <a:t>Tank Basıncı [bar]</a:t>
            </a:r>
          </a:p>
        </p:txBody>
      </p:sp>
      <p:sp>
        <p:nvSpPr>
          <p:cNvPr id="277" name="Dikdörtgen 22"/>
          <p:cNvSpPr/>
          <p:nvPr/>
        </p:nvSpPr>
        <p:spPr>
          <a:xfrm>
            <a:off x="3681000" y="2553840"/>
            <a:ext cx="3372480" cy="3471120"/>
          </a:xfrm>
          <a:prstGeom prst="rect">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tr-TR" sz="2400" b="1" u="none" strike="noStrike">
                <a:solidFill>
                  <a:schemeClr val="lt1"/>
                </a:solidFill>
                <a:effectLst/>
                <a:uFillTx/>
                <a:latin typeface="Calibri"/>
              </a:rPr>
              <a:t>Tank</a:t>
            </a:r>
            <a:endParaRPr lang="tr-TR" sz="2400" b="0" u="none" strike="noStrike">
              <a:solidFill>
                <a:srgbClr val="FFFFFF"/>
              </a:solidFill>
              <a:effectLst/>
              <a:uFillTx/>
              <a:latin typeface="Arial"/>
            </a:endParaRPr>
          </a:p>
          <a:p>
            <a:pPr algn="ctr">
              <a:lnSpc>
                <a:spcPct val="100000"/>
              </a:lnSpc>
            </a:pPr>
            <a:r>
              <a:rPr lang="tr-TR" sz="2400" b="1" u="none" strike="noStrike">
                <a:solidFill>
                  <a:schemeClr val="lt1"/>
                </a:solidFill>
                <a:effectLst/>
                <a:uFillTx/>
                <a:latin typeface="Calibri"/>
              </a:rPr>
              <a:t>Sıcaklığı-Zaman</a:t>
            </a:r>
            <a:endParaRPr lang="tr-TR" sz="2400" b="0" u="none" strike="noStrike">
              <a:solidFill>
                <a:srgbClr val="FFFFFF"/>
              </a:solidFill>
              <a:effectLst/>
              <a:uFillTx/>
              <a:latin typeface="Arial"/>
            </a:endParaRPr>
          </a:p>
          <a:p>
            <a:pPr algn="ctr">
              <a:lnSpc>
                <a:spcPct val="100000"/>
              </a:lnSpc>
            </a:pPr>
            <a:r>
              <a:rPr lang="tr-TR" sz="2400" b="1" u="none" strike="noStrike">
                <a:solidFill>
                  <a:schemeClr val="lt1"/>
                </a:solidFill>
                <a:effectLst/>
                <a:uFillTx/>
                <a:latin typeface="Calibri"/>
              </a:rPr>
              <a:t>Grafiği</a:t>
            </a:r>
            <a:endParaRPr lang="tr-TR" sz="2400" b="0" u="none" strike="noStrike">
              <a:solidFill>
                <a:srgbClr val="FFFFFF"/>
              </a:solidFill>
              <a:effectLst/>
              <a:uFillTx/>
              <a:latin typeface="Arial"/>
            </a:endParaRPr>
          </a:p>
        </p:txBody>
      </p:sp>
      <p:cxnSp>
        <p:nvCxnSpPr>
          <p:cNvPr id="278" name="Düz Ok Bağlayıcısı 23"/>
          <p:cNvCxnSpPr/>
          <p:nvPr/>
        </p:nvCxnSpPr>
        <p:spPr>
          <a:xfrm flipV="1">
            <a:off x="3971160" y="2631960"/>
            <a:ext cx="19800" cy="2924640"/>
          </a:xfrm>
          <a:prstGeom prst="straightConnector1">
            <a:avLst/>
          </a:prstGeom>
          <a:ln>
            <a:solidFill>
              <a:srgbClr val="000000"/>
            </a:solidFill>
            <a:round/>
            <a:tailEnd type="triangle" w="med" len="med"/>
          </a:ln>
        </p:spPr>
      </p:cxnSp>
      <p:cxnSp>
        <p:nvCxnSpPr>
          <p:cNvPr id="279" name="Düz Ok Bağlayıcısı 24"/>
          <p:cNvCxnSpPr/>
          <p:nvPr/>
        </p:nvCxnSpPr>
        <p:spPr>
          <a:xfrm flipV="1">
            <a:off x="3980880" y="5556240"/>
            <a:ext cx="2885760" cy="10440"/>
          </a:xfrm>
          <a:prstGeom prst="straightConnector1">
            <a:avLst/>
          </a:prstGeom>
          <a:ln>
            <a:solidFill>
              <a:srgbClr val="000000"/>
            </a:solidFill>
            <a:round/>
            <a:tailEnd type="triangle" w="med" len="med"/>
          </a:ln>
        </p:spPr>
      </p:cxnSp>
      <p:sp>
        <p:nvSpPr>
          <p:cNvPr id="280" name="Metin kutusu 25"/>
          <p:cNvSpPr/>
          <p:nvPr/>
        </p:nvSpPr>
        <p:spPr>
          <a:xfrm>
            <a:off x="4966560" y="5625360"/>
            <a:ext cx="1197000" cy="369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tr-TR" sz="1800" b="0" u="none" strike="noStrike">
                <a:solidFill>
                  <a:srgbClr val="000000"/>
                </a:solidFill>
                <a:effectLst/>
                <a:uFillTx/>
                <a:latin typeface="Arial"/>
              </a:rPr>
              <a:t>Zaman [s]</a:t>
            </a:r>
          </a:p>
        </p:txBody>
      </p:sp>
      <p:sp>
        <p:nvSpPr>
          <p:cNvPr id="281" name="Metin kutusu 26"/>
          <p:cNvSpPr/>
          <p:nvPr/>
        </p:nvSpPr>
        <p:spPr>
          <a:xfrm rot="16200000">
            <a:off x="2831040" y="3909960"/>
            <a:ext cx="2033280" cy="369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tr-TR" sz="1800" b="0" u="none" strike="noStrike">
                <a:solidFill>
                  <a:srgbClr val="000000"/>
                </a:solidFill>
                <a:effectLst/>
                <a:uFillTx/>
                <a:latin typeface="Arial"/>
              </a:rPr>
              <a:t>Tank Sıcaklığı [</a:t>
            </a:r>
            <a:r>
              <a:rPr lang="tr-TR" sz="1800" b="0" u="none" strike="noStrike" baseline="30000">
                <a:solidFill>
                  <a:srgbClr val="000000"/>
                </a:solidFill>
                <a:effectLst/>
                <a:uFillTx/>
                <a:latin typeface="Arial"/>
              </a:rPr>
              <a:t>o</a:t>
            </a:r>
            <a:r>
              <a:rPr lang="tr-TR" sz="1800" b="0" u="none" strike="noStrike">
                <a:solidFill>
                  <a:srgbClr val="000000"/>
                </a:solidFill>
                <a:effectLst/>
                <a:uFillTx/>
                <a:latin typeface="Arial"/>
              </a:rPr>
              <a:t>C]</a:t>
            </a:r>
          </a:p>
        </p:txBody>
      </p:sp>
      <p:sp>
        <p:nvSpPr>
          <p:cNvPr id="282" name="Dikdörtgen 27"/>
          <p:cNvSpPr/>
          <p:nvPr/>
        </p:nvSpPr>
        <p:spPr>
          <a:xfrm>
            <a:off x="7192800" y="2553840"/>
            <a:ext cx="3372480" cy="3471120"/>
          </a:xfrm>
          <a:prstGeom prst="rect">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tr-TR" sz="2400" b="1" u="none" strike="noStrike">
                <a:solidFill>
                  <a:schemeClr val="lt1"/>
                </a:solidFill>
                <a:effectLst/>
                <a:uFillTx/>
                <a:latin typeface="Calibri"/>
              </a:rPr>
              <a:t>Tank  </a:t>
            </a:r>
            <a:br>
              <a:rPr sz="2400"/>
            </a:br>
            <a:r>
              <a:rPr lang="tr-TR" sz="2400" b="1" u="none" strike="noStrike">
                <a:solidFill>
                  <a:schemeClr val="lt1"/>
                </a:solidFill>
                <a:effectLst/>
                <a:uFillTx/>
                <a:latin typeface="Calibri"/>
              </a:rPr>
              <a:t>Gaz Kütlesi- </a:t>
            </a:r>
            <a:br>
              <a:rPr sz="2400"/>
            </a:br>
            <a:r>
              <a:rPr lang="tr-TR" sz="2400" b="1" u="none" strike="noStrike">
                <a:solidFill>
                  <a:schemeClr val="lt1"/>
                </a:solidFill>
                <a:effectLst/>
                <a:uFillTx/>
                <a:latin typeface="Calibri"/>
              </a:rPr>
              <a:t>Zaman</a:t>
            </a:r>
            <a:endParaRPr lang="tr-TR" sz="2400" b="0" u="none" strike="noStrike">
              <a:solidFill>
                <a:srgbClr val="FFFFFF"/>
              </a:solidFill>
              <a:effectLst/>
              <a:uFillTx/>
              <a:latin typeface="Arial"/>
            </a:endParaRPr>
          </a:p>
          <a:p>
            <a:pPr algn="ctr">
              <a:lnSpc>
                <a:spcPct val="100000"/>
              </a:lnSpc>
            </a:pPr>
            <a:r>
              <a:rPr lang="tr-TR" sz="2400" b="1" u="none" strike="noStrike">
                <a:solidFill>
                  <a:schemeClr val="lt1"/>
                </a:solidFill>
                <a:effectLst/>
                <a:uFillTx/>
                <a:latin typeface="Calibri"/>
              </a:rPr>
              <a:t>Grafiği</a:t>
            </a:r>
            <a:endParaRPr lang="tr-TR" sz="2400" b="0" u="none" strike="noStrike">
              <a:solidFill>
                <a:srgbClr val="FFFFFF"/>
              </a:solidFill>
              <a:effectLst/>
              <a:uFillTx/>
              <a:latin typeface="Arial"/>
            </a:endParaRPr>
          </a:p>
        </p:txBody>
      </p:sp>
      <p:cxnSp>
        <p:nvCxnSpPr>
          <p:cNvPr id="283" name="Düz Ok Bağlayıcısı 28"/>
          <p:cNvCxnSpPr/>
          <p:nvPr/>
        </p:nvCxnSpPr>
        <p:spPr>
          <a:xfrm flipV="1">
            <a:off x="7482600" y="2631960"/>
            <a:ext cx="20160" cy="2924640"/>
          </a:xfrm>
          <a:prstGeom prst="straightConnector1">
            <a:avLst/>
          </a:prstGeom>
          <a:ln>
            <a:solidFill>
              <a:srgbClr val="000000"/>
            </a:solidFill>
            <a:round/>
            <a:tailEnd type="triangle" w="med" len="med"/>
          </a:ln>
        </p:spPr>
      </p:cxnSp>
      <p:cxnSp>
        <p:nvCxnSpPr>
          <p:cNvPr id="284" name="Düz Ok Bağlayıcısı 29"/>
          <p:cNvCxnSpPr/>
          <p:nvPr/>
        </p:nvCxnSpPr>
        <p:spPr>
          <a:xfrm flipV="1">
            <a:off x="7492320" y="5556240"/>
            <a:ext cx="2885760" cy="10440"/>
          </a:xfrm>
          <a:prstGeom prst="straightConnector1">
            <a:avLst/>
          </a:prstGeom>
          <a:ln>
            <a:solidFill>
              <a:srgbClr val="000000"/>
            </a:solidFill>
            <a:round/>
            <a:tailEnd type="triangle" w="med" len="med"/>
          </a:ln>
        </p:spPr>
      </p:cxnSp>
      <p:sp>
        <p:nvSpPr>
          <p:cNvPr id="285" name="Metin kutusu 30"/>
          <p:cNvSpPr/>
          <p:nvPr/>
        </p:nvSpPr>
        <p:spPr>
          <a:xfrm>
            <a:off x="8478000" y="5625360"/>
            <a:ext cx="1197000" cy="369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tr-TR" sz="1800" b="0" u="none" strike="noStrike">
                <a:solidFill>
                  <a:srgbClr val="000000"/>
                </a:solidFill>
                <a:effectLst/>
                <a:uFillTx/>
                <a:latin typeface="Arial"/>
              </a:rPr>
              <a:t>Zaman [s]</a:t>
            </a:r>
          </a:p>
        </p:txBody>
      </p:sp>
      <p:sp>
        <p:nvSpPr>
          <p:cNvPr id="286" name="Metin kutusu 31"/>
          <p:cNvSpPr/>
          <p:nvPr/>
        </p:nvSpPr>
        <p:spPr>
          <a:xfrm rot="16200000">
            <a:off x="6468840" y="3909960"/>
            <a:ext cx="1781640" cy="369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tr-TR" sz="1800" b="0" u="none" strike="noStrike">
                <a:solidFill>
                  <a:srgbClr val="000000"/>
                </a:solidFill>
                <a:effectLst/>
                <a:uFillTx/>
                <a:latin typeface="Arial"/>
              </a:rPr>
              <a:t>Gaz Kütlesi [kg]</a:t>
            </a:r>
          </a:p>
        </p:txBody>
      </p:sp>
      <p:sp>
        <p:nvSpPr>
          <p:cNvPr id="287" name="Metin kutusu 32"/>
          <p:cNvSpPr/>
          <p:nvPr/>
        </p:nvSpPr>
        <p:spPr>
          <a:xfrm>
            <a:off x="597240" y="1917360"/>
            <a:ext cx="9459360" cy="5698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a:lnSpc>
                <a:spcPct val="100000"/>
              </a:lnSpc>
            </a:pPr>
            <a:r>
              <a:rPr lang="tr-TR" sz="1550" b="0" u="none" strike="noStrike">
                <a:solidFill>
                  <a:srgbClr val="000000"/>
                </a:solidFill>
                <a:effectLst/>
                <a:uFillTx/>
                <a:latin typeface="Calibri"/>
              </a:rPr>
              <a:t>Pnömatik Sistem Tank Analiz Sonuçları -1-</a:t>
            </a:r>
            <a:br>
              <a:rPr sz="1550"/>
            </a:br>
            <a:r>
              <a:rPr lang="tr-TR" sz="1550" b="0" u="none" strike="noStrike">
                <a:solidFill>
                  <a:srgbClr val="000000"/>
                </a:solidFill>
                <a:effectLst/>
                <a:uFillTx/>
                <a:latin typeface="Calibri"/>
              </a:rPr>
              <a:t>Birden fazla lüle olması durumunda tüm lüleler için hazırlanmalıdır. Grafikler örnek bir iniş profili için hazırlanmalıdır. </a:t>
            </a:r>
            <a:endParaRPr lang="tr-TR" sz="1550" b="0" u="none" strike="noStrike">
              <a:solidFill>
                <a:srgbClr val="000000"/>
              </a:solidFill>
              <a:effectLst/>
              <a:uFillTx/>
              <a:latin typeface="Arial"/>
            </a:endParaRPr>
          </a:p>
        </p:txBody>
      </p:sp>
      <p:sp>
        <p:nvSpPr>
          <p:cNvPr id="288" name="PlaceHolder 3"/>
          <p:cNvSpPr>
            <a:spLocks noGrp="1"/>
          </p:cNvSpPr>
          <p:nvPr>
            <p:ph type="dt" idx="84"/>
          </p:nvPr>
        </p:nvSpPr>
        <p:spPr>
          <a:xfrm>
            <a:off x="802800" y="6905520"/>
            <a:ext cx="1320840" cy="16128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9A13608C-852C-44AB-AE68-7359821FBE67}" type="datetime2">
              <a:rPr lang="tr-TR" sz="1050" b="0" u="none" strike="noStrike">
                <a:solidFill>
                  <a:srgbClr val="898989"/>
                </a:solidFill>
                <a:effectLst/>
                <a:uFillTx/>
                <a:latin typeface="Calibri"/>
              </a:rPr>
              <a:t>21 Nisan 2026 Salı</a:t>
            </a:fld>
            <a:endParaRPr lang="tr-TR" sz="1050" b="0" u="none" strike="noStrike">
              <a:solidFill>
                <a:srgbClr val="000000"/>
              </a:solidFill>
              <a:effectLst/>
              <a:uFillTx/>
              <a:latin typeface="Times New Roman"/>
            </a:endParaRPr>
          </a:p>
        </p:txBody>
      </p:sp>
      <p:sp>
        <p:nvSpPr>
          <p:cNvPr id="289" name="PlaceHolder 4"/>
          <p:cNvSpPr>
            <a:spLocks noGrp="1"/>
          </p:cNvSpPr>
          <p:nvPr>
            <p:ph type="ftr" idx="85"/>
          </p:nvPr>
        </p:nvSpPr>
        <p:spPr>
          <a:xfrm>
            <a:off x="3542040" y="6814080"/>
            <a:ext cx="3608640" cy="320040"/>
          </a:xfrm>
          <a:prstGeom prst="rect">
            <a:avLst/>
          </a:prstGeom>
          <a:noFill/>
          <a:ln w="0">
            <a:noFill/>
          </a:ln>
        </p:spPr>
        <p:txBody>
          <a:bodyPr lIns="0" tIns="0" rIns="0" bIns="0" anchor="t">
            <a:noAutofit/>
          </a:bodyPr>
          <a:lstStyle>
            <a:lvl1pPr indent="0" algn="ctr">
              <a:lnSpc>
                <a:spcPct val="100000"/>
              </a:lnSpc>
              <a:buNone/>
              <a:defRPr lang="tr-TR" sz="1050" b="0" u="none" strike="noStrike">
                <a:solidFill>
                  <a:srgbClr val="898989"/>
                </a:solidFill>
                <a:effectLst/>
                <a:uFillTx/>
                <a:latin typeface="Calibri"/>
              </a:defRPr>
            </a:lvl1pPr>
          </a:lstStyle>
          <a:p>
            <a:pPr indent="0" algn="ctr">
              <a:lnSpc>
                <a:spcPct val="100000"/>
              </a:lnSpc>
              <a:buNone/>
            </a:pPr>
            <a:r>
              <a:rPr lang="tr-TR" sz="1050" b="0" u="none" strike="noStrike" dirty="0">
                <a:solidFill>
                  <a:srgbClr val="898989"/>
                </a:solidFill>
                <a:effectLst/>
                <a:uFillTx/>
                <a:latin typeface="Calibri"/>
              </a:rPr>
              <a:t>2026 TEKNOFEST DİKEY İNİŞLİ ROKET YARIŞMASI</a:t>
            </a:r>
            <a:br>
              <a:rPr sz="1050" dirty="0"/>
            </a:br>
            <a:r>
              <a:rPr lang="tr-TR" sz="1050" b="0" u="none" strike="noStrike" dirty="0">
                <a:solidFill>
                  <a:srgbClr val="898989"/>
                </a:solidFill>
                <a:effectLst/>
                <a:uFillTx/>
                <a:latin typeface="Calibri"/>
              </a:rPr>
              <a:t> </a:t>
            </a:r>
            <a:r>
              <a:rPr lang="en-US" sz="1050" b="0" u="none" strike="noStrike" dirty="0">
                <a:solidFill>
                  <a:srgbClr val="898989"/>
                </a:solidFill>
                <a:effectLst/>
                <a:uFillTx/>
                <a:latin typeface="Calibri"/>
              </a:rPr>
              <a:t>KRİTİK</a:t>
            </a:r>
            <a:r>
              <a:rPr lang="tr-TR" sz="1050" b="0" u="none" strike="noStrike" dirty="0">
                <a:solidFill>
                  <a:srgbClr val="898989"/>
                </a:solidFill>
                <a:effectLst/>
                <a:uFillTx/>
                <a:latin typeface="Calibri"/>
              </a:rPr>
              <a:t> TASARIM RAPORU (</a:t>
            </a:r>
            <a:r>
              <a:rPr lang="en-US" sz="1050" b="0" u="none" strike="noStrike" dirty="0">
                <a:solidFill>
                  <a:srgbClr val="898989"/>
                </a:solidFill>
                <a:effectLst/>
                <a:uFillTx/>
                <a:latin typeface="Calibri"/>
              </a:rPr>
              <a:t>K</a:t>
            </a:r>
            <a:r>
              <a:rPr lang="tr-TR" sz="1050" b="0" u="none" strike="noStrike" dirty="0">
                <a:solidFill>
                  <a:srgbClr val="898989"/>
                </a:solidFill>
                <a:effectLst/>
                <a:uFillTx/>
                <a:latin typeface="Calibri"/>
              </a:rPr>
              <a:t>TR)</a:t>
            </a:r>
            <a:endParaRPr lang="tr-TR" sz="1050" b="0" u="none" strike="noStrike" dirty="0">
              <a:solidFill>
                <a:srgbClr val="000000"/>
              </a:solidFill>
              <a:effectLst/>
              <a:uFillTx/>
              <a:latin typeface="Times New Roman"/>
            </a:endParaRPr>
          </a:p>
        </p:txBody>
      </p:sp>
      <p:sp>
        <p:nvSpPr>
          <p:cNvPr id="290" name="TextBox 9"/>
          <p:cNvSpPr/>
          <p:nvPr/>
        </p:nvSpPr>
        <p:spPr>
          <a:xfrm>
            <a:off x="6480" y="544680"/>
            <a:ext cx="1027440" cy="569880"/>
          </a:xfrm>
          <a:prstGeom prst="rect">
            <a:avLst/>
          </a:prstGeom>
          <a:noFill/>
          <a:ln w="0">
            <a:solidFill>
              <a:srgbClr val="000000"/>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tr-TR" sz="1550" b="0" u="none" strike="noStrike">
                <a:solidFill>
                  <a:srgbClr val="000000"/>
                </a:solidFill>
                <a:effectLst/>
                <a:uFillTx/>
                <a:latin typeface="Calibri"/>
              </a:rPr>
              <a:t>Takım Logosu</a:t>
            </a:r>
            <a:endParaRPr lang="tr-TR" sz="1550" b="0" u="none" strike="noStrike">
              <a:solidFill>
                <a:srgbClr val="000000"/>
              </a:solidFill>
              <a:effectLst/>
              <a:uFillTx/>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 name="PlaceHolder 1"/>
          <p:cNvSpPr>
            <a:spLocks noGrp="1"/>
          </p:cNvSpPr>
          <p:nvPr>
            <p:ph type="title"/>
          </p:nvPr>
        </p:nvSpPr>
        <p:spPr>
          <a:xfrm>
            <a:off x="1235160" y="494640"/>
            <a:ext cx="8019720" cy="658440"/>
          </a:xfrm>
          <a:prstGeom prst="rect">
            <a:avLst/>
          </a:prstGeom>
          <a:noFill/>
          <a:ln w="0">
            <a:noFill/>
          </a:ln>
        </p:spPr>
        <p:txBody>
          <a:bodyPr lIns="0" tIns="0" rIns="0" bIns="0" anchor="b">
            <a:noAutofit/>
          </a:bodyPr>
          <a:lstStyle/>
          <a:p>
            <a:pPr indent="0" algn="ctr">
              <a:lnSpc>
                <a:spcPct val="100000"/>
              </a:lnSpc>
              <a:buNone/>
            </a:pPr>
            <a:r>
              <a:rPr lang="tr-TR" sz="3950" b="1" u="none" strike="noStrike">
                <a:solidFill>
                  <a:srgbClr val="0070C0"/>
                </a:solidFill>
                <a:effectLst/>
                <a:uFillTx/>
                <a:latin typeface="Calibri"/>
              </a:rPr>
              <a:t>Pnömatik Sistem Tasarımı - Detay</a:t>
            </a:r>
            <a:endParaRPr lang="tr-TR" sz="3950" b="0" u="none" strike="noStrike">
              <a:solidFill>
                <a:srgbClr val="000000"/>
              </a:solidFill>
              <a:effectLst/>
              <a:uFillTx/>
              <a:latin typeface="Calibri"/>
            </a:endParaRPr>
          </a:p>
        </p:txBody>
      </p:sp>
      <p:cxnSp>
        <p:nvCxnSpPr>
          <p:cNvPr id="292" name="Straight Connector 4"/>
          <p:cNvCxnSpPr/>
          <p:nvPr/>
        </p:nvCxnSpPr>
        <p:spPr>
          <a:xfrm flipV="1">
            <a:off x="0" y="1352520"/>
            <a:ext cx="10693440" cy="23040"/>
          </a:xfrm>
          <a:prstGeom prst="straightConnector1">
            <a:avLst/>
          </a:prstGeom>
          <a:ln w="38100">
            <a:solidFill>
              <a:srgbClr val="4A7EBB"/>
            </a:solidFill>
            <a:round/>
          </a:ln>
        </p:spPr>
      </p:cxnSp>
      <p:cxnSp>
        <p:nvCxnSpPr>
          <p:cNvPr id="293" name="Straight Connector 5"/>
          <p:cNvCxnSpPr/>
          <p:nvPr/>
        </p:nvCxnSpPr>
        <p:spPr>
          <a:xfrm flipV="1">
            <a:off x="0" y="6714360"/>
            <a:ext cx="10693440" cy="23040"/>
          </a:xfrm>
          <a:prstGeom prst="straightConnector1">
            <a:avLst/>
          </a:prstGeom>
          <a:ln w="38100">
            <a:solidFill>
              <a:srgbClr val="4A7EBB"/>
            </a:solidFill>
            <a:round/>
          </a:ln>
        </p:spPr>
      </p:cxnSp>
      <p:sp>
        <p:nvSpPr>
          <p:cNvPr id="294" name="PlaceHolder 2"/>
          <p:cNvSpPr>
            <a:spLocks noGrp="1"/>
          </p:cNvSpPr>
          <p:nvPr>
            <p:ph type="sldNum" idx="86"/>
          </p:nvPr>
        </p:nvSpPr>
        <p:spPr>
          <a:xfrm>
            <a:off x="9724320" y="6905520"/>
            <a:ext cx="201600" cy="16092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A00FC97D-5CA9-4EF6-AD2E-8CCFADCB466E}" type="slidenum">
              <a:rPr lang="tr-TR" sz="1050" b="0" u="none" strike="noStrike">
                <a:solidFill>
                  <a:srgbClr val="898989"/>
                </a:solidFill>
                <a:effectLst/>
                <a:uFillTx/>
                <a:latin typeface="Calibri"/>
              </a:rPr>
              <a:t>24</a:t>
            </a:fld>
            <a:endParaRPr lang="tr-TR" sz="1050" b="0" u="none" strike="noStrike">
              <a:solidFill>
                <a:srgbClr val="000000"/>
              </a:solidFill>
              <a:effectLst/>
              <a:uFillTx/>
              <a:latin typeface="Times New Roman"/>
            </a:endParaRPr>
          </a:p>
        </p:txBody>
      </p:sp>
      <p:pic>
        <p:nvPicPr>
          <p:cNvPr id="295" name="Picture 6"/>
          <p:cNvPicPr/>
          <p:nvPr/>
        </p:nvPicPr>
        <p:blipFill>
          <a:blip r:embed="rId3"/>
          <a:stretch/>
        </p:blipFill>
        <p:spPr>
          <a:xfrm>
            <a:off x="9630360" y="276120"/>
            <a:ext cx="1062720" cy="1062720"/>
          </a:xfrm>
          <a:prstGeom prst="rect">
            <a:avLst/>
          </a:prstGeom>
          <a:noFill/>
          <a:ln w="0">
            <a:noFill/>
          </a:ln>
        </p:spPr>
      </p:pic>
      <p:sp>
        <p:nvSpPr>
          <p:cNvPr id="296" name="Metin kutusu 8"/>
          <p:cNvSpPr/>
          <p:nvPr/>
        </p:nvSpPr>
        <p:spPr>
          <a:xfrm>
            <a:off x="467640" y="1919160"/>
            <a:ext cx="9459360" cy="5698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a:lnSpc>
                <a:spcPct val="100000"/>
              </a:lnSpc>
            </a:pPr>
            <a:r>
              <a:rPr lang="tr-TR" sz="1550" b="0" u="none" strike="noStrike">
                <a:solidFill>
                  <a:srgbClr val="000000"/>
                </a:solidFill>
                <a:effectLst/>
                <a:uFillTx/>
                <a:latin typeface="Calibri"/>
              </a:rPr>
              <a:t>Pnömatik Sistem Lüle Analiz Sonuçları -2-</a:t>
            </a:r>
            <a:br>
              <a:rPr sz="1550"/>
            </a:br>
            <a:r>
              <a:rPr lang="tr-TR" sz="1550" b="0" u="none" strike="noStrike">
                <a:solidFill>
                  <a:srgbClr val="000000"/>
                </a:solidFill>
                <a:effectLst/>
                <a:uFillTx/>
                <a:latin typeface="Calibri"/>
              </a:rPr>
              <a:t>Birden fazla lüle olması durumunda tüm lüleler için hazırlanmalıdır. Grafikler örnek bir iniş profili için hazırlanmalıdır. </a:t>
            </a:r>
            <a:endParaRPr lang="tr-TR" sz="1550" b="0" u="none" strike="noStrike">
              <a:solidFill>
                <a:srgbClr val="000000"/>
              </a:solidFill>
              <a:effectLst/>
              <a:uFillTx/>
              <a:latin typeface="Arial"/>
            </a:endParaRPr>
          </a:p>
        </p:txBody>
      </p:sp>
      <p:sp>
        <p:nvSpPr>
          <p:cNvPr id="297" name="Dikdörtgen 14"/>
          <p:cNvSpPr/>
          <p:nvPr/>
        </p:nvSpPr>
        <p:spPr>
          <a:xfrm>
            <a:off x="169560" y="2553840"/>
            <a:ext cx="3372480" cy="3471120"/>
          </a:xfrm>
          <a:prstGeom prst="rect">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tr-TR" sz="2400" b="1" u="none" strike="noStrike">
                <a:solidFill>
                  <a:schemeClr val="lt1"/>
                </a:solidFill>
                <a:effectLst/>
                <a:uFillTx/>
                <a:latin typeface="Calibri"/>
              </a:rPr>
              <a:t>Lüle Giriş</a:t>
            </a:r>
            <a:endParaRPr lang="tr-TR" sz="2400" b="0" u="none" strike="noStrike">
              <a:solidFill>
                <a:srgbClr val="FFFFFF"/>
              </a:solidFill>
              <a:effectLst/>
              <a:uFillTx/>
              <a:latin typeface="Arial"/>
            </a:endParaRPr>
          </a:p>
          <a:p>
            <a:pPr algn="ctr">
              <a:lnSpc>
                <a:spcPct val="100000"/>
              </a:lnSpc>
            </a:pPr>
            <a:r>
              <a:rPr lang="tr-TR" sz="2400" b="1" u="none" strike="noStrike">
                <a:solidFill>
                  <a:schemeClr val="lt1"/>
                </a:solidFill>
                <a:effectLst/>
                <a:uFillTx/>
                <a:latin typeface="Calibri"/>
              </a:rPr>
              <a:t> Basıncı-Zaman </a:t>
            </a:r>
            <a:endParaRPr lang="tr-TR" sz="2400" b="0" u="none" strike="noStrike">
              <a:solidFill>
                <a:srgbClr val="FFFFFF"/>
              </a:solidFill>
              <a:effectLst/>
              <a:uFillTx/>
              <a:latin typeface="Arial"/>
            </a:endParaRPr>
          </a:p>
          <a:p>
            <a:pPr algn="ctr">
              <a:lnSpc>
                <a:spcPct val="100000"/>
              </a:lnSpc>
            </a:pPr>
            <a:r>
              <a:rPr lang="tr-TR" sz="2400" b="1" u="none" strike="noStrike">
                <a:solidFill>
                  <a:schemeClr val="lt1"/>
                </a:solidFill>
                <a:effectLst/>
                <a:uFillTx/>
                <a:latin typeface="Calibri"/>
              </a:rPr>
              <a:t>Grafiği</a:t>
            </a:r>
            <a:endParaRPr lang="tr-TR" sz="2400" b="0" u="none" strike="noStrike">
              <a:solidFill>
                <a:srgbClr val="FFFFFF"/>
              </a:solidFill>
              <a:effectLst/>
              <a:uFillTx/>
              <a:latin typeface="Arial"/>
            </a:endParaRPr>
          </a:p>
        </p:txBody>
      </p:sp>
      <p:cxnSp>
        <p:nvCxnSpPr>
          <p:cNvPr id="298" name="Düz Ok Bağlayıcısı 10"/>
          <p:cNvCxnSpPr/>
          <p:nvPr/>
        </p:nvCxnSpPr>
        <p:spPr>
          <a:xfrm flipV="1">
            <a:off x="459360" y="2631960"/>
            <a:ext cx="20160" cy="2924640"/>
          </a:xfrm>
          <a:prstGeom prst="straightConnector1">
            <a:avLst/>
          </a:prstGeom>
          <a:ln>
            <a:solidFill>
              <a:srgbClr val="000000"/>
            </a:solidFill>
            <a:round/>
            <a:tailEnd type="triangle" w="med" len="med"/>
          </a:ln>
        </p:spPr>
      </p:cxnSp>
      <p:cxnSp>
        <p:nvCxnSpPr>
          <p:cNvPr id="299" name="Düz Ok Bağlayıcısı 18"/>
          <p:cNvCxnSpPr/>
          <p:nvPr/>
        </p:nvCxnSpPr>
        <p:spPr>
          <a:xfrm flipV="1">
            <a:off x="469440" y="5556240"/>
            <a:ext cx="2885400" cy="10440"/>
          </a:xfrm>
          <a:prstGeom prst="straightConnector1">
            <a:avLst/>
          </a:prstGeom>
          <a:ln>
            <a:solidFill>
              <a:srgbClr val="000000"/>
            </a:solidFill>
            <a:round/>
            <a:tailEnd type="triangle" w="med" len="med"/>
          </a:ln>
        </p:spPr>
      </p:cxnSp>
      <p:sp>
        <p:nvSpPr>
          <p:cNvPr id="300" name="Metin kutusu 20"/>
          <p:cNvSpPr/>
          <p:nvPr/>
        </p:nvSpPr>
        <p:spPr>
          <a:xfrm>
            <a:off x="1454760" y="5625360"/>
            <a:ext cx="1197000" cy="369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tr-TR" sz="1800" b="0" u="none" strike="noStrike">
                <a:solidFill>
                  <a:srgbClr val="000000"/>
                </a:solidFill>
                <a:effectLst/>
                <a:uFillTx/>
                <a:latin typeface="Arial"/>
              </a:rPr>
              <a:t>Zaman [s]</a:t>
            </a:r>
          </a:p>
        </p:txBody>
      </p:sp>
      <p:sp>
        <p:nvSpPr>
          <p:cNvPr id="301" name="Metin kutusu 21"/>
          <p:cNvSpPr/>
          <p:nvPr/>
        </p:nvSpPr>
        <p:spPr>
          <a:xfrm rot="16200000">
            <a:off x="-909720" y="3909960"/>
            <a:ext cx="2493000" cy="369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tr-TR" sz="1800" b="0" u="none" strike="noStrike">
                <a:solidFill>
                  <a:srgbClr val="000000"/>
                </a:solidFill>
                <a:effectLst/>
                <a:uFillTx/>
                <a:latin typeface="Arial"/>
              </a:rPr>
              <a:t>Lüle Giriş Basıncı [bar]</a:t>
            </a:r>
          </a:p>
        </p:txBody>
      </p:sp>
      <p:sp>
        <p:nvSpPr>
          <p:cNvPr id="302" name="Dikdörtgen 22"/>
          <p:cNvSpPr/>
          <p:nvPr/>
        </p:nvSpPr>
        <p:spPr>
          <a:xfrm>
            <a:off x="3681000" y="2553840"/>
            <a:ext cx="3372480" cy="3471120"/>
          </a:xfrm>
          <a:prstGeom prst="rect">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tr-TR" sz="2400" b="1" u="none" strike="noStrike">
                <a:solidFill>
                  <a:schemeClr val="lt1"/>
                </a:solidFill>
                <a:effectLst/>
                <a:uFillTx/>
                <a:latin typeface="Calibri"/>
              </a:rPr>
              <a:t>İtki Kuvveti-Zaman </a:t>
            </a:r>
            <a:br>
              <a:rPr sz="2400"/>
            </a:br>
            <a:r>
              <a:rPr lang="tr-TR" sz="2400" b="1" u="none" strike="noStrike">
                <a:solidFill>
                  <a:schemeClr val="lt1"/>
                </a:solidFill>
                <a:effectLst/>
                <a:uFillTx/>
                <a:latin typeface="Calibri"/>
              </a:rPr>
              <a:t>Grafiği</a:t>
            </a:r>
            <a:endParaRPr lang="tr-TR" sz="2400" b="0" u="none" strike="noStrike">
              <a:solidFill>
                <a:srgbClr val="FFFFFF"/>
              </a:solidFill>
              <a:effectLst/>
              <a:uFillTx/>
              <a:latin typeface="Arial"/>
            </a:endParaRPr>
          </a:p>
        </p:txBody>
      </p:sp>
      <p:cxnSp>
        <p:nvCxnSpPr>
          <p:cNvPr id="303" name="Düz Ok Bağlayıcısı 23"/>
          <p:cNvCxnSpPr/>
          <p:nvPr/>
        </p:nvCxnSpPr>
        <p:spPr>
          <a:xfrm flipV="1">
            <a:off x="3971160" y="2631960"/>
            <a:ext cx="19800" cy="2924640"/>
          </a:xfrm>
          <a:prstGeom prst="straightConnector1">
            <a:avLst/>
          </a:prstGeom>
          <a:ln>
            <a:solidFill>
              <a:srgbClr val="000000"/>
            </a:solidFill>
            <a:round/>
            <a:tailEnd type="triangle" w="med" len="med"/>
          </a:ln>
        </p:spPr>
      </p:cxnSp>
      <p:cxnSp>
        <p:nvCxnSpPr>
          <p:cNvPr id="304" name="Düz Ok Bağlayıcısı 24"/>
          <p:cNvCxnSpPr/>
          <p:nvPr/>
        </p:nvCxnSpPr>
        <p:spPr>
          <a:xfrm flipV="1">
            <a:off x="3980880" y="5556240"/>
            <a:ext cx="2885760" cy="10440"/>
          </a:xfrm>
          <a:prstGeom prst="straightConnector1">
            <a:avLst/>
          </a:prstGeom>
          <a:ln>
            <a:solidFill>
              <a:srgbClr val="000000"/>
            </a:solidFill>
            <a:round/>
            <a:tailEnd type="triangle" w="med" len="med"/>
          </a:ln>
        </p:spPr>
      </p:cxnSp>
      <p:sp>
        <p:nvSpPr>
          <p:cNvPr id="305" name="Metin kutusu 25"/>
          <p:cNvSpPr/>
          <p:nvPr/>
        </p:nvSpPr>
        <p:spPr>
          <a:xfrm>
            <a:off x="4966560" y="5625360"/>
            <a:ext cx="1197000" cy="369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tr-TR" sz="1800" b="0" u="none" strike="noStrike">
                <a:solidFill>
                  <a:srgbClr val="000000"/>
                </a:solidFill>
                <a:effectLst/>
                <a:uFillTx/>
                <a:latin typeface="Arial"/>
              </a:rPr>
              <a:t>Zaman [s]</a:t>
            </a:r>
          </a:p>
        </p:txBody>
      </p:sp>
      <p:sp>
        <p:nvSpPr>
          <p:cNvPr id="306" name="Metin kutusu 26"/>
          <p:cNvSpPr/>
          <p:nvPr/>
        </p:nvSpPr>
        <p:spPr>
          <a:xfrm rot="16200000">
            <a:off x="3026880" y="3909600"/>
            <a:ext cx="1641600" cy="369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tr-TR" sz="1800" b="0" u="none" strike="noStrike">
                <a:solidFill>
                  <a:srgbClr val="000000"/>
                </a:solidFill>
                <a:effectLst/>
                <a:uFillTx/>
                <a:latin typeface="Arial"/>
              </a:rPr>
              <a:t>İtki Kuvveti [N]</a:t>
            </a:r>
          </a:p>
        </p:txBody>
      </p:sp>
      <p:sp>
        <p:nvSpPr>
          <p:cNvPr id="307" name="Dikdörtgen 27"/>
          <p:cNvSpPr/>
          <p:nvPr/>
        </p:nvSpPr>
        <p:spPr>
          <a:xfrm>
            <a:off x="7192800" y="2553840"/>
            <a:ext cx="3372480" cy="3471120"/>
          </a:xfrm>
          <a:prstGeom prst="rect">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tr-TR" sz="2450" b="1" u="none" strike="noStrike">
                <a:solidFill>
                  <a:schemeClr val="lt1"/>
                </a:solidFill>
                <a:effectLst/>
                <a:uFillTx/>
                <a:latin typeface="Calibri"/>
              </a:rPr>
              <a:t> </a:t>
            </a:r>
            <a:r>
              <a:rPr lang="tr-TR" sz="2400" b="1" u="none" strike="noStrike">
                <a:solidFill>
                  <a:schemeClr val="lt1"/>
                </a:solidFill>
                <a:effectLst/>
                <a:uFillTx/>
                <a:latin typeface="Calibri"/>
              </a:rPr>
              <a:t>Lüle Kütle </a:t>
            </a:r>
            <a:br>
              <a:rPr sz="2400"/>
            </a:br>
            <a:r>
              <a:rPr lang="tr-TR" sz="2400" b="1" u="none" strike="noStrike">
                <a:solidFill>
                  <a:schemeClr val="lt1"/>
                </a:solidFill>
                <a:effectLst/>
                <a:uFillTx/>
                <a:latin typeface="Calibri"/>
              </a:rPr>
              <a:t>Debisi-Zaman</a:t>
            </a:r>
            <a:endParaRPr lang="tr-TR" sz="2400" b="0" u="none" strike="noStrike">
              <a:solidFill>
                <a:srgbClr val="FFFFFF"/>
              </a:solidFill>
              <a:effectLst/>
              <a:uFillTx/>
              <a:latin typeface="Arial"/>
            </a:endParaRPr>
          </a:p>
          <a:p>
            <a:pPr algn="ctr">
              <a:lnSpc>
                <a:spcPct val="100000"/>
              </a:lnSpc>
            </a:pPr>
            <a:r>
              <a:rPr lang="tr-TR" sz="2400" b="1" u="none" strike="noStrike">
                <a:solidFill>
                  <a:schemeClr val="lt1"/>
                </a:solidFill>
                <a:effectLst/>
                <a:uFillTx/>
                <a:latin typeface="Calibri"/>
              </a:rPr>
              <a:t>Grafiği</a:t>
            </a:r>
            <a:endParaRPr lang="tr-TR" sz="2400" b="0" u="none" strike="noStrike">
              <a:solidFill>
                <a:srgbClr val="FFFFFF"/>
              </a:solidFill>
              <a:effectLst/>
              <a:uFillTx/>
              <a:latin typeface="Arial"/>
            </a:endParaRPr>
          </a:p>
        </p:txBody>
      </p:sp>
      <p:cxnSp>
        <p:nvCxnSpPr>
          <p:cNvPr id="308" name="Düz Ok Bağlayıcısı 28"/>
          <p:cNvCxnSpPr/>
          <p:nvPr/>
        </p:nvCxnSpPr>
        <p:spPr>
          <a:xfrm flipV="1">
            <a:off x="7482600" y="2631960"/>
            <a:ext cx="20160" cy="2924640"/>
          </a:xfrm>
          <a:prstGeom prst="straightConnector1">
            <a:avLst/>
          </a:prstGeom>
          <a:ln>
            <a:solidFill>
              <a:srgbClr val="000000"/>
            </a:solidFill>
            <a:round/>
            <a:tailEnd type="triangle" w="med" len="med"/>
          </a:ln>
        </p:spPr>
      </p:cxnSp>
      <p:cxnSp>
        <p:nvCxnSpPr>
          <p:cNvPr id="309" name="Düz Ok Bağlayıcısı 29"/>
          <p:cNvCxnSpPr/>
          <p:nvPr/>
        </p:nvCxnSpPr>
        <p:spPr>
          <a:xfrm flipV="1">
            <a:off x="7492320" y="5556240"/>
            <a:ext cx="2885760" cy="10440"/>
          </a:xfrm>
          <a:prstGeom prst="straightConnector1">
            <a:avLst/>
          </a:prstGeom>
          <a:ln>
            <a:solidFill>
              <a:srgbClr val="000000"/>
            </a:solidFill>
            <a:round/>
            <a:tailEnd type="triangle" w="med" len="med"/>
          </a:ln>
        </p:spPr>
      </p:cxnSp>
      <p:sp>
        <p:nvSpPr>
          <p:cNvPr id="310" name="Metin kutusu 30"/>
          <p:cNvSpPr/>
          <p:nvPr/>
        </p:nvSpPr>
        <p:spPr>
          <a:xfrm>
            <a:off x="8478000" y="5625360"/>
            <a:ext cx="1197000" cy="369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tr-TR" sz="1800" b="0" u="none" strike="noStrike">
                <a:solidFill>
                  <a:srgbClr val="000000"/>
                </a:solidFill>
                <a:effectLst/>
                <a:uFillTx/>
                <a:latin typeface="Arial"/>
              </a:rPr>
              <a:t>Zaman [s]</a:t>
            </a:r>
          </a:p>
        </p:txBody>
      </p:sp>
      <p:sp>
        <p:nvSpPr>
          <p:cNvPr id="311" name="Metin kutusu 31"/>
          <p:cNvSpPr/>
          <p:nvPr/>
        </p:nvSpPr>
        <p:spPr>
          <a:xfrm rot="16200000">
            <a:off x="6347880" y="3909600"/>
            <a:ext cx="2023200" cy="369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tr-TR" sz="1800" b="0" u="none" strike="noStrike">
                <a:solidFill>
                  <a:srgbClr val="000000"/>
                </a:solidFill>
                <a:effectLst/>
                <a:uFillTx/>
                <a:latin typeface="Arial"/>
              </a:rPr>
              <a:t>Kütlesel Debi [g/s]</a:t>
            </a:r>
          </a:p>
        </p:txBody>
      </p:sp>
      <p:sp>
        <p:nvSpPr>
          <p:cNvPr id="312" name="PlaceHolder 3"/>
          <p:cNvSpPr>
            <a:spLocks noGrp="1"/>
          </p:cNvSpPr>
          <p:nvPr>
            <p:ph type="dt" idx="87"/>
          </p:nvPr>
        </p:nvSpPr>
        <p:spPr>
          <a:xfrm>
            <a:off x="802800" y="6905520"/>
            <a:ext cx="1320840" cy="16128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8F5EB9CE-9A6E-43F8-9BE8-CAC4045B4373}" type="datetime2">
              <a:rPr lang="tr-TR" sz="1050" b="0" u="none" strike="noStrike">
                <a:solidFill>
                  <a:srgbClr val="898989"/>
                </a:solidFill>
                <a:effectLst/>
                <a:uFillTx/>
                <a:latin typeface="Calibri"/>
              </a:rPr>
              <a:t>21 Nisan 2026 Salı</a:t>
            </a:fld>
            <a:endParaRPr lang="tr-TR" sz="1050" b="0" u="none" strike="noStrike">
              <a:solidFill>
                <a:srgbClr val="000000"/>
              </a:solidFill>
              <a:effectLst/>
              <a:uFillTx/>
              <a:latin typeface="Times New Roman"/>
            </a:endParaRPr>
          </a:p>
        </p:txBody>
      </p:sp>
      <p:sp>
        <p:nvSpPr>
          <p:cNvPr id="313" name="PlaceHolder 4"/>
          <p:cNvSpPr>
            <a:spLocks noGrp="1"/>
          </p:cNvSpPr>
          <p:nvPr>
            <p:ph type="ftr" idx="88"/>
          </p:nvPr>
        </p:nvSpPr>
        <p:spPr>
          <a:xfrm>
            <a:off x="3542040" y="6814080"/>
            <a:ext cx="3608640" cy="320040"/>
          </a:xfrm>
          <a:prstGeom prst="rect">
            <a:avLst/>
          </a:prstGeom>
          <a:noFill/>
          <a:ln w="0">
            <a:noFill/>
          </a:ln>
        </p:spPr>
        <p:txBody>
          <a:bodyPr lIns="0" tIns="0" rIns="0" bIns="0" anchor="t">
            <a:noAutofit/>
          </a:bodyPr>
          <a:lstStyle>
            <a:lvl1pPr indent="0" algn="ctr">
              <a:lnSpc>
                <a:spcPct val="100000"/>
              </a:lnSpc>
              <a:buNone/>
              <a:defRPr lang="tr-TR" sz="1050" b="0" u="none" strike="noStrike">
                <a:solidFill>
                  <a:srgbClr val="898989"/>
                </a:solidFill>
                <a:effectLst/>
                <a:uFillTx/>
                <a:latin typeface="Calibri"/>
              </a:defRPr>
            </a:lvl1pPr>
          </a:lstStyle>
          <a:p>
            <a:pPr indent="0" algn="ctr">
              <a:lnSpc>
                <a:spcPct val="100000"/>
              </a:lnSpc>
              <a:buNone/>
            </a:pPr>
            <a:r>
              <a:rPr lang="tr-TR" sz="1050" b="0" u="none" strike="noStrike" dirty="0">
                <a:solidFill>
                  <a:srgbClr val="898989"/>
                </a:solidFill>
                <a:effectLst/>
                <a:uFillTx/>
                <a:latin typeface="Calibri"/>
              </a:rPr>
              <a:t>2026 TEKNOFEST DİKEY İNİŞLİ ROKET YARIŞMASI</a:t>
            </a:r>
            <a:br>
              <a:rPr sz="1050" dirty="0"/>
            </a:br>
            <a:r>
              <a:rPr lang="tr-TR" sz="1050" b="0" u="none" strike="noStrike" dirty="0">
                <a:solidFill>
                  <a:srgbClr val="898989"/>
                </a:solidFill>
                <a:effectLst/>
                <a:uFillTx/>
                <a:latin typeface="Calibri"/>
              </a:rPr>
              <a:t> </a:t>
            </a:r>
            <a:r>
              <a:rPr lang="en-US" sz="1050" b="0" u="none" strike="noStrike" dirty="0">
                <a:solidFill>
                  <a:srgbClr val="898989"/>
                </a:solidFill>
                <a:effectLst/>
                <a:uFillTx/>
                <a:latin typeface="Calibri"/>
              </a:rPr>
              <a:t>KRİTİK</a:t>
            </a:r>
            <a:r>
              <a:rPr lang="tr-TR" sz="1050" b="0" u="none" strike="noStrike" dirty="0">
                <a:solidFill>
                  <a:srgbClr val="898989"/>
                </a:solidFill>
                <a:effectLst/>
                <a:uFillTx/>
                <a:latin typeface="Calibri"/>
              </a:rPr>
              <a:t> TASARIM RAPORU (</a:t>
            </a:r>
            <a:r>
              <a:rPr lang="en-US" sz="1050" b="0" u="none" strike="noStrike" dirty="0">
                <a:solidFill>
                  <a:srgbClr val="898989"/>
                </a:solidFill>
                <a:effectLst/>
                <a:uFillTx/>
                <a:latin typeface="Calibri"/>
              </a:rPr>
              <a:t>K</a:t>
            </a:r>
            <a:r>
              <a:rPr lang="tr-TR" sz="1050" b="0" u="none" strike="noStrike" dirty="0">
                <a:solidFill>
                  <a:srgbClr val="898989"/>
                </a:solidFill>
                <a:effectLst/>
                <a:uFillTx/>
                <a:latin typeface="Calibri"/>
              </a:rPr>
              <a:t>TR)</a:t>
            </a:r>
            <a:endParaRPr lang="tr-TR" sz="1050" b="0" u="none" strike="noStrike" dirty="0">
              <a:solidFill>
                <a:srgbClr val="000000"/>
              </a:solidFill>
              <a:effectLst/>
              <a:uFillTx/>
              <a:latin typeface="Times New Roman"/>
            </a:endParaRPr>
          </a:p>
        </p:txBody>
      </p:sp>
      <p:sp>
        <p:nvSpPr>
          <p:cNvPr id="314" name="TextBox 12"/>
          <p:cNvSpPr/>
          <p:nvPr/>
        </p:nvSpPr>
        <p:spPr>
          <a:xfrm>
            <a:off x="6480" y="544680"/>
            <a:ext cx="1027440" cy="569880"/>
          </a:xfrm>
          <a:prstGeom prst="rect">
            <a:avLst/>
          </a:prstGeom>
          <a:noFill/>
          <a:ln w="0">
            <a:solidFill>
              <a:srgbClr val="000000"/>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tr-TR" sz="1550" b="0" u="none" strike="noStrike">
                <a:solidFill>
                  <a:srgbClr val="000000"/>
                </a:solidFill>
                <a:effectLst/>
                <a:uFillTx/>
                <a:latin typeface="Calibri"/>
              </a:rPr>
              <a:t>Takım Logosu</a:t>
            </a:r>
            <a:endParaRPr lang="tr-TR" sz="1550" b="0" u="none" strike="noStrike">
              <a:solidFill>
                <a:srgbClr val="000000"/>
              </a:solidFill>
              <a:effectLst/>
              <a:uFillTx/>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 name="PlaceHolder 1"/>
          <p:cNvSpPr>
            <a:spLocks noGrp="1"/>
          </p:cNvSpPr>
          <p:nvPr>
            <p:ph type="title"/>
          </p:nvPr>
        </p:nvSpPr>
        <p:spPr>
          <a:xfrm>
            <a:off x="1233000" y="719280"/>
            <a:ext cx="8019720" cy="658440"/>
          </a:xfrm>
          <a:prstGeom prst="rect">
            <a:avLst/>
          </a:prstGeom>
          <a:noFill/>
          <a:ln w="0">
            <a:noFill/>
          </a:ln>
        </p:spPr>
        <p:txBody>
          <a:bodyPr lIns="0" tIns="0" rIns="0" bIns="0" anchor="b">
            <a:noAutofit/>
          </a:bodyPr>
          <a:lstStyle/>
          <a:p>
            <a:pPr indent="0" algn="ctr">
              <a:lnSpc>
                <a:spcPct val="100000"/>
              </a:lnSpc>
              <a:buNone/>
            </a:pPr>
            <a:r>
              <a:rPr lang="tr-TR" sz="3950" b="1" u="none" strike="noStrike">
                <a:solidFill>
                  <a:srgbClr val="0070C0"/>
                </a:solidFill>
                <a:effectLst/>
                <a:uFillTx/>
                <a:latin typeface="Calibri"/>
              </a:rPr>
              <a:t>Mekanik Yapı ve Güdüm Kontrol Sisteminin Görünümü </a:t>
            </a:r>
            <a:endParaRPr lang="tr-TR" sz="3950" b="0" u="none" strike="noStrike">
              <a:solidFill>
                <a:srgbClr val="000000"/>
              </a:solidFill>
              <a:effectLst/>
              <a:uFillTx/>
              <a:latin typeface="Calibri"/>
            </a:endParaRPr>
          </a:p>
        </p:txBody>
      </p:sp>
      <p:cxnSp>
        <p:nvCxnSpPr>
          <p:cNvPr id="316" name="Straight Connector 4"/>
          <p:cNvCxnSpPr/>
          <p:nvPr/>
        </p:nvCxnSpPr>
        <p:spPr>
          <a:xfrm flipV="1">
            <a:off x="0" y="1352520"/>
            <a:ext cx="10693440" cy="23040"/>
          </a:xfrm>
          <a:prstGeom prst="straightConnector1">
            <a:avLst/>
          </a:prstGeom>
          <a:ln w="38100">
            <a:solidFill>
              <a:srgbClr val="4A7EBB"/>
            </a:solidFill>
            <a:round/>
          </a:ln>
        </p:spPr>
      </p:cxnSp>
      <p:cxnSp>
        <p:nvCxnSpPr>
          <p:cNvPr id="317" name="Straight Connector 5"/>
          <p:cNvCxnSpPr/>
          <p:nvPr/>
        </p:nvCxnSpPr>
        <p:spPr>
          <a:xfrm flipV="1">
            <a:off x="0" y="6790680"/>
            <a:ext cx="10693440" cy="22680"/>
          </a:xfrm>
          <a:prstGeom prst="straightConnector1">
            <a:avLst/>
          </a:prstGeom>
          <a:ln w="38100">
            <a:solidFill>
              <a:srgbClr val="4A7EBB"/>
            </a:solidFill>
            <a:round/>
          </a:ln>
        </p:spPr>
      </p:cxnSp>
      <p:sp>
        <p:nvSpPr>
          <p:cNvPr id="318" name="PlaceHolder 2"/>
          <p:cNvSpPr>
            <a:spLocks noGrp="1"/>
          </p:cNvSpPr>
          <p:nvPr>
            <p:ph type="sldNum" idx="89"/>
          </p:nvPr>
        </p:nvSpPr>
        <p:spPr>
          <a:xfrm>
            <a:off x="9724320" y="6981840"/>
            <a:ext cx="201600" cy="16092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90E0D939-DE6D-4795-B701-C5EE4B437FC3}" type="slidenum">
              <a:rPr lang="tr-TR" sz="1050" b="0" u="none" strike="noStrike">
                <a:solidFill>
                  <a:srgbClr val="898989"/>
                </a:solidFill>
                <a:effectLst/>
                <a:uFillTx/>
                <a:latin typeface="Calibri"/>
              </a:rPr>
              <a:t>25</a:t>
            </a:fld>
            <a:endParaRPr lang="tr-TR" sz="1050" b="0" u="none" strike="noStrike">
              <a:solidFill>
                <a:srgbClr val="000000"/>
              </a:solidFill>
              <a:effectLst/>
              <a:uFillTx/>
              <a:latin typeface="Times New Roman"/>
            </a:endParaRPr>
          </a:p>
        </p:txBody>
      </p:sp>
      <p:pic>
        <p:nvPicPr>
          <p:cNvPr id="319" name="Picture 6"/>
          <p:cNvPicPr/>
          <p:nvPr/>
        </p:nvPicPr>
        <p:blipFill>
          <a:blip r:embed="rId3"/>
          <a:stretch/>
        </p:blipFill>
        <p:spPr>
          <a:xfrm>
            <a:off x="9630360" y="276120"/>
            <a:ext cx="1062720" cy="1062720"/>
          </a:xfrm>
          <a:prstGeom prst="rect">
            <a:avLst/>
          </a:prstGeom>
          <a:noFill/>
          <a:ln w="0">
            <a:noFill/>
          </a:ln>
        </p:spPr>
      </p:pic>
      <p:sp>
        <p:nvSpPr>
          <p:cNvPr id="320" name="Dikdörtgen 10"/>
          <p:cNvSpPr/>
          <p:nvPr/>
        </p:nvSpPr>
        <p:spPr>
          <a:xfrm>
            <a:off x="1034280" y="2725200"/>
            <a:ext cx="3702600" cy="1334520"/>
          </a:xfrm>
          <a:prstGeom prst="rect">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tr-TR" sz="2400" b="1" u="none" strike="noStrike">
                <a:solidFill>
                  <a:schemeClr val="lt1"/>
                </a:solidFill>
                <a:effectLst/>
                <a:uFillTx/>
                <a:latin typeface="Calibri"/>
              </a:rPr>
              <a:t>Mekanik Yapı</a:t>
            </a:r>
            <a:endParaRPr lang="tr-TR" sz="2400" b="0" u="none" strike="noStrike">
              <a:solidFill>
                <a:srgbClr val="FFFFFF"/>
              </a:solidFill>
              <a:effectLst/>
              <a:uFillTx/>
              <a:latin typeface="Arial"/>
            </a:endParaRPr>
          </a:p>
          <a:p>
            <a:pPr algn="ctr">
              <a:lnSpc>
                <a:spcPct val="100000"/>
              </a:lnSpc>
            </a:pPr>
            <a:r>
              <a:rPr lang="tr-TR" sz="2400" b="1" u="none" strike="noStrike">
                <a:solidFill>
                  <a:schemeClr val="lt1"/>
                </a:solidFill>
                <a:effectLst/>
                <a:uFillTx/>
                <a:latin typeface="Calibri"/>
              </a:rPr>
              <a:t>3 Boyutlu Görünümü (CAD) </a:t>
            </a:r>
            <a:endParaRPr lang="tr-TR" sz="2400" b="0" u="none" strike="noStrike">
              <a:solidFill>
                <a:srgbClr val="FFFFFF"/>
              </a:solidFill>
              <a:effectLst/>
              <a:uFillTx/>
              <a:latin typeface="Arial"/>
            </a:endParaRPr>
          </a:p>
        </p:txBody>
      </p:sp>
      <p:cxnSp>
        <p:nvCxnSpPr>
          <p:cNvPr id="321" name="Düz Bağlayıcı 8"/>
          <p:cNvCxnSpPr/>
          <p:nvPr/>
        </p:nvCxnSpPr>
        <p:spPr>
          <a:xfrm>
            <a:off x="5346360" y="1375200"/>
            <a:ext cx="360" cy="3854160"/>
          </a:xfrm>
          <a:prstGeom prst="straightConnector1">
            <a:avLst/>
          </a:prstGeom>
          <a:ln w="28575">
            <a:solidFill>
              <a:srgbClr val="4A7EBB"/>
            </a:solidFill>
            <a:prstDash val="dash"/>
            <a:round/>
          </a:ln>
        </p:spPr>
      </p:cxnSp>
      <p:sp>
        <p:nvSpPr>
          <p:cNvPr id="322" name="Dikdörtgen 15"/>
          <p:cNvSpPr/>
          <p:nvPr/>
        </p:nvSpPr>
        <p:spPr>
          <a:xfrm>
            <a:off x="6069600" y="2725200"/>
            <a:ext cx="3560400" cy="1334520"/>
          </a:xfrm>
          <a:prstGeom prst="rect">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tr-TR" sz="2400" b="1" u="none" strike="noStrike">
                <a:solidFill>
                  <a:schemeClr val="lt1"/>
                </a:solidFill>
                <a:effectLst/>
                <a:uFillTx/>
                <a:latin typeface="Calibri"/>
              </a:rPr>
              <a:t>Güdüm Kontrol Sistemi</a:t>
            </a:r>
            <a:endParaRPr lang="tr-TR" sz="2400" b="0" u="none" strike="noStrike">
              <a:solidFill>
                <a:srgbClr val="FFFFFF"/>
              </a:solidFill>
              <a:effectLst/>
              <a:uFillTx/>
              <a:latin typeface="Arial"/>
            </a:endParaRPr>
          </a:p>
          <a:p>
            <a:pPr algn="ctr">
              <a:lnSpc>
                <a:spcPct val="100000"/>
              </a:lnSpc>
            </a:pPr>
            <a:r>
              <a:rPr lang="tr-TR" sz="2400" b="1" u="none" strike="noStrike">
                <a:solidFill>
                  <a:schemeClr val="lt1"/>
                </a:solidFill>
                <a:effectLst/>
                <a:uFillTx/>
                <a:latin typeface="Calibri"/>
              </a:rPr>
              <a:t>(CAD)</a:t>
            </a:r>
            <a:endParaRPr lang="tr-TR" sz="2400" b="0" u="none" strike="noStrike">
              <a:solidFill>
                <a:srgbClr val="FFFFFF"/>
              </a:solidFill>
              <a:effectLst/>
              <a:uFillTx/>
              <a:latin typeface="Arial"/>
            </a:endParaRPr>
          </a:p>
        </p:txBody>
      </p:sp>
      <p:sp>
        <p:nvSpPr>
          <p:cNvPr id="323" name="Dikdörtgen 6"/>
          <p:cNvSpPr/>
          <p:nvPr/>
        </p:nvSpPr>
        <p:spPr>
          <a:xfrm>
            <a:off x="37440" y="5322240"/>
            <a:ext cx="10221120" cy="331200"/>
          </a:xfrm>
          <a:prstGeom prst="rect">
            <a:avLst/>
          </a:pr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85840" indent="-285840" algn="just">
              <a:lnSpc>
                <a:spcPct val="100000"/>
              </a:lnSpc>
              <a:buClr>
                <a:srgbClr val="000000"/>
              </a:buClr>
              <a:buFont typeface="Arial"/>
              <a:buChar char="•"/>
            </a:pPr>
            <a:r>
              <a:rPr lang="tr-TR" sz="1550" b="0" u="none" strike="noStrike">
                <a:solidFill>
                  <a:srgbClr val="000000"/>
                </a:solidFill>
                <a:effectLst/>
                <a:uFillTx/>
                <a:latin typeface="Calibri"/>
              </a:rPr>
              <a:t>Alt sistemi oluşturan bileşenleri ayrıntılı olarak gösterecek şekilde </a:t>
            </a:r>
            <a:r>
              <a:rPr lang="tr-TR" sz="1550" b="1" i="1" u="sng" strike="noStrike">
                <a:solidFill>
                  <a:srgbClr val="000000"/>
                </a:solidFill>
                <a:effectLst/>
                <a:uFillTx/>
                <a:latin typeface="Calibri"/>
              </a:rPr>
              <a:t>nihai</a:t>
            </a:r>
            <a:r>
              <a:rPr lang="en-US" sz="1550" b="1" i="1" u="none" strike="noStrike">
                <a:solidFill>
                  <a:srgbClr val="000000"/>
                </a:solidFill>
                <a:effectLst/>
                <a:uFillTx/>
                <a:latin typeface="Calibri"/>
              </a:rPr>
              <a:t> </a:t>
            </a:r>
            <a:r>
              <a:rPr lang="tr-TR" sz="1550" b="0" u="none" strike="noStrike">
                <a:solidFill>
                  <a:srgbClr val="000000"/>
                </a:solidFill>
                <a:effectLst/>
                <a:uFillTx/>
                <a:latin typeface="Calibri"/>
              </a:rPr>
              <a:t>CAD çıktıları paylaşılmalıdır.  </a:t>
            </a:r>
            <a:endParaRPr lang="tr-TR" sz="1550" b="0" u="none" strike="noStrike">
              <a:solidFill>
                <a:srgbClr val="000000"/>
              </a:solidFill>
              <a:effectLst/>
              <a:uFillTx/>
              <a:latin typeface="Arial"/>
            </a:endParaRPr>
          </a:p>
        </p:txBody>
      </p:sp>
      <p:sp>
        <p:nvSpPr>
          <p:cNvPr id="324" name="PlaceHolder 3"/>
          <p:cNvSpPr>
            <a:spLocks noGrp="1"/>
          </p:cNvSpPr>
          <p:nvPr>
            <p:ph type="dt" idx="90"/>
          </p:nvPr>
        </p:nvSpPr>
        <p:spPr>
          <a:xfrm>
            <a:off x="802800" y="6981840"/>
            <a:ext cx="1320840" cy="16128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8EF46F3D-7B5B-4AEF-A5F1-7BF7CCD0875F}" type="datetime2">
              <a:rPr lang="tr-TR" sz="1050" b="0" u="none" strike="noStrike">
                <a:solidFill>
                  <a:srgbClr val="898989"/>
                </a:solidFill>
                <a:effectLst/>
                <a:uFillTx/>
                <a:latin typeface="Calibri"/>
              </a:rPr>
              <a:t>21 Nisan 2026 Salı</a:t>
            </a:fld>
            <a:endParaRPr lang="tr-TR" sz="1050" b="0" u="none" strike="noStrike">
              <a:solidFill>
                <a:srgbClr val="000000"/>
              </a:solidFill>
              <a:effectLst/>
              <a:uFillTx/>
              <a:latin typeface="Times New Roman"/>
            </a:endParaRPr>
          </a:p>
        </p:txBody>
      </p:sp>
      <p:sp>
        <p:nvSpPr>
          <p:cNvPr id="325" name="PlaceHolder 4"/>
          <p:cNvSpPr>
            <a:spLocks noGrp="1"/>
          </p:cNvSpPr>
          <p:nvPr>
            <p:ph type="ftr" idx="91"/>
          </p:nvPr>
        </p:nvSpPr>
        <p:spPr>
          <a:xfrm>
            <a:off x="3542040" y="6890040"/>
            <a:ext cx="3608640" cy="320040"/>
          </a:xfrm>
          <a:prstGeom prst="rect">
            <a:avLst/>
          </a:prstGeom>
          <a:noFill/>
          <a:ln w="0">
            <a:noFill/>
          </a:ln>
        </p:spPr>
        <p:txBody>
          <a:bodyPr lIns="0" tIns="0" rIns="0" bIns="0" anchor="t">
            <a:noAutofit/>
          </a:bodyPr>
          <a:lstStyle>
            <a:lvl1pPr indent="0" algn="ctr">
              <a:lnSpc>
                <a:spcPct val="100000"/>
              </a:lnSpc>
              <a:buNone/>
              <a:defRPr lang="tr-TR" sz="1050" b="0" u="none" strike="noStrike">
                <a:solidFill>
                  <a:srgbClr val="898989"/>
                </a:solidFill>
                <a:effectLst/>
                <a:uFillTx/>
                <a:latin typeface="Calibri"/>
              </a:defRPr>
            </a:lvl1pPr>
          </a:lstStyle>
          <a:p>
            <a:pPr indent="0" algn="ctr">
              <a:lnSpc>
                <a:spcPct val="100000"/>
              </a:lnSpc>
              <a:buNone/>
            </a:pPr>
            <a:r>
              <a:rPr lang="tr-TR" sz="1050" b="0" u="none" strike="noStrike" dirty="0">
                <a:solidFill>
                  <a:srgbClr val="898989"/>
                </a:solidFill>
                <a:effectLst/>
                <a:uFillTx/>
                <a:latin typeface="Calibri"/>
              </a:rPr>
              <a:t>2026 TEKNOFEST DİKEY İNİŞLİ ROKET YARIŞMASI</a:t>
            </a:r>
            <a:br>
              <a:rPr sz="1050" dirty="0"/>
            </a:br>
            <a:r>
              <a:rPr lang="tr-TR" sz="1050" b="0" u="none" strike="noStrike" dirty="0">
                <a:solidFill>
                  <a:srgbClr val="898989"/>
                </a:solidFill>
                <a:effectLst/>
                <a:uFillTx/>
                <a:latin typeface="Calibri"/>
              </a:rPr>
              <a:t> </a:t>
            </a:r>
            <a:r>
              <a:rPr lang="en-US" sz="1050" b="0" u="none" strike="noStrike" dirty="0">
                <a:solidFill>
                  <a:srgbClr val="898989"/>
                </a:solidFill>
                <a:effectLst/>
                <a:uFillTx/>
                <a:latin typeface="Calibri"/>
              </a:rPr>
              <a:t>KRİTİK</a:t>
            </a:r>
            <a:r>
              <a:rPr lang="tr-TR" sz="1050" b="0" u="none" strike="noStrike" dirty="0">
                <a:solidFill>
                  <a:srgbClr val="898989"/>
                </a:solidFill>
                <a:effectLst/>
                <a:uFillTx/>
                <a:latin typeface="Calibri"/>
              </a:rPr>
              <a:t> TASARIM RAPORU (</a:t>
            </a:r>
            <a:r>
              <a:rPr lang="en-US" sz="1050" b="0" u="none" strike="noStrike" dirty="0">
                <a:solidFill>
                  <a:srgbClr val="898989"/>
                </a:solidFill>
                <a:effectLst/>
                <a:uFillTx/>
                <a:latin typeface="Calibri"/>
              </a:rPr>
              <a:t>K</a:t>
            </a:r>
            <a:r>
              <a:rPr lang="tr-TR" sz="1050" b="0" u="none" strike="noStrike" dirty="0">
                <a:solidFill>
                  <a:srgbClr val="898989"/>
                </a:solidFill>
                <a:effectLst/>
                <a:uFillTx/>
                <a:latin typeface="Calibri"/>
              </a:rPr>
              <a:t>TR)</a:t>
            </a:r>
            <a:endParaRPr lang="tr-TR" sz="1050" b="0" u="none" strike="noStrike" dirty="0">
              <a:solidFill>
                <a:srgbClr val="000000"/>
              </a:solidFill>
              <a:effectLst/>
              <a:uFillTx/>
              <a:latin typeface="Times New Roman"/>
            </a:endParaRPr>
          </a:p>
        </p:txBody>
      </p:sp>
      <p:sp>
        <p:nvSpPr>
          <p:cNvPr id="326" name="TextBox 11"/>
          <p:cNvSpPr/>
          <p:nvPr/>
        </p:nvSpPr>
        <p:spPr>
          <a:xfrm>
            <a:off x="6480" y="544680"/>
            <a:ext cx="1027440" cy="569880"/>
          </a:xfrm>
          <a:prstGeom prst="rect">
            <a:avLst/>
          </a:prstGeom>
          <a:noFill/>
          <a:ln w="0">
            <a:solidFill>
              <a:srgbClr val="000000"/>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tr-TR" sz="1550" b="0" u="none" strike="noStrike">
                <a:solidFill>
                  <a:srgbClr val="000000"/>
                </a:solidFill>
                <a:effectLst/>
                <a:uFillTx/>
                <a:latin typeface="Calibri"/>
              </a:rPr>
              <a:t>Takım Logosu</a:t>
            </a:r>
            <a:endParaRPr lang="tr-TR" sz="1550" b="0" u="none" strike="noStrike">
              <a:solidFill>
                <a:srgbClr val="000000"/>
              </a:solidFill>
              <a:effectLst/>
              <a:uFillTx/>
              <a:latin typeface="Arial"/>
            </a:endParaRPr>
          </a:p>
        </p:txBody>
      </p:sp>
      <p:sp>
        <p:nvSpPr>
          <p:cNvPr id="327" name="TextBox 17"/>
          <p:cNvSpPr/>
          <p:nvPr/>
        </p:nvSpPr>
        <p:spPr>
          <a:xfrm>
            <a:off x="0" y="6513840"/>
            <a:ext cx="10693080" cy="277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lnSpc>
                <a:spcPct val="100000"/>
              </a:lnSpc>
            </a:pPr>
            <a:r>
              <a:rPr lang="tr-TR" sz="1200" b="0" i="1" u="none" strike="noStrike" dirty="0">
                <a:solidFill>
                  <a:srgbClr val="000000"/>
                </a:solidFill>
                <a:effectLst/>
                <a:uFillTx/>
                <a:latin typeface="Calibri"/>
              </a:rPr>
              <a:t>Şartnamedeki </a:t>
            </a:r>
            <a:r>
              <a:rPr lang="tr-TR" sz="1200" b="1" i="1" dirty="0">
                <a:solidFill>
                  <a:srgbClr val="000000"/>
                </a:solidFill>
              </a:rPr>
              <a:t>4.2.a, 4.2.c, 4.2.f, 4.2.g, 4.2.h</a:t>
            </a:r>
            <a:r>
              <a:rPr lang="tr-TR" sz="1200" b="1" i="1" u="none" strike="noStrike" dirty="0">
                <a:solidFill>
                  <a:srgbClr val="000000"/>
                </a:solidFill>
                <a:effectLst/>
                <a:uFillTx/>
                <a:latin typeface="Calibri"/>
              </a:rPr>
              <a:t>,, 4.2.i, 4.2.j ve 4.2.k</a:t>
            </a:r>
            <a:r>
              <a:rPr lang="tr-TR" sz="1200" b="0" i="1" u="none" strike="noStrike" dirty="0">
                <a:solidFill>
                  <a:srgbClr val="000000"/>
                </a:solidFill>
                <a:effectLst/>
                <a:uFillTx/>
                <a:latin typeface="Calibri"/>
              </a:rPr>
              <a:t> maddesine dikkat edilmelidir.</a:t>
            </a:r>
            <a:r>
              <a:rPr lang="tr-TR" sz="1200" b="0" u="none" strike="noStrike" dirty="0">
                <a:solidFill>
                  <a:srgbClr val="000000"/>
                </a:solidFill>
                <a:effectLst/>
                <a:uFillTx/>
                <a:latin typeface="Calibri"/>
              </a:rPr>
              <a:t>(Bu bölüm 7 yansıyı geçmemelidir.)</a:t>
            </a:r>
            <a:endParaRPr lang="tr-TR" sz="1200" b="0" u="none" strike="noStrike" dirty="0">
              <a:solidFill>
                <a:srgbClr val="000000"/>
              </a:solidFill>
              <a:effectLst/>
              <a:uFillTx/>
              <a:latin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 name="PlaceHolder 1"/>
          <p:cNvSpPr>
            <a:spLocks noGrp="1"/>
          </p:cNvSpPr>
          <p:nvPr>
            <p:ph type="title"/>
          </p:nvPr>
        </p:nvSpPr>
        <p:spPr>
          <a:xfrm>
            <a:off x="1235160" y="494640"/>
            <a:ext cx="8019720" cy="658440"/>
          </a:xfrm>
          <a:prstGeom prst="rect">
            <a:avLst/>
          </a:prstGeom>
          <a:noFill/>
          <a:ln w="0">
            <a:noFill/>
          </a:ln>
        </p:spPr>
        <p:txBody>
          <a:bodyPr lIns="0" tIns="0" rIns="0" bIns="0" anchor="b">
            <a:normAutofit/>
          </a:bodyPr>
          <a:lstStyle/>
          <a:p>
            <a:pPr indent="0" algn="ctr">
              <a:lnSpc>
                <a:spcPct val="100000"/>
              </a:lnSpc>
              <a:buNone/>
            </a:pPr>
            <a:r>
              <a:rPr lang="tr-TR" sz="3950" b="1" u="none" strike="noStrike">
                <a:solidFill>
                  <a:srgbClr val="0070C0"/>
                </a:solidFill>
                <a:effectLst/>
                <a:uFillTx/>
                <a:latin typeface="Calibri"/>
              </a:rPr>
              <a:t> Mekanik Yapı – Detay </a:t>
            </a:r>
            <a:endParaRPr lang="tr-TR" sz="3950" b="0" u="none" strike="noStrike">
              <a:solidFill>
                <a:srgbClr val="000000"/>
              </a:solidFill>
              <a:effectLst/>
              <a:uFillTx/>
              <a:latin typeface="Calibri"/>
            </a:endParaRPr>
          </a:p>
        </p:txBody>
      </p:sp>
      <p:cxnSp>
        <p:nvCxnSpPr>
          <p:cNvPr id="329" name="Straight Connector 4"/>
          <p:cNvCxnSpPr/>
          <p:nvPr/>
        </p:nvCxnSpPr>
        <p:spPr>
          <a:xfrm flipV="1">
            <a:off x="0" y="1352520"/>
            <a:ext cx="10693440" cy="23040"/>
          </a:xfrm>
          <a:prstGeom prst="straightConnector1">
            <a:avLst/>
          </a:prstGeom>
          <a:ln w="38100">
            <a:solidFill>
              <a:srgbClr val="4A7EBB"/>
            </a:solidFill>
            <a:round/>
          </a:ln>
        </p:spPr>
      </p:cxnSp>
      <p:cxnSp>
        <p:nvCxnSpPr>
          <p:cNvPr id="330" name="Straight Connector 5"/>
          <p:cNvCxnSpPr/>
          <p:nvPr/>
        </p:nvCxnSpPr>
        <p:spPr>
          <a:xfrm flipV="1">
            <a:off x="0" y="6790680"/>
            <a:ext cx="10693440" cy="22680"/>
          </a:xfrm>
          <a:prstGeom prst="straightConnector1">
            <a:avLst/>
          </a:prstGeom>
          <a:ln w="38100">
            <a:solidFill>
              <a:srgbClr val="4A7EBB"/>
            </a:solidFill>
            <a:round/>
          </a:ln>
        </p:spPr>
      </p:cxnSp>
      <p:sp>
        <p:nvSpPr>
          <p:cNvPr id="331" name="PlaceHolder 2"/>
          <p:cNvSpPr>
            <a:spLocks noGrp="1"/>
          </p:cNvSpPr>
          <p:nvPr>
            <p:ph type="sldNum" idx="92"/>
          </p:nvPr>
        </p:nvSpPr>
        <p:spPr>
          <a:xfrm>
            <a:off x="9724320" y="6981840"/>
            <a:ext cx="201600" cy="16092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1D8780A1-457C-4ADA-BF6A-E70BF7A319C2}" type="slidenum">
              <a:rPr lang="tr-TR" sz="1050" b="0" u="none" strike="noStrike">
                <a:solidFill>
                  <a:srgbClr val="898989"/>
                </a:solidFill>
                <a:effectLst/>
                <a:uFillTx/>
                <a:latin typeface="Calibri"/>
              </a:rPr>
              <a:t>26</a:t>
            </a:fld>
            <a:endParaRPr lang="tr-TR" sz="1050" b="0" u="none" strike="noStrike">
              <a:solidFill>
                <a:srgbClr val="000000"/>
              </a:solidFill>
              <a:effectLst/>
              <a:uFillTx/>
              <a:latin typeface="Times New Roman"/>
            </a:endParaRPr>
          </a:p>
        </p:txBody>
      </p:sp>
      <p:pic>
        <p:nvPicPr>
          <p:cNvPr id="332" name="Picture 6"/>
          <p:cNvPicPr/>
          <p:nvPr/>
        </p:nvPicPr>
        <p:blipFill>
          <a:blip r:embed="rId3"/>
          <a:stretch/>
        </p:blipFill>
        <p:spPr>
          <a:xfrm>
            <a:off x="9630360" y="276120"/>
            <a:ext cx="1062720" cy="1062720"/>
          </a:xfrm>
          <a:prstGeom prst="rect">
            <a:avLst/>
          </a:prstGeom>
          <a:noFill/>
          <a:ln w="0">
            <a:noFill/>
          </a:ln>
        </p:spPr>
      </p:pic>
      <p:sp>
        <p:nvSpPr>
          <p:cNvPr id="333" name="Dikdörtgen 11"/>
          <p:cNvSpPr/>
          <p:nvPr/>
        </p:nvSpPr>
        <p:spPr>
          <a:xfrm>
            <a:off x="63360" y="6320160"/>
            <a:ext cx="10362600" cy="27554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lnSpc>
                <a:spcPct val="100000"/>
              </a:lnSpc>
            </a:pPr>
            <a:r>
              <a:rPr lang="tr-TR" sz="1200" b="0" i="1" u="none" strike="noStrike" dirty="0">
                <a:solidFill>
                  <a:srgbClr val="000000"/>
                </a:solidFill>
                <a:effectLst/>
                <a:uFillTx/>
                <a:latin typeface="Calibri"/>
              </a:rPr>
              <a:t>Bu bölümde şartnamede yer alan </a:t>
            </a:r>
            <a:r>
              <a:rPr lang="tr-TR" sz="1200" b="1" i="1" dirty="0">
                <a:solidFill>
                  <a:srgbClr val="000000"/>
                </a:solidFill>
              </a:rPr>
              <a:t>4.2.a, 4.2.c</a:t>
            </a:r>
            <a:r>
              <a:rPr lang="tr-TR" sz="1200" b="1" i="1" u="none" strike="noStrike" dirty="0">
                <a:solidFill>
                  <a:srgbClr val="000000"/>
                </a:solidFill>
                <a:effectLst/>
                <a:uFillTx/>
                <a:latin typeface="Calibri"/>
              </a:rPr>
              <a:t>, 4.2.f, 4.2.g,</a:t>
            </a:r>
            <a:r>
              <a:rPr lang="tr-TR" sz="1200" b="1" i="1" dirty="0">
                <a:solidFill>
                  <a:srgbClr val="000000"/>
                </a:solidFill>
              </a:rPr>
              <a:t> 4.2.h</a:t>
            </a:r>
            <a:r>
              <a:rPr lang="tr-TR" sz="1200" b="1" i="1" u="none" strike="noStrike" dirty="0">
                <a:solidFill>
                  <a:srgbClr val="000000"/>
                </a:solidFill>
                <a:effectLst/>
                <a:uFillTx/>
                <a:latin typeface="Calibri"/>
              </a:rPr>
              <a:t>, 4.2.i, 4.2.j ve 4.2.k</a:t>
            </a:r>
            <a:r>
              <a:rPr lang="tr-TR" sz="1200" b="0" i="1" u="none" strike="noStrike" dirty="0">
                <a:solidFill>
                  <a:srgbClr val="000000"/>
                </a:solidFill>
                <a:effectLst/>
                <a:uFillTx/>
                <a:latin typeface="Calibri"/>
              </a:rPr>
              <a:t> numaralı gereksinimlerin karşılanıp karşılanmadığı kontrol edilecektir.</a:t>
            </a:r>
            <a:endParaRPr lang="tr-TR" sz="1200" b="0" u="none" strike="noStrike" dirty="0">
              <a:solidFill>
                <a:srgbClr val="000000"/>
              </a:solidFill>
              <a:effectLst/>
              <a:uFillTx/>
              <a:latin typeface="Arial"/>
            </a:endParaRPr>
          </a:p>
        </p:txBody>
      </p:sp>
      <p:cxnSp>
        <p:nvCxnSpPr>
          <p:cNvPr id="334" name="Straight Connector 4"/>
          <p:cNvCxnSpPr/>
          <p:nvPr/>
        </p:nvCxnSpPr>
        <p:spPr>
          <a:xfrm flipV="1">
            <a:off x="0" y="1352520"/>
            <a:ext cx="10693440" cy="23040"/>
          </a:xfrm>
          <a:prstGeom prst="straightConnector1">
            <a:avLst/>
          </a:prstGeom>
          <a:ln w="38100">
            <a:solidFill>
              <a:srgbClr val="4A7EBB"/>
            </a:solidFill>
            <a:round/>
          </a:ln>
        </p:spPr>
      </p:cxnSp>
      <p:cxnSp>
        <p:nvCxnSpPr>
          <p:cNvPr id="335" name="Straight Connector 5"/>
          <p:cNvCxnSpPr/>
          <p:nvPr/>
        </p:nvCxnSpPr>
        <p:spPr>
          <a:xfrm flipV="1">
            <a:off x="0" y="6790680"/>
            <a:ext cx="10693440" cy="22680"/>
          </a:xfrm>
          <a:prstGeom prst="straightConnector1">
            <a:avLst/>
          </a:prstGeom>
          <a:ln w="38100">
            <a:solidFill>
              <a:srgbClr val="4A7EBB"/>
            </a:solidFill>
            <a:round/>
          </a:ln>
        </p:spPr>
      </p:cxnSp>
      <p:sp>
        <p:nvSpPr>
          <p:cNvPr id="336" name="TextBox 9"/>
          <p:cNvSpPr/>
          <p:nvPr/>
        </p:nvSpPr>
        <p:spPr>
          <a:xfrm>
            <a:off x="69480" y="1899720"/>
            <a:ext cx="10442520" cy="569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50560" indent="-250560" algn="just">
              <a:lnSpc>
                <a:spcPct val="100000"/>
              </a:lnSpc>
              <a:buClr>
                <a:srgbClr val="000000"/>
              </a:buClr>
              <a:buFont typeface="Arial"/>
              <a:buChar char="•"/>
            </a:pPr>
            <a:r>
              <a:rPr lang="tr-TR" sz="1550" b="0" i="1" u="none" strike="noStrike">
                <a:solidFill>
                  <a:srgbClr val="000000"/>
                </a:solidFill>
                <a:effectLst/>
                <a:uFillTx/>
                <a:latin typeface="Calibri"/>
              </a:rPr>
              <a:t>Bu yansı alt sistemlerinin tamamının özeti niteliğindedir. Sonraki yansılarda her bir alt sistemin detaylı açıklanmalıdır.</a:t>
            </a:r>
            <a:endParaRPr lang="tr-TR" sz="1550" b="0" u="none" strike="noStrike">
              <a:solidFill>
                <a:srgbClr val="000000"/>
              </a:solidFill>
              <a:effectLst/>
              <a:uFillTx/>
              <a:latin typeface="Arial"/>
            </a:endParaRPr>
          </a:p>
          <a:p>
            <a:pPr marL="250560" indent="-250560" algn="just">
              <a:lnSpc>
                <a:spcPct val="100000"/>
              </a:lnSpc>
              <a:buClr>
                <a:srgbClr val="000000"/>
              </a:buClr>
              <a:buFont typeface="Arial"/>
              <a:buChar char="•"/>
            </a:pPr>
            <a:r>
              <a:rPr lang="en-US" sz="1550" b="0" i="1" u="none" strike="noStrike">
                <a:solidFill>
                  <a:srgbClr val="000000"/>
                </a:solidFill>
                <a:effectLst/>
                <a:uFillTx/>
                <a:latin typeface="Calibri"/>
              </a:rPr>
              <a:t>Bu bölüm 3 yansıyı geçmemelidir.</a:t>
            </a:r>
            <a:endParaRPr lang="tr-TR" sz="1550" b="0" u="none" strike="noStrike">
              <a:solidFill>
                <a:srgbClr val="000000"/>
              </a:solidFill>
              <a:effectLst/>
              <a:uFillTx/>
              <a:latin typeface="Arial"/>
            </a:endParaRPr>
          </a:p>
        </p:txBody>
      </p:sp>
      <p:graphicFrame>
        <p:nvGraphicFramePr>
          <p:cNvPr id="337" name="Table 6"/>
          <p:cNvGraphicFramePr/>
          <p:nvPr/>
        </p:nvGraphicFramePr>
        <p:xfrm>
          <a:off x="412200" y="2520720"/>
          <a:ext cx="10100160" cy="3234000"/>
        </p:xfrm>
        <a:graphic>
          <a:graphicData uri="http://schemas.openxmlformats.org/drawingml/2006/table">
            <a:tbl>
              <a:tblPr/>
              <a:tblGrid>
                <a:gridCol w="1442880">
                  <a:extLst>
                    <a:ext uri="{9D8B030D-6E8A-4147-A177-3AD203B41FA5}">
                      <a16:colId xmlns:a16="http://schemas.microsoft.com/office/drawing/2014/main" val="20000"/>
                    </a:ext>
                  </a:extLst>
                </a:gridCol>
                <a:gridCol w="1442880">
                  <a:extLst>
                    <a:ext uri="{9D8B030D-6E8A-4147-A177-3AD203B41FA5}">
                      <a16:colId xmlns:a16="http://schemas.microsoft.com/office/drawing/2014/main" val="20001"/>
                    </a:ext>
                  </a:extLst>
                </a:gridCol>
                <a:gridCol w="1442880">
                  <a:extLst>
                    <a:ext uri="{9D8B030D-6E8A-4147-A177-3AD203B41FA5}">
                      <a16:colId xmlns:a16="http://schemas.microsoft.com/office/drawing/2014/main" val="20002"/>
                    </a:ext>
                  </a:extLst>
                </a:gridCol>
                <a:gridCol w="1442880">
                  <a:extLst>
                    <a:ext uri="{9D8B030D-6E8A-4147-A177-3AD203B41FA5}">
                      <a16:colId xmlns:a16="http://schemas.microsoft.com/office/drawing/2014/main" val="20003"/>
                    </a:ext>
                  </a:extLst>
                </a:gridCol>
                <a:gridCol w="1442880">
                  <a:extLst>
                    <a:ext uri="{9D8B030D-6E8A-4147-A177-3AD203B41FA5}">
                      <a16:colId xmlns:a16="http://schemas.microsoft.com/office/drawing/2014/main" val="20004"/>
                    </a:ext>
                  </a:extLst>
                </a:gridCol>
                <a:gridCol w="1442880">
                  <a:extLst>
                    <a:ext uri="{9D8B030D-6E8A-4147-A177-3AD203B41FA5}">
                      <a16:colId xmlns:a16="http://schemas.microsoft.com/office/drawing/2014/main" val="20005"/>
                    </a:ext>
                  </a:extLst>
                </a:gridCol>
                <a:gridCol w="1442880">
                  <a:extLst>
                    <a:ext uri="{9D8B030D-6E8A-4147-A177-3AD203B41FA5}">
                      <a16:colId xmlns:a16="http://schemas.microsoft.com/office/drawing/2014/main" val="20006"/>
                    </a:ext>
                  </a:extLst>
                </a:gridCol>
              </a:tblGrid>
              <a:tr h="876960">
                <a:tc>
                  <a:txBody>
                    <a:bodyPr/>
                    <a:lstStyle/>
                    <a:p>
                      <a:pPr algn="ctr">
                        <a:lnSpc>
                          <a:spcPct val="100000"/>
                        </a:lnSpc>
                      </a:pPr>
                      <a:r>
                        <a:rPr lang="tr-TR" sz="1550" b="0" u="none" strike="noStrike">
                          <a:solidFill>
                            <a:srgbClr val="FFFFFF"/>
                          </a:solidFill>
                          <a:effectLst/>
                          <a:uFillTx/>
                          <a:latin typeface="Calibri"/>
                        </a:rPr>
                        <a:t>Ana Sistem</a:t>
                      </a:r>
                      <a:endParaRPr lang="tr-TR" sz="1550" b="0" u="none" strike="noStrike">
                        <a:solidFill>
                          <a:srgbClr val="FFFFFF"/>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c>
                  <a:txBody>
                    <a:bodyPr/>
                    <a:lstStyle/>
                    <a:p>
                      <a:pPr algn="ctr">
                        <a:lnSpc>
                          <a:spcPct val="100000"/>
                        </a:lnSpc>
                      </a:pPr>
                      <a:r>
                        <a:rPr lang="tr-TR" sz="1550" b="0" u="none" strike="noStrike">
                          <a:solidFill>
                            <a:srgbClr val="FFFFFF"/>
                          </a:solidFill>
                          <a:effectLst/>
                          <a:uFillTx/>
                          <a:latin typeface="Calibri"/>
                        </a:rPr>
                        <a:t>Komponent</a:t>
                      </a:r>
                      <a:endParaRPr lang="tr-TR" sz="1550" b="0" u="none" strike="noStrike">
                        <a:solidFill>
                          <a:srgbClr val="FFFFFF"/>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c>
                  <a:txBody>
                    <a:bodyPr/>
                    <a:lstStyle/>
                    <a:p>
                      <a:pPr algn="ctr">
                        <a:lnSpc>
                          <a:spcPct val="100000"/>
                        </a:lnSpc>
                      </a:pPr>
                      <a:r>
                        <a:rPr lang="tr-TR" sz="1550" b="0" u="none" strike="noStrike">
                          <a:solidFill>
                            <a:srgbClr val="FFFFFF"/>
                          </a:solidFill>
                          <a:effectLst/>
                          <a:uFillTx/>
                          <a:latin typeface="Calibri"/>
                        </a:rPr>
                        <a:t>Malzeme</a:t>
                      </a:r>
                      <a:endParaRPr lang="tr-TR" sz="1550" b="0" u="none" strike="noStrike">
                        <a:solidFill>
                          <a:srgbClr val="FFFFFF"/>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c>
                  <a:txBody>
                    <a:bodyPr/>
                    <a:lstStyle/>
                    <a:p>
                      <a:pPr algn="ctr">
                        <a:lnSpc>
                          <a:spcPct val="100000"/>
                        </a:lnSpc>
                      </a:pPr>
                      <a:r>
                        <a:rPr lang="tr-TR" sz="1550" b="0" u="none" strike="noStrike">
                          <a:solidFill>
                            <a:srgbClr val="FFFFFF"/>
                          </a:solidFill>
                          <a:effectLst/>
                          <a:uFillTx/>
                          <a:latin typeface="Calibri"/>
                        </a:rPr>
                        <a:t>Üretim Yönteminin Adı</a:t>
                      </a:r>
                      <a:endParaRPr lang="tr-TR" sz="1550" b="0" u="none" strike="noStrike">
                        <a:solidFill>
                          <a:srgbClr val="FFFFFF"/>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c>
                  <a:txBody>
                    <a:bodyPr/>
                    <a:lstStyle/>
                    <a:p>
                      <a:pPr algn="ctr">
                        <a:lnSpc>
                          <a:spcPct val="100000"/>
                        </a:lnSpc>
                      </a:pPr>
                      <a:r>
                        <a:rPr lang="tr-TR" sz="1550" b="0" u="none" strike="noStrike">
                          <a:solidFill>
                            <a:srgbClr val="FFFFFF"/>
                          </a:solidFill>
                          <a:effectLst/>
                          <a:uFillTx/>
                          <a:latin typeface="Calibri"/>
                        </a:rPr>
                        <a:t>Çapı (mm)</a:t>
                      </a:r>
                      <a:endParaRPr lang="tr-TR" sz="1550" b="0" u="none" strike="noStrike">
                        <a:solidFill>
                          <a:srgbClr val="FFFFFF"/>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c>
                  <a:txBody>
                    <a:bodyPr/>
                    <a:lstStyle/>
                    <a:p>
                      <a:pPr algn="ctr">
                        <a:lnSpc>
                          <a:spcPct val="100000"/>
                        </a:lnSpc>
                      </a:pPr>
                      <a:r>
                        <a:rPr lang="tr-TR" sz="1550" b="0" u="none" strike="noStrike">
                          <a:solidFill>
                            <a:srgbClr val="FFFFFF"/>
                          </a:solidFill>
                          <a:effectLst/>
                          <a:uFillTx/>
                          <a:latin typeface="Calibri"/>
                        </a:rPr>
                        <a:t>Cidar (mm)</a:t>
                      </a:r>
                      <a:endParaRPr lang="tr-TR" sz="1550" b="0" u="none" strike="noStrike">
                        <a:solidFill>
                          <a:srgbClr val="FFFFFF"/>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c>
                  <a:txBody>
                    <a:bodyPr/>
                    <a:lstStyle/>
                    <a:p>
                      <a:pPr algn="ctr">
                        <a:lnSpc>
                          <a:spcPct val="100000"/>
                        </a:lnSpc>
                      </a:pPr>
                      <a:r>
                        <a:rPr lang="tr-TR" sz="1550" b="0" u="none" strike="noStrike">
                          <a:solidFill>
                            <a:srgbClr val="FFFFFF"/>
                          </a:solidFill>
                          <a:effectLst/>
                          <a:uFillTx/>
                          <a:latin typeface="Calibri"/>
                        </a:rPr>
                        <a:t>Uzunluk</a:t>
                      </a:r>
                      <a:endParaRPr lang="tr-TR" sz="1550" b="0" u="none" strike="noStrike">
                        <a:solidFill>
                          <a:srgbClr val="FFFFFF"/>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extLst>
                  <a:ext uri="{0D108BD9-81ED-4DB2-BD59-A6C34878D82A}">
                    <a16:rowId xmlns:a16="http://schemas.microsoft.com/office/drawing/2014/main" val="10000"/>
                  </a:ext>
                </a:extLst>
              </a:tr>
              <a:tr h="355320">
                <a:tc rowSpan="3">
                  <a:txBody>
                    <a:bodyPr/>
                    <a:lstStyle/>
                    <a:p>
                      <a:pPr algn="ctr">
                        <a:lnSpc>
                          <a:spcPct val="100000"/>
                        </a:lnSpc>
                      </a:pPr>
                      <a:r>
                        <a:rPr lang="tr-TR" sz="1550" b="0" u="none" strike="noStrike">
                          <a:solidFill>
                            <a:srgbClr val="000000"/>
                          </a:solidFill>
                          <a:effectLst/>
                          <a:uFillTx/>
                          <a:latin typeface="Calibri"/>
                        </a:rPr>
                        <a:t>Gövde Parçaları</a:t>
                      </a:r>
                      <a:endParaRPr lang="tr-TR" sz="1550" b="0" u="none" strike="noStrike">
                        <a:solidFill>
                          <a:srgbClr val="000000"/>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pPr algn="ctr">
                        <a:lnSpc>
                          <a:spcPct val="100000"/>
                        </a:lnSpc>
                      </a:pPr>
                      <a:r>
                        <a:rPr lang="tr-TR" sz="1550" b="0" u="none" strike="noStrike">
                          <a:solidFill>
                            <a:srgbClr val="000000"/>
                          </a:solidFill>
                          <a:effectLst/>
                          <a:uFillTx/>
                          <a:latin typeface="Calibri"/>
                        </a:rPr>
                        <a:t>Burun Konisi</a:t>
                      </a:r>
                      <a:endParaRPr lang="tr-TR" sz="1550" b="0" u="none" strike="noStrike">
                        <a:solidFill>
                          <a:srgbClr val="000000"/>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pPr algn="ctr">
                        <a:lnSpc>
                          <a:spcPct val="100000"/>
                        </a:lnSpc>
                      </a:pPr>
                      <a:r>
                        <a:rPr lang="tr-TR" sz="1550" b="0" u="none" strike="noStrike">
                          <a:solidFill>
                            <a:srgbClr val="000000"/>
                          </a:solidFill>
                          <a:effectLst/>
                          <a:uFillTx/>
                          <a:latin typeface="Calibri"/>
                        </a:rPr>
                        <a:t>Fiberglass</a:t>
                      </a:r>
                      <a:endParaRPr lang="tr-TR" sz="1550" b="0" u="none" strike="noStrike">
                        <a:solidFill>
                          <a:srgbClr val="000000"/>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pPr algn="ctr">
                        <a:lnSpc>
                          <a:spcPct val="100000"/>
                        </a:lnSpc>
                      </a:pPr>
                      <a:r>
                        <a:rPr lang="tr-TR" sz="1550" b="0" u="none" strike="noStrike">
                          <a:solidFill>
                            <a:srgbClr val="000000"/>
                          </a:solidFill>
                          <a:effectLst/>
                          <a:uFillTx/>
                          <a:latin typeface="Calibri"/>
                        </a:rPr>
                        <a:t>Elle yatırma</a:t>
                      </a:r>
                      <a:endParaRPr lang="tr-TR" sz="1550" b="0" u="none" strike="noStrike">
                        <a:solidFill>
                          <a:srgbClr val="000000"/>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pPr algn="ctr">
                        <a:lnSpc>
                          <a:spcPct val="100000"/>
                        </a:lnSpc>
                      </a:pPr>
                      <a:r>
                        <a:rPr lang="tr-TR" sz="1550" b="0" u="none" strike="noStrike">
                          <a:solidFill>
                            <a:srgbClr val="000000"/>
                          </a:solidFill>
                          <a:effectLst/>
                          <a:uFillTx/>
                          <a:latin typeface="Calibri"/>
                        </a:rPr>
                        <a:t>120</a:t>
                      </a:r>
                      <a:endParaRPr lang="tr-TR" sz="1550" b="0" u="none" strike="noStrike">
                        <a:solidFill>
                          <a:srgbClr val="000000"/>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pPr algn="ctr">
                        <a:lnSpc>
                          <a:spcPct val="100000"/>
                        </a:lnSpc>
                      </a:pPr>
                      <a:r>
                        <a:rPr lang="tr-TR" sz="1550" b="0" u="none" strike="noStrike">
                          <a:solidFill>
                            <a:srgbClr val="000000"/>
                          </a:solidFill>
                          <a:effectLst/>
                          <a:uFillTx/>
                          <a:latin typeface="Calibri"/>
                        </a:rPr>
                        <a:t>2</a:t>
                      </a:r>
                      <a:endParaRPr lang="tr-TR" sz="1550" b="0" u="none" strike="noStrike">
                        <a:solidFill>
                          <a:srgbClr val="000000"/>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pPr algn="ctr">
                        <a:lnSpc>
                          <a:spcPct val="100000"/>
                        </a:lnSpc>
                      </a:pPr>
                      <a:r>
                        <a:rPr lang="tr-TR" sz="1550" b="0" u="none" strike="noStrike">
                          <a:solidFill>
                            <a:srgbClr val="000000"/>
                          </a:solidFill>
                          <a:effectLst/>
                          <a:uFillTx/>
                          <a:latin typeface="Calibri"/>
                        </a:rPr>
                        <a:t>600</a:t>
                      </a:r>
                      <a:endParaRPr lang="tr-TR" sz="1550" b="0" u="none" strike="noStrike">
                        <a:solidFill>
                          <a:srgbClr val="000000"/>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extLst>
                  <a:ext uri="{0D108BD9-81ED-4DB2-BD59-A6C34878D82A}">
                    <a16:rowId xmlns:a16="http://schemas.microsoft.com/office/drawing/2014/main" val="10001"/>
                  </a:ext>
                </a:extLst>
              </a:tr>
              <a:tr h="561240">
                <a:tc vMerge="1">
                  <a:txBody>
                    <a:bodyPr/>
                    <a:lstStyle/>
                    <a:p>
                      <a:endParaRPr lang="tr-TR"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a:lnSpc>
                          <a:spcPct val="100000"/>
                        </a:lnSpc>
                      </a:pPr>
                      <a:r>
                        <a:rPr lang="tr-TR" sz="1550" b="0" u="none" strike="noStrike">
                          <a:solidFill>
                            <a:srgbClr val="000000"/>
                          </a:solidFill>
                          <a:effectLst/>
                          <a:uFillTx/>
                          <a:latin typeface="Calibri"/>
                        </a:rPr>
                        <a:t>Üst Gövde</a:t>
                      </a:r>
                      <a:endParaRPr lang="tr-TR" sz="1550" b="0" u="none" strike="noStrike">
                        <a:solidFill>
                          <a:srgbClr val="000000"/>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lstStyle/>
                    <a:p>
                      <a:pPr algn="ctr" defTabSz="914400">
                        <a:lnSpc>
                          <a:spcPct val="100000"/>
                        </a:lnSpc>
                        <a:tabLst>
                          <a:tab pos="0" algn="l"/>
                        </a:tabLst>
                      </a:pPr>
                      <a:r>
                        <a:rPr lang="tr-TR" sz="1550" b="0" u="none" strike="noStrike">
                          <a:solidFill>
                            <a:srgbClr val="000000"/>
                          </a:solidFill>
                          <a:effectLst/>
                          <a:uFillTx/>
                          <a:latin typeface="Calibri"/>
                        </a:rPr>
                        <a:t>Fiberglass</a:t>
                      </a:r>
                      <a:endParaRPr lang="tr-TR" sz="1550" b="0" u="none" strike="noStrike">
                        <a:solidFill>
                          <a:srgbClr val="000000"/>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lstStyle/>
                    <a:p>
                      <a:pPr algn="ctr">
                        <a:lnSpc>
                          <a:spcPct val="100000"/>
                        </a:lnSpc>
                      </a:pPr>
                      <a:r>
                        <a:rPr lang="tr-TR" sz="1550" b="0" u="none" strike="noStrike">
                          <a:solidFill>
                            <a:srgbClr val="000000"/>
                          </a:solidFill>
                          <a:effectLst/>
                          <a:uFillTx/>
                          <a:latin typeface="Calibri"/>
                        </a:rPr>
                        <a:t>Vakum infüzyon</a:t>
                      </a:r>
                      <a:endParaRPr lang="tr-TR" sz="1550" b="0" u="none" strike="noStrike">
                        <a:solidFill>
                          <a:srgbClr val="000000"/>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lstStyle/>
                    <a:p>
                      <a:pPr algn="ctr">
                        <a:lnSpc>
                          <a:spcPct val="100000"/>
                        </a:lnSpc>
                      </a:pPr>
                      <a:r>
                        <a:rPr lang="tr-TR" sz="1550" b="0" u="none" strike="noStrike">
                          <a:solidFill>
                            <a:srgbClr val="000000"/>
                          </a:solidFill>
                          <a:effectLst/>
                          <a:uFillTx/>
                          <a:latin typeface="Calibri"/>
                        </a:rPr>
                        <a:t>120</a:t>
                      </a:r>
                      <a:endParaRPr lang="tr-TR" sz="1550" b="0" u="none" strike="noStrike">
                        <a:solidFill>
                          <a:srgbClr val="000000"/>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lstStyle/>
                    <a:p>
                      <a:pPr algn="ctr">
                        <a:lnSpc>
                          <a:spcPct val="100000"/>
                        </a:lnSpc>
                      </a:pPr>
                      <a:r>
                        <a:rPr lang="tr-TR" sz="1550" b="0" u="none" strike="noStrike">
                          <a:solidFill>
                            <a:srgbClr val="000000"/>
                          </a:solidFill>
                          <a:effectLst/>
                          <a:uFillTx/>
                          <a:latin typeface="Calibri"/>
                        </a:rPr>
                        <a:t>2</a:t>
                      </a:r>
                      <a:endParaRPr lang="tr-TR" sz="1550" b="0" u="none" strike="noStrike">
                        <a:solidFill>
                          <a:srgbClr val="000000"/>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lstStyle/>
                    <a:p>
                      <a:pPr algn="ctr">
                        <a:lnSpc>
                          <a:spcPct val="100000"/>
                        </a:lnSpc>
                      </a:pPr>
                      <a:r>
                        <a:rPr lang="tr-TR" sz="1550" b="0" u="none" strike="noStrike">
                          <a:solidFill>
                            <a:srgbClr val="000000"/>
                          </a:solidFill>
                          <a:effectLst/>
                          <a:uFillTx/>
                          <a:latin typeface="Calibri"/>
                        </a:rPr>
                        <a:t>1000</a:t>
                      </a:r>
                      <a:endParaRPr lang="tr-TR" sz="1550" b="0" u="none" strike="noStrike">
                        <a:solidFill>
                          <a:srgbClr val="000000"/>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extLst>
                  <a:ext uri="{0D108BD9-81ED-4DB2-BD59-A6C34878D82A}">
                    <a16:rowId xmlns:a16="http://schemas.microsoft.com/office/drawing/2014/main" val="10002"/>
                  </a:ext>
                </a:extLst>
              </a:tr>
              <a:tr h="561240">
                <a:tc vMerge="1">
                  <a:txBody>
                    <a:bodyPr/>
                    <a:lstStyle/>
                    <a:p>
                      <a:endParaRPr lang="tr-TR"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a:lnSpc>
                          <a:spcPct val="100000"/>
                        </a:lnSpc>
                      </a:pPr>
                      <a:r>
                        <a:rPr lang="tr-TR" sz="1550" b="0" u="none" strike="noStrike">
                          <a:solidFill>
                            <a:srgbClr val="000000"/>
                          </a:solidFill>
                          <a:effectLst/>
                          <a:uFillTx/>
                          <a:latin typeface="Calibri"/>
                        </a:rPr>
                        <a:t>Alt Gövde</a:t>
                      </a:r>
                      <a:endParaRPr lang="tr-TR" sz="1550" b="0" u="none" strike="noStrike">
                        <a:solidFill>
                          <a:srgbClr val="000000"/>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pPr algn="ctr" defTabSz="914400">
                        <a:lnSpc>
                          <a:spcPct val="100000"/>
                        </a:lnSpc>
                        <a:tabLst>
                          <a:tab pos="0" algn="l"/>
                        </a:tabLst>
                      </a:pPr>
                      <a:r>
                        <a:rPr lang="tr-TR" sz="1550" b="0" u="none" strike="noStrike">
                          <a:solidFill>
                            <a:srgbClr val="000000"/>
                          </a:solidFill>
                          <a:effectLst/>
                          <a:uFillTx/>
                          <a:latin typeface="Calibri"/>
                        </a:rPr>
                        <a:t>Fiberglass</a:t>
                      </a:r>
                      <a:endParaRPr lang="tr-TR" sz="1550" b="0" u="none" strike="noStrike">
                        <a:solidFill>
                          <a:srgbClr val="000000"/>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pPr algn="ctr" defTabSz="914400">
                        <a:lnSpc>
                          <a:spcPct val="100000"/>
                        </a:lnSpc>
                        <a:tabLst>
                          <a:tab pos="0" algn="l"/>
                        </a:tabLst>
                      </a:pPr>
                      <a:r>
                        <a:rPr lang="tr-TR" sz="1550" b="0" u="none" strike="noStrike">
                          <a:solidFill>
                            <a:srgbClr val="000000"/>
                          </a:solidFill>
                          <a:effectLst/>
                          <a:uFillTx/>
                          <a:latin typeface="Calibri"/>
                        </a:rPr>
                        <a:t>Vakum infüzyon</a:t>
                      </a:r>
                      <a:endParaRPr lang="tr-TR" sz="1550" b="0" u="none" strike="noStrike">
                        <a:solidFill>
                          <a:srgbClr val="000000"/>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pPr algn="ctr" defTabSz="914400">
                        <a:lnSpc>
                          <a:spcPct val="100000"/>
                        </a:lnSpc>
                        <a:tabLst>
                          <a:tab pos="0" algn="l"/>
                        </a:tabLst>
                      </a:pPr>
                      <a:r>
                        <a:rPr lang="tr-TR" sz="1550" b="0" u="none" strike="noStrike">
                          <a:solidFill>
                            <a:srgbClr val="000000"/>
                          </a:solidFill>
                          <a:effectLst/>
                          <a:uFillTx/>
                          <a:latin typeface="Calibri"/>
                        </a:rPr>
                        <a:t>120</a:t>
                      </a:r>
                      <a:endParaRPr lang="tr-TR" sz="1550" b="0" u="none" strike="noStrike">
                        <a:solidFill>
                          <a:srgbClr val="000000"/>
                        </a:solidFill>
                        <a:effectLst/>
                        <a:uFillTx/>
                        <a:latin typeface="Arial"/>
                      </a:endParaRPr>
                    </a:p>
                    <a:p>
                      <a:pPr algn="ctr" defTabSz="914400">
                        <a:lnSpc>
                          <a:spcPct val="100000"/>
                        </a:lnSpc>
                        <a:tabLst>
                          <a:tab pos="0" algn="l"/>
                        </a:tabLst>
                      </a:pPr>
                      <a:endParaRPr lang="tr-TR" sz="1550" b="0" u="none" strike="noStrike">
                        <a:solidFill>
                          <a:srgbClr val="000000"/>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pPr algn="ctr">
                        <a:lnSpc>
                          <a:spcPct val="100000"/>
                        </a:lnSpc>
                      </a:pPr>
                      <a:r>
                        <a:rPr lang="tr-TR" sz="1550" b="0" u="none" strike="noStrike">
                          <a:solidFill>
                            <a:srgbClr val="000000"/>
                          </a:solidFill>
                          <a:effectLst/>
                          <a:uFillTx/>
                          <a:latin typeface="Calibri"/>
                        </a:rPr>
                        <a:t>2</a:t>
                      </a:r>
                      <a:endParaRPr lang="tr-TR" sz="1550" b="0" u="none" strike="noStrike">
                        <a:solidFill>
                          <a:srgbClr val="000000"/>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pPr algn="ctr">
                        <a:lnSpc>
                          <a:spcPct val="100000"/>
                        </a:lnSpc>
                      </a:pPr>
                      <a:r>
                        <a:rPr lang="tr-TR" sz="1550" b="0" u="none" strike="noStrike">
                          <a:solidFill>
                            <a:srgbClr val="000000"/>
                          </a:solidFill>
                          <a:effectLst/>
                          <a:uFillTx/>
                          <a:latin typeface="Calibri"/>
                        </a:rPr>
                        <a:t>1000</a:t>
                      </a:r>
                      <a:endParaRPr lang="tr-TR" sz="1550" b="0" u="none" strike="noStrike">
                        <a:solidFill>
                          <a:srgbClr val="000000"/>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extLst>
                  <a:ext uri="{0D108BD9-81ED-4DB2-BD59-A6C34878D82A}">
                    <a16:rowId xmlns:a16="http://schemas.microsoft.com/office/drawing/2014/main" val="10003"/>
                  </a:ext>
                </a:extLst>
              </a:tr>
              <a:tr h="355320">
                <a:tc rowSpan="2">
                  <a:txBody>
                    <a:bodyPr/>
                    <a:lstStyle/>
                    <a:p>
                      <a:pPr algn="ctr">
                        <a:lnSpc>
                          <a:spcPct val="100000"/>
                        </a:lnSpc>
                      </a:pPr>
                      <a:r>
                        <a:rPr lang="tr-TR" sz="1550" b="0" u="none" strike="noStrike">
                          <a:solidFill>
                            <a:srgbClr val="000000"/>
                          </a:solidFill>
                          <a:effectLst/>
                          <a:uFillTx/>
                          <a:latin typeface="Calibri"/>
                        </a:rPr>
                        <a:t>Soğuk Gaz İtki Sistemi</a:t>
                      </a:r>
                      <a:endParaRPr lang="tr-TR" sz="1550" b="0" u="none" strike="noStrike">
                        <a:solidFill>
                          <a:srgbClr val="000000"/>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lstStyle/>
                    <a:p>
                      <a:pPr algn="ctr">
                        <a:lnSpc>
                          <a:spcPct val="100000"/>
                        </a:lnSpc>
                      </a:pPr>
                      <a:r>
                        <a:rPr lang="tr-TR" sz="1550" b="0" u="none" strike="noStrike">
                          <a:solidFill>
                            <a:srgbClr val="000000"/>
                          </a:solidFill>
                          <a:effectLst/>
                          <a:uFillTx/>
                          <a:latin typeface="Calibri"/>
                        </a:rPr>
                        <a:t>Lüle</a:t>
                      </a:r>
                      <a:endParaRPr lang="tr-TR" sz="1550" b="0" u="none" strike="noStrike">
                        <a:solidFill>
                          <a:srgbClr val="000000"/>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lstStyle/>
                    <a:p>
                      <a:pPr algn="ctr">
                        <a:lnSpc>
                          <a:spcPct val="100000"/>
                        </a:lnSpc>
                      </a:pPr>
                      <a:r>
                        <a:rPr lang="tr-TR" sz="1550" b="0" u="none" strike="noStrike">
                          <a:solidFill>
                            <a:srgbClr val="000000"/>
                          </a:solidFill>
                          <a:effectLst/>
                          <a:uFillTx/>
                          <a:latin typeface="Calibri"/>
                        </a:rPr>
                        <a:t>Alüminyum</a:t>
                      </a:r>
                      <a:endParaRPr lang="tr-TR" sz="1550" b="0" u="none" strike="noStrike">
                        <a:solidFill>
                          <a:srgbClr val="000000"/>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lstStyle/>
                    <a:p>
                      <a:pPr algn="ctr">
                        <a:lnSpc>
                          <a:spcPct val="100000"/>
                        </a:lnSpc>
                      </a:pPr>
                      <a:r>
                        <a:rPr lang="tr-TR" sz="1550" b="0" u="none" strike="noStrike">
                          <a:solidFill>
                            <a:srgbClr val="000000"/>
                          </a:solidFill>
                          <a:effectLst/>
                          <a:uFillTx/>
                          <a:latin typeface="Calibri"/>
                        </a:rPr>
                        <a:t>CNC</a:t>
                      </a:r>
                      <a:endParaRPr lang="tr-TR" sz="1550" b="0" u="none" strike="noStrike">
                        <a:solidFill>
                          <a:srgbClr val="000000"/>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lstStyle/>
                    <a:p>
                      <a:pPr algn="ctr">
                        <a:lnSpc>
                          <a:spcPct val="100000"/>
                        </a:lnSpc>
                      </a:pPr>
                      <a:r>
                        <a:rPr lang="tr-TR" sz="1550" b="0" u="none" strike="noStrike">
                          <a:solidFill>
                            <a:srgbClr val="000000"/>
                          </a:solidFill>
                          <a:effectLst/>
                          <a:uFillTx/>
                          <a:latin typeface="Calibri"/>
                        </a:rPr>
                        <a:t>20</a:t>
                      </a:r>
                      <a:endParaRPr lang="tr-TR" sz="1550" b="0" u="none" strike="noStrike">
                        <a:solidFill>
                          <a:srgbClr val="000000"/>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lstStyle/>
                    <a:p>
                      <a:pPr algn="ctr">
                        <a:lnSpc>
                          <a:spcPct val="100000"/>
                        </a:lnSpc>
                      </a:pPr>
                      <a:r>
                        <a:rPr lang="tr-TR" sz="1550" b="0" u="none" strike="noStrike">
                          <a:solidFill>
                            <a:srgbClr val="000000"/>
                          </a:solidFill>
                          <a:effectLst/>
                          <a:uFillTx/>
                          <a:latin typeface="Calibri"/>
                        </a:rPr>
                        <a:t>5</a:t>
                      </a:r>
                      <a:endParaRPr lang="tr-TR" sz="1550" b="0" u="none" strike="noStrike">
                        <a:solidFill>
                          <a:srgbClr val="000000"/>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lstStyle/>
                    <a:p>
                      <a:pPr algn="ctr">
                        <a:lnSpc>
                          <a:spcPct val="100000"/>
                        </a:lnSpc>
                      </a:pPr>
                      <a:r>
                        <a:rPr lang="tr-TR" sz="1550" b="0" u="none" strike="noStrike">
                          <a:solidFill>
                            <a:srgbClr val="000000"/>
                          </a:solidFill>
                          <a:effectLst/>
                          <a:uFillTx/>
                          <a:latin typeface="Calibri"/>
                        </a:rPr>
                        <a:t>40</a:t>
                      </a:r>
                      <a:endParaRPr lang="tr-TR" sz="1550" b="0" u="none" strike="noStrike">
                        <a:solidFill>
                          <a:srgbClr val="000000"/>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extLst>
                  <a:ext uri="{0D108BD9-81ED-4DB2-BD59-A6C34878D82A}">
                    <a16:rowId xmlns:a16="http://schemas.microsoft.com/office/drawing/2014/main" val="10004"/>
                  </a:ext>
                </a:extLst>
              </a:tr>
              <a:tr h="521280">
                <a:tc vMerge="1">
                  <a:txBody>
                    <a:bodyPr/>
                    <a:lstStyle/>
                    <a:p>
                      <a:endParaRPr lang="tr-TR"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a:lnSpc>
                          <a:spcPct val="100000"/>
                        </a:lnSpc>
                      </a:pPr>
                      <a:r>
                        <a:rPr lang="tr-TR" sz="1550" b="0" u="none" strike="noStrike">
                          <a:solidFill>
                            <a:srgbClr val="000000"/>
                          </a:solidFill>
                          <a:effectLst/>
                          <a:uFillTx/>
                          <a:latin typeface="Calibri"/>
                        </a:rPr>
                        <a:t>Tank</a:t>
                      </a:r>
                      <a:endParaRPr lang="tr-TR" sz="1550" b="0" u="none" strike="noStrike">
                        <a:solidFill>
                          <a:srgbClr val="000000"/>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pPr algn="ctr">
                        <a:lnSpc>
                          <a:spcPct val="100000"/>
                        </a:lnSpc>
                      </a:pPr>
                      <a:r>
                        <a:rPr lang="tr-TR" sz="1550" b="0" u="none" strike="noStrike">
                          <a:solidFill>
                            <a:srgbClr val="000000"/>
                          </a:solidFill>
                          <a:effectLst/>
                          <a:uFillTx/>
                          <a:latin typeface="Calibri"/>
                        </a:rPr>
                        <a:t>Kompozit</a:t>
                      </a:r>
                      <a:endParaRPr lang="tr-TR" sz="1550" b="0" u="none" strike="noStrike">
                        <a:solidFill>
                          <a:srgbClr val="000000"/>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pPr algn="ctr">
                        <a:lnSpc>
                          <a:spcPct val="100000"/>
                        </a:lnSpc>
                      </a:pPr>
                      <a:r>
                        <a:rPr lang="tr-TR" sz="1550" b="0" u="none" strike="noStrike">
                          <a:solidFill>
                            <a:srgbClr val="000000"/>
                          </a:solidFill>
                          <a:effectLst/>
                          <a:uFillTx/>
                          <a:latin typeface="Calibri"/>
                        </a:rPr>
                        <a:t>-</a:t>
                      </a:r>
                      <a:endParaRPr lang="tr-TR" sz="1550" b="0" u="none" strike="noStrike">
                        <a:solidFill>
                          <a:srgbClr val="000000"/>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pPr algn="ctr">
                        <a:lnSpc>
                          <a:spcPct val="100000"/>
                        </a:lnSpc>
                      </a:pPr>
                      <a:r>
                        <a:rPr lang="tr-TR" sz="1550" b="0" u="none" strike="noStrike">
                          <a:solidFill>
                            <a:srgbClr val="000000"/>
                          </a:solidFill>
                          <a:effectLst/>
                          <a:uFillTx/>
                          <a:latin typeface="Calibri"/>
                        </a:rPr>
                        <a:t>170</a:t>
                      </a:r>
                      <a:endParaRPr lang="tr-TR" sz="1550" b="0" u="none" strike="noStrike">
                        <a:solidFill>
                          <a:srgbClr val="000000"/>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pPr algn="ctr">
                        <a:lnSpc>
                          <a:spcPct val="100000"/>
                        </a:lnSpc>
                      </a:pPr>
                      <a:r>
                        <a:rPr lang="tr-TR" sz="1550" b="0" u="none" strike="noStrike">
                          <a:solidFill>
                            <a:srgbClr val="000000"/>
                          </a:solidFill>
                          <a:effectLst/>
                          <a:uFillTx/>
                          <a:latin typeface="Calibri"/>
                        </a:rPr>
                        <a:t>5</a:t>
                      </a:r>
                      <a:endParaRPr lang="tr-TR" sz="1550" b="0" u="none" strike="noStrike">
                        <a:solidFill>
                          <a:srgbClr val="000000"/>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pPr algn="ctr">
                        <a:lnSpc>
                          <a:spcPct val="100000"/>
                        </a:lnSpc>
                      </a:pPr>
                      <a:r>
                        <a:rPr lang="tr-TR" sz="1550" b="0" u="none" strike="noStrike">
                          <a:solidFill>
                            <a:srgbClr val="000000"/>
                          </a:solidFill>
                          <a:effectLst/>
                          <a:uFillTx/>
                          <a:latin typeface="Calibri"/>
                        </a:rPr>
                        <a:t>560</a:t>
                      </a:r>
                      <a:endParaRPr lang="tr-TR" sz="1550" b="0" u="none" strike="noStrike">
                        <a:solidFill>
                          <a:srgbClr val="000000"/>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extLst>
                  <a:ext uri="{0D108BD9-81ED-4DB2-BD59-A6C34878D82A}">
                    <a16:rowId xmlns:a16="http://schemas.microsoft.com/office/drawing/2014/main" val="10005"/>
                  </a:ext>
                </a:extLst>
              </a:tr>
            </a:tbl>
          </a:graphicData>
        </a:graphic>
      </p:graphicFrame>
      <p:sp>
        <p:nvSpPr>
          <p:cNvPr id="338" name="TextBox 18"/>
          <p:cNvSpPr/>
          <p:nvPr/>
        </p:nvSpPr>
        <p:spPr>
          <a:xfrm rot="19567200">
            <a:off x="3333600" y="3655080"/>
            <a:ext cx="4025160" cy="9835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tr-TR" sz="5790" b="1" u="none" strike="noStrike">
                <a:solidFill>
                  <a:srgbClr val="FF0000"/>
                </a:solidFill>
                <a:effectLst/>
                <a:uFillTx/>
                <a:latin typeface="Arial"/>
              </a:rPr>
              <a:t>ÖRNEKTİR</a:t>
            </a:r>
            <a:endParaRPr lang="tr-TR" sz="5790" b="0" u="none" strike="noStrike">
              <a:solidFill>
                <a:srgbClr val="000000"/>
              </a:solidFill>
              <a:effectLst/>
              <a:uFillTx/>
              <a:latin typeface="Arial"/>
            </a:endParaRPr>
          </a:p>
        </p:txBody>
      </p:sp>
      <p:sp>
        <p:nvSpPr>
          <p:cNvPr id="339" name="PlaceHolder 3"/>
          <p:cNvSpPr>
            <a:spLocks noGrp="1"/>
          </p:cNvSpPr>
          <p:nvPr>
            <p:ph type="dt" idx="93"/>
          </p:nvPr>
        </p:nvSpPr>
        <p:spPr>
          <a:xfrm>
            <a:off x="802800" y="6981840"/>
            <a:ext cx="1320840" cy="16128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E2467B78-B5E3-4634-97C1-B012629099A7}" type="datetime2">
              <a:rPr lang="tr-TR" sz="1050" b="0" u="none" strike="noStrike">
                <a:solidFill>
                  <a:srgbClr val="898989"/>
                </a:solidFill>
                <a:effectLst/>
                <a:uFillTx/>
                <a:latin typeface="Calibri"/>
              </a:rPr>
              <a:t>21 Nisan 2026 Salı</a:t>
            </a:fld>
            <a:endParaRPr lang="tr-TR" sz="1050" b="0" u="none" strike="noStrike">
              <a:solidFill>
                <a:srgbClr val="000000"/>
              </a:solidFill>
              <a:effectLst/>
              <a:uFillTx/>
              <a:latin typeface="Times New Roman"/>
            </a:endParaRPr>
          </a:p>
        </p:txBody>
      </p:sp>
      <p:sp>
        <p:nvSpPr>
          <p:cNvPr id="340" name="PlaceHolder 4"/>
          <p:cNvSpPr>
            <a:spLocks noGrp="1"/>
          </p:cNvSpPr>
          <p:nvPr>
            <p:ph type="ftr" idx="94"/>
          </p:nvPr>
        </p:nvSpPr>
        <p:spPr>
          <a:xfrm>
            <a:off x="3542040" y="6890040"/>
            <a:ext cx="3608640" cy="320040"/>
          </a:xfrm>
          <a:prstGeom prst="rect">
            <a:avLst/>
          </a:prstGeom>
          <a:noFill/>
          <a:ln w="0">
            <a:noFill/>
          </a:ln>
        </p:spPr>
        <p:txBody>
          <a:bodyPr lIns="0" tIns="0" rIns="0" bIns="0" anchor="t">
            <a:noAutofit/>
          </a:bodyPr>
          <a:lstStyle>
            <a:lvl1pPr indent="0" algn="ctr">
              <a:lnSpc>
                <a:spcPct val="100000"/>
              </a:lnSpc>
              <a:buNone/>
              <a:defRPr lang="tr-TR" sz="1050" b="0" u="none" strike="noStrike">
                <a:solidFill>
                  <a:srgbClr val="898989"/>
                </a:solidFill>
                <a:effectLst/>
                <a:uFillTx/>
                <a:latin typeface="Calibri"/>
              </a:defRPr>
            </a:lvl1pPr>
          </a:lstStyle>
          <a:p>
            <a:pPr indent="0" algn="ctr">
              <a:lnSpc>
                <a:spcPct val="100000"/>
              </a:lnSpc>
              <a:buNone/>
            </a:pPr>
            <a:r>
              <a:rPr lang="tr-TR" sz="1050" b="0" u="none" strike="noStrike" dirty="0">
                <a:solidFill>
                  <a:srgbClr val="898989"/>
                </a:solidFill>
                <a:effectLst/>
                <a:uFillTx/>
                <a:latin typeface="Calibri"/>
              </a:rPr>
              <a:t>2026 TEKNOFEST DİKEY İNİŞLİ ROKET YARIŞMASI</a:t>
            </a:r>
            <a:br>
              <a:rPr sz="1050" dirty="0"/>
            </a:br>
            <a:r>
              <a:rPr lang="tr-TR" sz="1050" b="0" u="none" strike="noStrike" dirty="0">
                <a:solidFill>
                  <a:srgbClr val="898989"/>
                </a:solidFill>
                <a:effectLst/>
                <a:uFillTx/>
                <a:latin typeface="Calibri"/>
              </a:rPr>
              <a:t> </a:t>
            </a:r>
            <a:r>
              <a:rPr lang="en-US" sz="1050" b="0" u="none" strike="noStrike" dirty="0">
                <a:solidFill>
                  <a:srgbClr val="898989"/>
                </a:solidFill>
                <a:effectLst/>
                <a:uFillTx/>
                <a:latin typeface="Calibri"/>
              </a:rPr>
              <a:t>KRİTİK</a:t>
            </a:r>
            <a:r>
              <a:rPr lang="tr-TR" sz="1050" b="0" u="none" strike="noStrike" dirty="0">
                <a:solidFill>
                  <a:srgbClr val="898989"/>
                </a:solidFill>
                <a:effectLst/>
                <a:uFillTx/>
                <a:latin typeface="Calibri"/>
              </a:rPr>
              <a:t> TASARIM RAPORU (</a:t>
            </a:r>
            <a:r>
              <a:rPr lang="en-US" sz="1050" b="0" u="none" strike="noStrike" dirty="0">
                <a:solidFill>
                  <a:srgbClr val="898989"/>
                </a:solidFill>
                <a:effectLst/>
                <a:uFillTx/>
                <a:latin typeface="Calibri"/>
              </a:rPr>
              <a:t>K</a:t>
            </a:r>
            <a:r>
              <a:rPr lang="tr-TR" sz="1050" b="0" u="none" strike="noStrike" dirty="0">
                <a:solidFill>
                  <a:srgbClr val="898989"/>
                </a:solidFill>
                <a:effectLst/>
                <a:uFillTx/>
                <a:latin typeface="Calibri"/>
              </a:rPr>
              <a:t>TR)</a:t>
            </a:r>
            <a:endParaRPr lang="tr-TR" sz="1050" b="0" u="none" strike="noStrike" dirty="0">
              <a:solidFill>
                <a:srgbClr val="000000"/>
              </a:solidFill>
              <a:effectLst/>
              <a:uFillTx/>
              <a:latin typeface="Times New Roman"/>
            </a:endParaRPr>
          </a:p>
        </p:txBody>
      </p:sp>
      <p:sp>
        <p:nvSpPr>
          <p:cNvPr id="341" name="TextBox 12"/>
          <p:cNvSpPr/>
          <p:nvPr/>
        </p:nvSpPr>
        <p:spPr>
          <a:xfrm>
            <a:off x="6480" y="544680"/>
            <a:ext cx="1027440" cy="569880"/>
          </a:xfrm>
          <a:prstGeom prst="rect">
            <a:avLst/>
          </a:prstGeom>
          <a:noFill/>
          <a:ln w="0">
            <a:solidFill>
              <a:srgbClr val="000000"/>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tr-TR" sz="1550" b="0" u="none" strike="noStrike">
                <a:solidFill>
                  <a:srgbClr val="000000"/>
                </a:solidFill>
                <a:effectLst/>
                <a:uFillTx/>
                <a:latin typeface="Calibri"/>
              </a:rPr>
              <a:t>Takım Logosu</a:t>
            </a:r>
            <a:endParaRPr lang="tr-TR" sz="1550" b="0" u="none" strike="noStrike">
              <a:solidFill>
                <a:srgbClr val="000000"/>
              </a:solidFill>
              <a:effectLst/>
              <a:uFillTx/>
              <a:latin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 name="PlaceHolder 1"/>
          <p:cNvSpPr>
            <a:spLocks noGrp="1"/>
          </p:cNvSpPr>
          <p:nvPr>
            <p:ph type="title"/>
          </p:nvPr>
        </p:nvSpPr>
        <p:spPr>
          <a:xfrm>
            <a:off x="1116000" y="527400"/>
            <a:ext cx="8019720" cy="658440"/>
          </a:xfrm>
          <a:prstGeom prst="rect">
            <a:avLst/>
          </a:prstGeom>
          <a:noFill/>
          <a:ln w="0">
            <a:noFill/>
          </a:ln>
        </p:spPr>
        <p:txBody>
          <a:bodyPr lIns="0" tIns="0" rIns="0" bIns="0" anchor="b">
            <a:noAutofit/>
          </a:bodyPr>
          <a:lstStyle/>
          <a:p>
            <a:pPr indent="0" algn="ctr">
              <a:lnSpc>
                <a:spcPct val="100000"/>
              </a:lnSpc>
              <a:buNone/>
            </a:pPr>
            <a:r>
              <a:rPr lang="tr-TR" sz="3950" b="1" u="none" strike="noStrike">
                <a:solidFill>
                  <a:srgbClr val="0070C0"/>
                </a:solidFill>
                <a:effectLst/>
                <a:uFillTx/>
                <a:latin typeface="Calibri"/>
              </a:rPr>
              <a:t>Mekanik Görünüm &amp; Detay </a:t>
            </a:r>
            <a:endParaRPr lang="tr-TR" sz="3950" b="0" u="none" strike="noStrike">
              <a:solidFill>
                <a:srgbClr val="000000"/>
              </a:solidFill>
              <a:effectLst/>
              <a:uFillTx/>
              <a:latin typeface="Calibri"/>
            </a:endParaRPr>
          </a:p>
        </p:txBody>
      </p:sp>
      <p:cxnSp>
        <p:nvCxnSpPr>
          <p:cNvPr id="343" name="Straight Connector 4"/>
          <p:cNvCxnSpPr/>
          <p:nvPr/>
        </p:nvCxnSpPr>
        <p:spPr>
          <a:xfrm flipV="1">
            <a:off x="0" y="1352520"/>
            <a:ext cx="10693440" cy="23040"/>
          </a:xfrm>
          <a:prstGeom prst="straightConnector1">
            <a:avLst/>
          </a:prstGeom>
          <a:ln w="38100">
            <a:solidFill>
              <a:srgbClr val="4A7EBB"/>
            </a:solidFill>
            <a:round/>
          </a:ln>
        </p:spPr>
      </p:cxnSp>
      <p:cxnSp>
        <p:nvCxnSpPr>
          <p:cNvPr id="344" name="Straight Connector 5"/>
          <p:cNvCxnSpPr/>
          <p:nvPr/>
        </p:nvCxnSpPr>
        <p:spPr>
          <a:xfrm flipV="1">
            <a:off x="0" y="6790680"/>
            <a:ext cx="10693440" cy="22680"/>
          </a:xfrm>
          <a:prstGeom prst="straightConnector1">
            <a:avLst/>
          </a:prstGeom>
          <a:ln w="38100">
            <a:solidFill>
              <a:srgbClr val="4A7EBB"/>
            </a:solidFill>
            <a:round/>
          </a:ln>
        </p:spPr>
      </p:cxnSp>
      <p:sp>
        <p:nvSpPr>
          <p:cNvPr id="345" name="PlaceHolder 2"/>
          <p:cNvSpPr>
            <a:spLocks noGrp="1"/>
          </p:cNvSpPr>
          <p:nvPr>
            <p:ph type="sldNum" idx="95"/>
          </p:nvPr>
        </p:nvSpPr>
        <p:spPr>
          <a:xfrm>
            <a:off x="9724320" y="6981840"/>
            <a:ext cx="201600" cy="16092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C88AA046-6B0C-4084-8840-F9EE0CDED2F6}" type="slidenum">
              <a:rPr lang="tr-TR" sz="1050" b="0" u="none" strike="noStrike">
                <a:solidFill>
                  <a:srgbClr val="898989"/>
                </a:solidFill>
                <a:effectLst/>
                <a:uFillTx/>
                <a:latin typeface="Calibri"/>
              </a:rPr>
              <a:t>27</a:t>
            </a:fld>
            <a:endParaRPr lang="tr-TR" sz="1050" b="0" u="none" strike="noStrike">
              <a:solidFill>
                <a:srgbClr val="000000"/>
              </a:solidFill>
              <a:effectLst/>
              <a:uFillTx/>
              <a:latin typeface="Times New Roman"/>
            </a:endParaRPr>
          </a:p>
        </p:txBody>
      </p:sp>
      <p:sp>
        <p:nvSpPr>
          <p:cNvPr id="346" name="TextBox 9"/>
          <p:cNvSpPr/>
          <p:nvPr/>
        </p:nvSpPr>
        <p:spPr>
          <a:xfrm>
            <a:off x="0" y="4232160"/>
            <a:ext cx="10686600" cy="1285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50560" indent="-250560" algn="just">
              <a:lnSpc>
                <a:spcPct val="100000"/>
              </a:lnSpc>
              <a:buClr>
                <a:srgbClr val="000000"/>
              </a:buClr>
              <a:buFont typeface="Arial"/>
              <a:buChar char="•"/>
            </a:pPr>
            <a:r>
              <a:rPr lang="tr-TR" sz="1550" b="0" u="none" strike="noStrike" dirty="0">
                <a:solidFill>
                  <a:srgbClr val="000000"/>
                </a:solidFill>
                <a:effectLst/>
                <a:uFillTx/>
                <a:latin typeface="Calibri"/>
              </a:rPr>
              <a:t>Tankın roket içine montaj stratejisi anlatılmalı ve hata türlerini önlemek için alınan tedbirler görsellerle desteklenerek kanıtlanmalıdır. Bu önlemler </a:t>
            </a:r>
            <a:r>
              <a:rPr lang="tr-TR" sz="1550" b="1" u="none" strike="noStrike" dirty="0">
                <a:solidFill>
                  <a:srgbClr val="000000"/>
                </a:solidFill>
                <a:effectLst/>
                <a:uFillTx/>
                <a:latin typeface="Calibri"/>
              </a:rPr>
              <a:t>H</a:t>
            </a:r>
            <a:r>
              <a:rPr lang="en-US" sz="1550" b="1" u="none" strike="noStrike" dirty="0" err="1">
                <a:solidFill>
                  <a:srgbClr val="000000"/>
                </a:solidFill>
                <a:effectLst/>
                <a:uFillTx/>
                <a:latin typeface="Calibri"/>
              </a:rPr>
              <a:t>ata</a:t>
            </a:r>
            <a:r>
              <a:rPr lang="en-US" sz="1550" b="1" u="none" strike="noStrike" dirty="0">
                <a:solidFill>
                  <a:srgbClr val="000000"/>
                </a:solidFill>
                <a:effectLst/>
                <a:uFillTx/>
                <a:latin typeface="Calibri"/>
              </a:rPr>
              <a:t> </a:t>
            </a:r>
            <a:r>
              <a:rPr lang="tr-TR" sz="1550" b="1" u="none" strike="noStrike" dirty="0">
                <a:solidFill>
                  <a:srgbClr val="000000"/>
                </a:solidFill>
                <a:effectLst/>
                <a:uFillTx/>
                <a:latin typeface="Calibri"/>
              </a:rPr>
              <a:t>T</a:t>
            </a:r>
            <a:r>
              <a:rPr lang="en-US" sz="1550" b="1" u="none" strike="noStrike" dirty="0" err="1">
                <a:solidFill>
                  <a:srgbClr val="000000"/>
                </a:solidFill>
                <a:effectLst/>
                <a:uFillTx/>
                <a:latin typeface="Calibri"/>
              </a:rPr>
              <a:t>ürleri</a:t>
            </a:r>
            <a:r>
              <a:rPr lang="en-US" sz="1550" b="1" u="none" strike="noStrike" dirty="0">
                <a:solidFill>
                  <a:srgbClr val="000000"/>
                </a:solidFill>
                <a:effectLst/>
                <a:uFillTx/>
                <a:latin typeface="Calibri"/>
              </a:rPr>
              <a:t> </a:t>
            </a:r>
            <a:r>
              <a:rPr lang="tr-TR" sz="1550" b="1" u="none" strike="noStrike" dirty="0">
                <a:solidFill>
                  <a:srgbClr val="000000"/>
                </a:solidFill>
                <a:effectLst/>
                <a:uFillTx/>
                <a:latin typeface="Calibri"/>
              </a:rPr>
              <a:t>v</a:t>
            </a:r>
            <a:r>
              <a:rPr lang="en-US" sz="1550" b="1" u="none" strike="noStrike" dirty="0">
                <a:solidFill>
                  <a:srgbClr val="000000"/>
                </a:solidFill>
                <a:effectLst/>
                <a:uFillTx/>
                <a:latin typeface="Calibri"/>
              </a:rPr>
              <a:t>e </a:t>
            </a:r>
            <a:r>
              <a:rPr lang="tr-TR" sz="1550" b="1" u="none" strike="noStrike" dirty="0">
                <a:solidFill>
                  <a:srgbClr val="000000"/>
                </a:solidFill>
                <a:effectLst/>
                <a:uFillTx/>
                <a:latin typeface="Calibri"/>
              </a:rPr>
              <a:t>E</a:t>
            </a:r>
            <a:r>
              <a:rPr lang="en-US" sz="1550" b="1" u="none" strike="noStrike" dirty="0" err="1">
                <a:solidFill>
                  <a:srgbClr val="000000"/>
                </a:solidFill>
                <a:effectLst/>
                <a:uFillTx/>
                <a:latin typeface="Calibri"/>
              </a:rPr>
              <a:t>tkileri</a:t>
            </a:r>
            <a:r>
              <a:rPr lang="en-US" sz="1550" b="1" u="none" strike="noStrike" dirty="0">
                <a:solidFill>
                  <a:srgbClr val="000000"/>
                </a:solidFill>
                <a:effectLst/>
                <a:uFillTx/>
                <a:latin typeface="Calibri"/>
              </a:rPr>
              <a:t> </a:t>
            </a:r>
            <a:r>
              <a:rPr lang="tr-TR" sz="1550" b="1" u="none" strike="noStrike" dirty="0">
                <a:solidFill>
                  <a:srgbClr val="000000"/>
                </a:solidFill>
                <a:effectLst/>
                <a:uFillTx/>
                <a:latin typeface="Calibri"/>
              </a:rPr>
              <a:t>A</a:t>
            </a:r>
            <a:r>
              <a:rPr lang="en-US" sz="1550" b="1" u="none" strike="noStrike" dirty="0" err="1">
                <a:solidFill>
                  <a:srgbClr val="000000"/>
                </a:solidFill>
                <a:effectLst/>
                <a:uFillTx/>
                <a:latin typeface="Calibri"/>
              </a:rPr>
              <a:t>nalizi</a:t>
            </a:r>
            <a:r>
              <a:rPr lang="en-US" sz="1550" b="1" u="none" strike="noStrike" dirty="0">
                <a:solidFill>
                  <a:srgbClr val="000000"/>
                </a:solidFill>
                <a:effectLst/>
                <a:uFillTx/>
                <a:latin typeface="Calibri"/>
              </a:rPr>
              <a:t> </a:t>
            </a:r>
            <a:r>
              <a:rPr lang="tr-TR" sz="1550" b="0" u="none" strike="noStrike" dirty="0">
                <a:solidFill>
                  <a:srgbClr val="000000"/>
                </a:solidFill>
                <a:effectLst/>
                <a:uFillTx/>
                <a:latin typeface="Calibri"/>
              </a:rPr>
              <a:t>bölümünde verilmelidir.</a:t>
            </a:r>
            <a:endParaRPr lang="tr-TR" sz="1550" b="0" u="none" strike="noStrike" dirty="0">
              <a:solidFill>
                <a:srgbClr val="000000"/>
              </a:solidFill>
              <a:effectLst/>
              <a:uFillTx/>
              <a:latin typeface="Arial"/>
            </a:endParaRPr>
          </a:p>
          <a:p>
            <a:pPr>
              <a:lnSpc>
                <a:spcPct val="100000"/>
              </a:lnSpc>
            </a:pPr>
            <a:endParaRPr lang="tr-TR" sz="1550" b="0" u="none" strike="noStrike" dirty="0">
              <a:solidFill>
                <a:srgbClr val="000000"/>
              </a:solidFill>
              <a:effectLst/>
              <a:uFillTx/>
              <a:latin typeface="Arial"/>
            </a:endParaRPr>
          </a:p>
          <a:p>
            <a:pPr marL="250560" indent="-250560">
              <a:lnSpc>
                <a:spcPct val="100000"/>
              </a:lnSpc>
              <a:buClr>
                <a:srgbClr val="000000"/>
              </a:buClr>
              <a:buFont typeface="Arial"/>
              <a:buChar char="•"/>
            </a:pPr>
            <a:r>
              <a:rPr lang="tr-TR" sz="1550" b="0" u="none" strike="noStrike" dirty="0">
                <a:solidFill>
                  <a:srgbClr val="000000"/>
                </a:solidFill>
                <a:effectLst/>
                <a:uFillTx/>
                <a:latin typeface="Calibri"/>
              </a:rPr>
              <a:t>Bu bölüm 2 yansıyı geçmemelidir.</a:t>
            </a:r>
            <a:endParaRPr lang="tr-TR" sz="1550" b="0" u="none" strike="noStrike" dirty="0">
              <a:solidFill>
                <a:srgbClr val="000000"/>
              </a:solidFill>
              <a:effectLst/>
              <a:uFillTx/>
              <a:latin typeface="Arial"/>
            </a:endParaRPr>
          </a:p>
          <a:p>
            <a:pPr>
              <a:lnSpc>
                <a:spcPct val="100000"/>
              </a:lnSpc>
            </a:pPr>
            <a:endParaRPr lang="tr-TR" sz="1550" b="0" u="none" strike="noStrike" dirty="0">
              <a:solidFill>
                <a:srgbClr val="000000"/>
              </a:solidFill>
              <a:effectLst/>
              <a:uFillTx/>
              <a:latin typeface="Arial"/>
            </a:endParaRPr>
          </a:p>
        </p:txBody>
      </p:sp>
      <p:pic>
        <p:nvPicPr>
          <p:cNvPr id="347" name="Picture 6"/>
          <p:cNvPicPr/>
          <p:nvPr/>
        </p:nvPicPr>
        <p:blipFill>
          <a:blip r:embed="rId3"/>
          <a:stretch/>
        </p:blipFill>
        <p:spPr>
          <a:xfrm>
            <a:off x="9630360" y="276120"/>
            <a:ext cx="1062720" cy="1062720"/>
          </a:xfrm>
          <a:prstGeom prst="rect">
            <a:avLst/>
          </a:prstGeom>
          <a:noFill/>
          <a:ln w="0">
            <a:noFill/>
          </a:ln>
        </p:spPr>
      </p:pic>
      <p:sp>
        <p:nvSpPr>
          <p:cNvPr id="348" name="Dikdörtgen 10"/>
          <p:cNvSpPr/>
          <p:nvPr/>
        </p:nvSpPr>
        <p:spPr>
          <a:xfrm>
            <a:off x="2933280" y="2204280"/>
            <a:ext cx="4384800" cy="1576800"/>
          </a:xfrm>
          <a:prstGeom prst="rect">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tr-TR" sz="2400" b="1" u="none" strike="noStrike">
                <a:solidFill>
                  <a:schemeClr val="lt1"/>
                </a:solidFill>
                <a:effectLst/>
                <a:uFillTx/>
                <a:latin typeface="Calibri"/>
              </a:rPr>
              <a:t>Tank Bölümü  3 Boyutlu Görünümü (CAD) </a:t>
            </a:r>
            <a:endParaRPr lang="tr-TR" sz="2400" b="0" u="none" strike="noStrike">
              <a:solidFill>
                <a:srgbClr val="FFFFFF"/>
              </a:solidFill>
              <a:effectLst/>
              <a:uFillTx/>
              <a:latin typeface="Arial"/>
            </a:endParaRPr>
          </a:p>
        </p:txBody>
      </p:sp>
      <p:sp>
        <p:nvSpPr>
          <p:cNvPr id="349" name="Rectangle 11"/>
          <p:cNvSpPr/>
          <p:nvPr/>
        </p:nvSpPr>
        <p:spPr>
          <a:xfrm>
            <a:off x="0" y="3898080"/>
            <a:ext cx="5884200" cy="3312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tr-TR" sz="1550" b="1" u="none" strike="noStrike">
                <a:solidFill>
                  <a:srgbClr val="002060"/>
                </a:solidFill>
                <a:effectLst/>
                <a:uFillTx/>
                <a:latin typeface="Calibri"/>
              </a:rPr>
              <a:t>Alt Sistem İçerik Detaylarında belirtilmiş olan tüm bilgileri içermelidir. </a:t>
            </a:r>
            <a:endParaRPr lang="tr-TR" sz="1550" b="0" u="none" strike="noStrike">
              <a:solidFill>
                <a:srgbClr val="000000"/>
              </a:solidFill>
              <a:effectLst/>
              <a:uFillTx/>
              <a:latin typeface="Arial"/>
            </a:endParaRPr>
          </a:p>
        </p:txBody>
      </p:sp>
      <p:sp>
        <p:nvSpPr>
          <p:cNvPr id="350" name="Dikdörtgen 6"/>
          <p:cNvSpPr/>
          <p:nvPr/>
        </p:nvSpPr>
        <p:spPr>
          <a:xfrm>
            <a:off x="6480" y="6329160"/>
            <a:ext cx="10597680" cy="27554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tr-TR" sz="1200" b="0" i="1" u="none" strike="noStrike" dirty="0">
                <a:solidFill>
                  <a:schemeClr val="dk1"/>
                </a:solidFill>
                <a:effectLst/>
                <a:uFillTx/>
                <a:latin typeface="Calibri"/>
              </a:rPr>
              <a:t>Bu bölümdeki veriler şartnamede yer alan </a:t>
            </a:r>
            <a:r>
              <a:rPr lang="tr-TR" sz="1200" b="1" i="1" u="none" strike="noStrike" dirty="0">
                <a:solidFill>
                  <a:schemeClr val="dk1"/>
                </a:solidFill>
                <a:effectLst/>
                <a:uFillTx/>
                <a:latin typeface="Calibri"/>
              </a:rPr>
              <a:t>3.2.b</a:t>
            </a:r>
            <a:r>
              <a:rPr lang="tr-TR" sz="1200" b="0" i="1" u="none" strike="noStrike" dirty="0">
                <a:solidFill>
                  <a:schemeClr val="dk1"/>
                </a:solidFill>
                <a:effectLst/>
                <a:uFillTx/>
                <a:latin typeface="Calibri"/>
              </a:rPr>
              <a:t>,</a:t>
            </a:r>
            <a:r>
              <a:rPr lang="tr-TR" sz="1200" b="1" i="1" dirty="0">
                <a:solidFill>
                  <a:schemeClr val="dk1"/>
                </a:solidFill>
              </a:rPr>
              <a:t> 4.2.a, 4.2.c, 4.2.f</a:t>
            </a:r>
            <a:r>
              <a:rPr lang="tr-TR" sz="1200" b="1" i="1" u="none" strike="noStrike" dirty="0">
                <a:solidFill>
                  <a:schemeClr val="dk1"/>
                </a:solidFill>
                <a:effectLst/>
                <a:uFillTx/>
                <a:latin typeface="Calibri"/>
              </a:rPr>
              <a:t>, </a:t>
            </a:r>
            <a:r>
              <a:rPr lang="tr-TR" sz="1200" b="1" i="1" dirty="0">
                <a:solidFill>
                  <a:schemeClr val="dk1"/>
                </a:solidFill>
              </a:rPr>
              <a:t>4.2.g, 4.2.h</a:t>
            </a:r>
            <a:r>
              <a:rPr lang="tr-TR" sz="1200" b="1" i="1" u="none" strike="noStrike" dirty="0">
                <a:solidFill>
                  <a:schemeClr val="dk1"/>
                </a:solidFill>
                <a:effectLst/>
                <a:uFillTx/>
                <a:latin typeface="Calibri"/>
              </a:rPr>
              <a:t>, 4.2.j ve 4.2.k</a:t>
            </a:r>
            <a:r>
              <a:rPr lang="tr-TR" sz="1200" b="0" i="1" u="none" strike="noStrike" dirty="0">
                <a:solidFill>
                  <a:schemeClr val="dk1"/>
                </a:solidFill>
                <a:effectLst/>
                <a:uFillTx/>
                <a:latin typeface="Calibri"/>
              </a:rPr>
              <a:t> numaralı gereksinime ve kurallara uygunluğu değerlendirilecektir.</a:t>
            </a:r>
            <a:endParaRPr lang="tr-TR" sz="1200" b="0" u="none" strike="noStrike" dirty="0">
              <a:solidFill>
                <a:srgbClr val="000000"/>
              </a:solidFill>
              <a:effectLst/>
              <a:uFillTx/>
              <a:latin typeface="Arial"/>
            </a:endParaRPr>
          </a:p>
        </p:txBody>
      </p:sp>
      <p:sp>
        <p:nvSpPr>
          <p:cNvPr id="351" name="PlaceHolder 3"/>
          <p:cNvSpPr>
            <a:spLocks noGrp="1"/>
          </p:cNvSpPr>
          <p:nvPr>
            <p:ph type="dt" idx="96"/>
          </p:nvPr>
        </p:nvSpPr>
        <p:spPr>
          <a:xfrm>
            <a:off x="802800" y="6981840"/>
            <a:ext cx="1320840" cy="16128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823BBB62-C1BC-4512-8490-C48154EB1532}" type="datetime2">
              <a:rPr lang="tr-TR" sz="1050" b="0" u="none" strike="noStrike">
                <a:solidFill>
                  <a:srgbClr val="898989"/>
                </a:solidFill>
                <a:effectLst/>
                <a:uFillTx/>
                <a:latin typeface="Calibri"/>
              </a:rPr>
              <a:t>21 Nisan 2026 Salı</a:t>
            </a:fld>
            <a:endParaRPr lang="tr-TR" sz="1050" b="0" u="none" strike="noStrike">
              <a:solidFill>
                <a:srgbClr val="000000"/>
              </a:solidFill>
              <a:effectLst/>
              <a:uFillTx/>
              <a:latin typeface="Times New Roman"/>
            </a:endParaRPr>
          </a:p>
        </p:txBody>
      </p:sp>
      <p:sp>
        <p:nvSpPr>
          <p:cNvPr id="352" name="PlaceHolder 4"/>
          <p:cNvSpPr>
            <a:spLocks noGrp="1"/>
          </p:cNvSpPr>
          <p:nvPr>
            <p:ph type="ftr" idx="97"/>
          </p:nvPr>
        </p:nvSpPr>
        <p:spPr>
          <a:xfrm>
            <a:off x="3542040" y="6890040"/>
            <a:ext cx="3608640" cy="320040"/>
          </a:xfrm>
          <a:prstGeom prst="rect">
            <a:avLst/>
          </a:prstGeom>
          <a:noFill/>
          <a:ln w="0">
            <a:noFill/>
          </a:ln>
        </p:spPr>
        <p:txBody>
          <a:bodyPr lIns="0" tIns="0" rIns="0" bIns="0" anchor="t">
            <a:noAutofit/>
          </a:bodyPr>
          <a:lstStyle>
            <a:lvl1pPr indent="0" algn="ctr">
              <a:lnSpc>
                <a:spcPct val="100000"/>
              </a:lnSpc>
              <a:buNone/>
              <a:defRPr lang="tr-TR" sz="1050" b="0" u="none" strike="noStrike">
                <a:solidFill>
                  <a:srgbClr val="898989"/>
                </a:solidFill>
                <a:effectLst/>
                <a:uFillTx/>
                <a:latin typeface="Calibri"/>
              </a:defRPr>
            </a:lvl1pPr>
          </a:lstStyle>
          <a:p>
            <a:pPr indent="0" algn="ctr">
              <a:lnSpc>
                <a:spcPct val="100000"/>
              </a:lnSpc>
              <a:buNone/>
            </a:pPr>
            <a:r>
              <a:rPr lang="tr-TR" sz="1050" b="0" u="none" strike="noStrike" dirty="0">
                <a:solidFill>
                  <a:srgbClr val="898989"/>
                </a:solidFill>
                <a:effectLst/>
                <a:uFillTx/>
                <a:latin typeface="Calibri"/>
              </a:rPr>
              <a:t>2026 TEKNOFEST DİKEY İNİŞLİ ROKET YARIŞMASI</a:t>
            </a:r>
            <a:br>
              <a:rPr sz="1050" dirty="0"/>
            </a:br>
            <a:r>
              <a:rPr lang="tr-TR" sz="1050" b="0" u="none" strike="noStrike" dirty="0">
                <a:solidFill>
                  <a:srgbClr val="898989"/>
                </a:solidFill>
                <a:effectLst/>
                <a:uFillTx/>
                <a:latin typeface="Calibri"/>
              </a:rPr>
              <a:t> </a:t>
            </a:r>
            <a:r>
              <a:rPr lang="en-US" sz="1050" b="0" u="none" strike="noStrike" dirty="0">
                <a:solidFill>
                  <a:srgbClr val="898989"/>
                </a:solidFill>
                <a:effectLst/>
                <a:uFillTx/>
                <a:latin typeface="Calibri"/>
              </a:rPr>
              <a:t>KRİTİK</a:t>
            </a:r>
            <a:r>
              <a:rPr lang="tr-TR" sz="1050" b="0" u="none" strike="noStrike" dirty="0">
                <a:solidFill>
                  <a:srgbClr val="898989"/>
                </a:solidFill>
                <a:effectLst/>
                <a:uFillTx/>
                <a:latin typeface="Calibri"/>
              </a:rPr>
              <a:t> TASARIM RAPORU (</a:t>
            </a:r>
            <a:r>
              <a:rPr lang="en-US" sz="1050" b="0" u="none" strike="noStrike" dirty="0">
                <a:solidFill>
                  <a:srgbClr val="898989"/>
                </a:solidFill>
                <a:effectLst/>
                <a:uFillTx/>
                <a:latin typeface="Calibri"/>
              </a:rPr>
              <a:t>K</a:t>
            </a:r>
            <a:r>
              <a:rPr lang="tr-TR" sz="1050" b="0" u="none" strike="noStrike" dirty="0">
                <a:solidFill>
                  <a:srgbClr val="898989"/>
                </a:solidFill>
                <a:effectLst/>
                <a:uFillTx/>
                <a:latin typeface="Calibri"/>
              </a:rPr>
              <a:t>TR)</a:t>
            </a:r>
            <a:endParaRPr lang="tr-TR" sz="1050" b="0" u="none" strike="noStrike" dirty="0">
              <a:solidFill>
                <a:srgbClr val="000000"/>
              </a:solidFill>
              <a:effectLst/>
              <a:uFillTx/>
              <a:latin typeface="Times New Roman"/>
            </a:endParaRPr>
          </a:p>
        </p:txBody>
      </p:sp>
      <p:sp>
        <p:nvSpPr>
          <p:cNvPr id="353" name="TextBox 15"/>
          <p:cNvSpPr/>
          <p:nvPr/>
        </p:nvSpPr>
        <p:spPr>
          <a:xfrm>
            <a:off x="6480" y="544680"/>
            <a:ext cx="1027440" cy="569880"/>
          </a:xfrm>
          <a:prstGeom prst="rect">
            <a:avLst/>
          </a:prstGeom>
          <a:noFill/>
          <a:ln w="0">
            <a:solidFill>
              <a:srgbClr val="000000"/>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tr-TR" sz="1550" b="0" u="none" strike="noStrike">
                <a:solidFill>
                  <a:srgbClr val="000000"/>
                </a:solidFill>
                <a:effectLst/>
                <a:uFillTx/>
                <a:latin typeface="Calibri"/>
              </a:rPr>
              <a:t>Takım Logosu</a:t>
            </a:r>
            <a:endParaRPr lang="tr-TR" sz="1550" b="0" u="none" strike="noStrike">
              <a:solidFill>
                <a:srgbClr val="000000"/>
              </a:solidFill>
              <a:effectLst/>
              <a:uFillTx/>
              <a:latin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 name="PlaceHolder 1"/>
          <p:cNvSpPr>
            <a:spLocks noGrp="1"/>
          </p:cNvSpPr>
          <p:nvPr>
            <p:ph type="title"/>
          </p:nvPr>
        </p:nvSpPr>
        <p:spPr>
          <a:xfrm>
            <a:off x="1116000" y="357840"/>
            <a:ext cx="8514000" cy="828000"/>
          </a:xfrm>
          <a:prstGeom prst="rect">
            <a:avLst/>
          </a:prstGeom>
          <a:noFill/>
          <a:ln w="0">
            <a:noFill/>
          </a:ln>
        </p:spPr>
        <p:txBody>
          <a:bodyPr lIns="0" tIns="0" rIns="0" bIns="0" anchor="b">
            <a:noAutofit/>
          </a:bodyPr>
          <a:lstStyle/>
          <a:p>
            <a:pPr indent="0" algn="ctr">
              <a:lnSpc>
                <a:spcPct val="100000"/>
              </a:lnSpc>
              <a:buNone/>
            </a:pPr>
            <a:r>
              <a:rPr lang="tr-TR" sz="3950" b="1" u="none" strike="noStrike">
                <a:solidFill>
                  <a:srgbClr val="0070C0"/>
                </a:solidFill>
                <a:effectLst/>
                <a:uFillTx/>
                <a:latin typeface="Calibri"/>
              </a:rPr>
              <a:t>Eyleyicilerin Bağlantısı ve Detayı</a:t>
            </a:r>
            <a:endParaRPr lang="tr-TR" sz="3950" b="0" u="none" strike="noStrike">
              <a:solidFill>
                <a:srgbClr val="000000"/>
              </a:solidFill>
              <a:effectLst/>
              <a:uFillTx/>
              <a:latin typeface="Calibri"/>
            </a:endParaRPr>
          </a:p>
        </p:txBody>
      </p:sp>
      <p:cxnSp>
        <p:nvCxnSpPr>
          <p:cNvPr id="355" name="Straight Connector 4"/>
          <p:cNvCxnSpPr/>
          <p:nvPr/>
        </p:nvCxnSpPr>
        <p:spPr>
          <a:xfrm flipV="1">
            <a:off x="0" y="1352520"/>
            <a:ext cx="10693440" cy="23040"/>
          </a:xfrm>
          <a:prstGeom prst="straightConnector1">
            <a:avLst/>
          </a:prstGeom>
          <a:ln w="38100">
            <a:solidFill>
              <a:srgbClr val="4A7EBB"/>
            </a:solidFill>
            <a:round/>
          </a:ln>
        </p:spPr>
      </p:cxnSp>
      <p:cxnSp>
        <p:nvCxnSpPr>
          <p:cNvPr id="356" name="Straight Connector 5"/>
          <p:cNvCxnSpPr/>
          <p:nvPr/>
        </p:nvCxnSpPr>
        <p:spPr>
          <a:xfrm flipV="1">
            <a:off x="0" y="6790680"/>
            <a:ext cx="10693440" cy="22680"/>
          </a:xfrm>
          <a:prstGeom prst="straightConnector1">
            <a:avLst/>
          </a:prstGeom>
          <a:ln w="38100">
            <a:solidFill>
              <a:srgbClr val="4A7EBB"/>
            </a:solidFill>
            <a:round/>
          </a:ln>
        </p:spPr>
      </p:cxnSp>
      <p:sp>
        <p:nvSpPr>
          <p:cNvPr id="357" name="PlaceHolder 2"/>
          <p:cNvSpPr>
            <a:spLocks noGrp="1"/>
          </p:cNvSpPr>
          <p:nvPr>
            <p:ph type="sldNum" idx="98"/>
          </p:nvPr>
        </p:nvSpPr>
        <p:spPr>
          <a:xfrm>
            <a:off x="9724320" y="6981840"/>
            <a:ext cx="201600" cy="16092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2A10A6BC-1208-4EF6-96BA-44731DB5820B}" type="slidenum">
              <a:rPr lang="tr-TR" sz="1050" b="0" u="none" strike="noStrike">
                <a:solidFill>
                  <a:srgbClr val="898989"/>
                </a:solidFill>
                <a:effectLst/>
                <a:uFillTx/>
                <a:latin typeface="Calibri"/>
              </a:rPr>
              <a:t>28</a:t>
            </a:fld>
            <a:endParaRPr lang="tr-TR" sz="1050" b="0" u="none" strike="noStrike">
              <a:solidFill>
                <a:srgbClr val="000000"/>
              </a:solidFill>
              <a:effectLst/>
              <a:uFillTx/>
              <a:latin typeface="Times New Roman"/>
            </a:endParaRPr>
          </a:p>
        </p:txBody>
      </p:sp>
      <p:sp>
        <p:nvSpPr>
          <p:cNvPr id="358" name="TextBox 9"/>
          <p:cNvSpPr/>
          <p:nvPr/>
        </p:nvSpPr>
        <p:spPr>
          <a:xfrm>
            <a:off x="0" y="2826360"/>
            <a:ext cx="10693080" cy="1285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50560" indent="-250560">
              <a:lnSpc>
                <a:spcPct val="100000"/>
              </a:lnSpc>
              <a:buClr>
                <a:srgbClr val="000000"/>
              </a:buClr>
              <a:buFont typeface="Arial"/>
              <a:buChar char="•"/>
            </a:pPr>
            <a:r>
              <a:rPr lang="tr-TR" sz="1550" b="0" u="none" strike="noStrike">
                <a:solidFill>
                  <a:srgbClr val="000000"/>
                </a:solidFill>
                <a:effectLst/>
                <a:uFillTx/>
                <a:latin typeface="Calibri"/>
              </a:rPr>
              <a:t>Kullanılacak olan eyleyicilerin konumu ve montajı görsellerle birlikte anlatılmalı,</a:t>
            </a:r>
            <a:endParaRPr lang="tr-TR" sz="1550" b="0" u="none" strike="noStrike">
              <a:solidFill>
                <a:srgbClr val="000000"/>
              </a:solidFill>
              <a:effectLst/>
              <a:uFillTx/>
              <a:latin typeface="Arial"/>
            </a:endParaRPr>
          </a:p>
          <a:p>
            <a:pPr>
              <a:lnSpc>
                <a:spcPct val="100000"/>
              </a:lnSpc>
            </a:pPr>
            <a:endParaRPr lang="tr-TR" sz="1550" b="0" u="none" strike="noStrike">
              <a:solidFill>
                <a:srgbClr val="000000"/>
              </a:solidFill>
              <a:effectLst/>
              <a:uFillTx/>
              <a:latin typeface="Arial"/>
            </a:endParaRPr>
          </a:p>
          <a:p>
            <a:pPr marL="250560" indent="-250560">
              <a:lnSpc>
                <a:spcPct val="100000"/>
              </a:lnSpc>
              <a:buClr>
                <a:srgbClr val="000000"/>
              </a:buClr>
              <a:buFont typeface="Arial"/>
              <a:buChar char="•"/>
            </a:pPr>
            <a:r>
              <a:rPr lang="tr-TR" sz="1550" b="0" u="none" strike="noStrike">
                <a:solidFill>
                  <a:srgbClr val="000000"/>
                </a:solidFill>
                <a:effectLst/>
                <a:uFillTx/>
                <a:latin typeface="Calibri"/>
              </a:rPr>
              <a:t>Kullanılan tüm eyleyicilerin karakteristik bilgileri detaylıca belirtilmelidir.</a:t>
            </a:r>
            <a:endParaRPr lang="tr-TR" sz="1550" b="0" u="none" strike="noStrike">
              <a:solidFill>
                <a:srgbClr val="000000"/>
              </a:solidFill>
              <a:effectLst/>
              <a:uFillTx/>
              <a:latin typeface="Arial"/>
            </a:endParaRPr>
          </a:p>
          <a:p>
            <a:pPr>
              <a:lnSpc>
                <a:spcPct val="100000"/>
              </a:lnSpc>
            </a:pPr>
            <a:endParaRPr lang="tr-TR" sz="1550" b="0" u="none" strike="noStrike">
              <a:solidFill>
                <a:srgbClr val="000000"/>
              </a:solidFill>
              <a:effectLst/>
              <a:uFillTx/>
              <a:latin typeface="Arial"/>
            </a:endParaRPr>
          </a:p>
          <a:p>
            <a:pPr marL="250560" indent="-250560">
              <a:lnSpc>
                <a:spcPct val="100000"/>
              </a:lnSpc>
              <a:buClr>
                <a:srgbClr val="000000"/>
              </a:buClr>
              <a:buFont typeface="Arial"/>
              <a:buChar char="•"/>
            </a:pPr>
            <a:r>
              <a:rPr lang="tr-TR" sz="1550" b="0" u="none" strike="noStrike">
                <a:solidFill>
                  <a:srgbClr val="000000"/>
                </a:solidFill>
                <a:effectLst/>
                <a:uFillTx/>
                <a:latin typeface="Calibri"/>
              </a:rPr>
              <a:t>Bu bölüm 3 yansıyı geçmemelidir.</a:t>
            </a:r>
            <a:endParaRPr lang="tr-TR" sz="1550" b="0" u="none" strike="noStrike">
              <a:solidFill>
                <a:srgbClr val="000000"/>
              </a:solidFill>
              <a:effectLst/>
              <a:uFillTx/>
              <a:latin typeface="Arial"/>
            </a:endParaRPr>
          </a:p>
        </p:txBody>
      </p:sp>
      <p:pic>
        <p:nvPicPr>
          <p:cNvPr id="359" name="Picture 6"/>
          <p:cNvPicPr/>
          <p:nvPr/>
        </p:nvPicPr>
        <p:blipFill>
          <a:blip r:embed="rId3"/>
          <a:stretch/>
        </p:blipFill>
        <p:spPr>
          <a:xfrm>
            <a:off x="9630360" y="276120"/>
            <a:ext cx="1062720" cy="1062720"/>
          </a:xfrm>
          <a:prstGeom prst="rect">
            <a:avLst/>
          </a:prstGeom>
          <a:noFill/>
          <a:ln w="0">
            <a:noFill/>
          </a:ln>
        </p:spPr>
      </p:pic>
      <p:sp>
        <p:nvSpPr>
          <p:cNvPr id="360" name="Rectangle 11"/>
          <p:cNvSpPr/>
          <p:nvPr/>
        </p:nvSpPr>
        <p:spPr>
          <a:xfrm>
            <a:off x="6480" y="2187720"/>
            <a:ext cx="5884200" cy="3312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tr-TR" sz="1550" b="1" u="none" strike="noStrike">
                <a:solidFill>
                  <a:srgbClr val="002060"/>
                </a:solidFill>
                <a:effectLst/>
                <a:uFillTx/>
                <a:latin typeface="Calibri"/>
              </a:rPr>
              <a:t>Alt Sistem İçerik Detaylarında belirtilmiş olan tüm bilgileri içermelidir. </a:t>
            </a:r>
            <a:endParaRPr lang="tr-TR" sz="1550" b="0" u="none" strike="noStrike">
              <a:solidFill>
                <a:srgbClr val="000000"/>
              </a:solidFill>
              <a:effectLst/>
              <a:uFillTx/>
              <a:latin typeface="Arial"/>
            </a:endParaRPr>
          </a:p>
        </p:txBody>
      </p:sp>
      <p:sp>
        <p:nvSpPr>
          <p:cNvPr id="361" name="Dikdörtgen 14"/>
          <p:cNvSpPr/>
          <p:nvPr/>
        </p:nvSpPr>
        <p:spPr>
          <a:xfrm>
            <a:off x="6480" y="6329160"/>
            <a:ext cx="10428120" cy="27554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lnSpc>
                <a:spcPct val="100000"/>
              </a:lnSpc>
            </a:pPr>
            <a:r>
              <a:rPr lang="tr-TR" sz="1200" b="0" i="1" u="none" strike="noStrike" dirty="0">
                <a:solidFill>
                  <a:srgbClr val="000000"/>
                </a:solidFill>
                <a:effectLst/>
                <a:uFillTx/>
                <a:latin typeface="Calibri"/>
              </a:rPr>
              <a:t>Bu bölümde şartnamede yer alan </a:t>
            </a:r>
            <a:r>
              <a:rPr lang="tr-TR" sz="1200" b="1" i="1" dirty="0">
                <a:solidFill>
                  <a:srgbClr val="000000"/>
                </a:solidFill>
              </a:rPr>
              <a:t>4.2.a, 4.2.c,4.2.f</a:t>
            </a:r>
            <a:r>
              <a:rPr lang="tr-TR" sz="1200" b="1" i="1" u="none" strike="noStrike" dirty="0">
                <a:solidFill>
                  <a:srgbClr val="000000"/>
                </a:solidFill>
                <a:effectLst/>
                <a:uFillTx/>
                <a:latin typeface="Calibri"/>
              </a:rPr>
              <a:t>, 4.2.g, 4.2.h, 4.2.i, 4.2.j ve 4.2.k</a:t>
            </a:r>
            <a:r>
              <a:rPr lang="tr-TR" sz="1200" b="0" i="1" u="none" strike="noStrike" dirty="0">
                <a:solidFill>
                  <a:srgbClr val="000000"/>
                </a:solidFill>
                <a:effectLst/>
                <a:uFillTx/>
                <a:latin typeface="Calibri"/>
              </a:rPr>
              <a:t> numaralı gereksinimlerin karşılanıp karşılanmadığı kontrol edilecektir.</a:t>
            </a:r>
            <a:endParaRPr lang="tr-TR" sz="1200" b="0" u="none" strike="noStrike" dirty="0">
              <a:solidFill>
                <a:srgbClr val="000000"/>
              </a:solidFill>
              <a:effectLst/>
              <a:uFillTx/>
              <a:latin typeface="Arial"/>
            </a:endParaRPr>
          </a:p>
        </p:txBody>
      </p:sp>
      <p:sp>
        <p:nvSpPr>
          <p:cNvPr id="362" name="PlaceHolder 3"/>
          <p:cNvSpPr>
            <a:spLocks noGrp="1"/>
          </p:cNvSpPr>
          <p:nvPr>
            <p:ph type="dt" idx="99"/>
          </p:nvPr>
        </p:nvSpPr>
        <p:spPr>
          <a:xfrm>
            <a:off x="802800" y="6981840"/>
            <a:ext cx="1320840" cy="16128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09B5F158-9027-4F37-8EB9-EE7EF28119C1}" type="datetime2">
              <a:rPr lang="tr-TR" sz="1050" b="0" u="none" strike="noStrike">
                <a:solidFill>
                  <a:srgbClr val="898989"/>
                </a:solidFill>
                <a:effectLst/>
                <a:uFillTx/>
                <a:latin typeface="Calibri"/>
              </a:rPr>
              <a:t>21 Nisan 2026 Salı</a:t>
            </a:fld>
            <a:endParaRPr lang="tr-TR" sz="1050" b="0" u="none" strike="noStrike">
              <a:solidFill>
                <a:srgbClr val="000000"/>
              </a:solidFill>
              <a:effectLst/>
              <a:uFillTx/>
              <a:latin typeface="Times New Roman"/>
            </a:endParaRPr>
          </a:p>
        </p:txBody>
      </p:sp>
      <p:sp>
        <p:nvSpPr>
          <p:cNvPr id="363" name="PlaceHolder 4"/>
          <p:cNvSpPr>
            <a:spLocks noGrp="1"/>
          </p:cNvSpPr>
          <p:nvPr>
            <p:ph type="ftr" idx="100"/>
          </p:nvPr>
        </p:nvSpPr>
        <p:spPr>
          <a:xfrm>
            <a:off x="3542040" y="6890040"/>
            <a:ext cx="3608640" cy="320040"/>
          </a:xfrm>
          <a:prstGeom prst="rect">
            <a:avLst/>
          </a:prstGeom>
          <a:noFill/>
          <a:ln w="0">
            <a:noFill/>
          </a:ln>
        </p:spPr>
        <p:txBody>
          <a:bodyPr lIns="0" tIns="0" rIns="0" bIns="0" anchor="t">
            <a:noAutofit/>
          </a:bodyPr>
          <a:lstStyle>
            <a:lvl1pPr indent="0" algn="ctr">
              <a:lnSpc>
                <a:spcPct val="100000"/>
              </a:lnSpc>
              <a:buNone/>
              <a:defRPr lang="tr-TR" sz="1050" b="0" u="none" strike="noStrike">
                <a:solidFill>
                  <a:srgbClr val="898989"/>
                </a:solidFill>
                <a:effectLst/>
                <a:uFillTx/>
                <a:latin typeface="Calibri"/>
              </a:defRPr>
            </a:lvl1pPr>
          </a:lstStyle>
          <a:p>
            <a:pPr indent="0" algn="ctr">
              <a:lnSpc>
                <a:spcPct val="100000"/>
              </a:lnSpc>
              <a:buNone/>
            </a:pPr>
            <a:r>
              <a:rPr lang="tr-TR" sz="1050" b="0" u="none" strike="noStrike" dirty="0">
                <a:solidFill>
                  <a:srgbClr val="898989"/>
                </a:solidFill>
                <a:effectLst/>
                <a:uFillTx/>
                <a:latin typeface="Calibri"/>
              </a:rPr>
              <a:t>2026 TEKNOFEST DİKEY İNİŞLİ ROKET YARIŞMASI</a:t>
            </a:r>
            <a:br>
              <a:rPr sz="1050" dirty="0"/>
            </a:br>
            <a:r>
              <a:rPr lang="tr-TR" sz="1050" b="0" u="none" strike="noStrike" dirty="0">
                <a:solidFill>
                  <a:srgbClr val="898989"/>
                </a:solidFill>
                <a:effectLst/>
                <a:uFillTx/>
                <a:latin typeface="Calibri"/>
              </a:rPr>
              <a:t> </a:t>
            </a:r>
            <a:r>
              <a:rPr lang="en-US" sz="1050" b="0" u="none" strike="noStrike" dirty="0">
                <a:solidFill>
                  <a:srgbClr val="898989"/>
                </a:solidFill>
                <a:effectLst/>
                <a:uFillTx/>
                <a:latin typeface="Calibri"/>
              </a:rPr>
              <a:t>KRİTİK</a:t>
            </a:r>
            <a:r>
              <a:rPr lang="tr-TR" sz="1050" b="0" u="none" strike="noStrike" dirty="0">
                <a:solidFill>
                  <a:srgbClr val="898989"/>
                </a:solidFill>
                <a:effectLst/>
                <a:uFillTx/>
                <a:latin typeface="Calibri"/>
              </a:rPr>
              <a:t> TASARIM RAPORU (</a:t>
            </a:r>
            <a:r>
              <a:rPr lang="en-US" sz="1050" b="0" u="none" strike="noStrike" dirty="0">
                <a:solidFill>
                  <a:srgbClr val="898989"/>
                </a:solidFill>
                <a:effectLst/>
                <a:uFillTx/>
                <a:latin typeface="Calibri"/>
              </a:rPr>
              <a:t>K</a:t>
            </a:r>
            <a:r>
              <a:rPr lang="tr-TR" sz="1050" b="0" u="none" strike="noStrike" dirty="0">
                <a:solidFill>
                  <a:srgbClr val="898989"/>
                </a:solidFill>
                <a:effectLst/>
                <a:uFillTx/>
                <a:latin typeface="Calibri"/>
              </a:rPr>
              <a:t>TR)</a:t>
            </a:r>
            <a:endParaRPr lang="tr-TR" sz="1050" b="0" u="none" strike="noStrike" dirty="0">
              <a:solidFill>
                <a:srgbClr val="000000"/>
              </a:solidFill>
              <a:effectLst/>
              <a:uFillTx/>
              <a:latin typeface="Times New Roman"/>
            </a:endParaRPr>
          </a:p>
        </p:txBody>
      </p:sp>
      <p:sp>
        <p:nvSpPr>
          <p:cNvPr id="364" name="TextBox 16"/>
          <p:cNvSpPr/>
          <p:nvPr/>
        </p:nvSpPr>
        <p:spPr>
          <a:xfrm>
            <a:off x="6480" y="544680"/>
            <a:ext cx="1027440" cy="569880"/>
          </a:xfrm>
          <a:prstGeom prst="rect">
            <a:avLst/>
          </a:prstGeom>
          <a:noFill/>
          <a:ln w="0">
            <a:solidFill>
              <a:srgbClr val="000000"/>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tr-TR" sz="1550" b="0" u="none" strike="noStrike">
                <a:solidFill>
                  <a:srgbClr val="000000"/>
                </a:solidFill>
                <a:effectLst/>
                <a:uFillTx/>
                <a:latin typeface="Calibri"/>
              </a:rPr>
              <a:t>Takım Logosu</a:t>
            </a:r>
            <a:endParaRPr lang="tr-TR" sz="1550" b="0" u="none" strike="noStrike">
              <a:solidFill>
                <a:srgbClr val="000000"/>
              </a:solidFill>
              <a:effectLst/>
              <a:uFillTx/>
              <a:latin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 name="PlaceHolder 1"/>
          <p:cNvSpPr>
            <a:spLocks noGrp="1"/>
          </p:cNvSpPr>
          <p:nvPr>
            <p:ph type="title"/>
          </p:nvPr>
        </p:nvSpPr>
        <p:spPr>
          <a:xfrm>
            <a:off x="1235160" y="494640"/>
            <a:ext cx="8019720" cy="658440"/>
          </a:xfrm>
          <a:prstGeom prst="rect">
            <a:avLst/>
          </a:prstGeom>
          <a:noFill/>
          <a:ln w="0">
            <a:noFill/>
          </a:ln>
        </p:spPr>
        <p:txBody>
          <a:bodyPr lIns="0" tIns="0" rIns="0" bIns="0" anchor="b">
            <a:noAutofit/>
          </a:bodyPr>
          <a:lstStyle/>
          <a:p>
            <a:pPr indent="0" algn="ctr">
              <a:lnSpc>
                <a:spcPct val="100000"/>
              </a:lnSpc>
              <a:buNone/>
            </a:pPr>
            <a:r>
              <a:rPr lang="tr-TR" sz="3950" b="1" u="none" strike="noStrike">
                <a:solidFill>
                  <a:srgbClr val="0070C0"/>
                </a:solidFill>
                <a:effectLst/>
                <a:uFillTx/>
                <a:latin typeface="Calibri"/>
              </a:rPr>
              <a:t>İniş Sistemi</a:t>
            </a:r>
            <a:endParaRPr lang="tr-TR" sz="3950" b="0" u="none" strike="noStrike">
              <a:solidFill>
                <a:srgbClr val="000000"/>
              </a:solidFill>
              <a:effectLst/>
              <a:uFillTx/>
              <a:latin typeface="Calibri"/>
            </a:endParaRPr>
          </a:p>
        </p:txBody>
      </p:sp>
      <p:cxnSp>
        <p:nvCxnSpPr>
          <p:cNvPr id="366" name="Straight Connector 4"/>
          <p:cNvCxnSpPr/>
          <p:nvPr/>
        </p:nvCxnSpPr>
        <p:spPr>
          <a:xfrm flipV="1">
            <a:off x="0" y="1352520"/>
            <a:ext cx="10693440" cy="23040"/>
          </a:xfrm>
          <a:prstGeom prst="straightConnector1">
            <a:avLst/>
          </a:prstGeom>
          <a:ln w="38100">
            <a:solidFill>
              <a:srgbClr val="4A7EBB"/>
            </a:solidFill>
            <a:round/>
          </a:ln>
        </p:spPr>
      </p:cxnSp>
      <p:cxnSp>
        <p:nvCxnSpPr>
          <p:cNvPr id="367" name="Straight Connector 5"/>
          <p:cNvCxnSpPr/>
          <p:nvPr/>
        </p:nvCxnSpPr>
        <p:spPr>
          <a:xfrm flipV="1">
            <a:off x="0" y="6790680"/>
            <a:ext cx="10693440" cy="22680"/>
          </a:xfrm>
          <a:prstGeom prst="straightConnector1">
            <a:avLst/>
          </a:prstGeom>
          <a:ln w="38100">
            <a:solidFill>
              <a:srgbClr val="4A7EBB"/>
            </a:solidFill>
            <a:round/>
          </a:ln>
        </p:spPr>
      </p:cxnSp>
      <p:sp>
        <p:nvSpPr>
          <p:cNvPr id="368" name="PlaceHolder 2"/>
          <p:cNvSpPr>
            <a:spLocks noGrp="1"/>
          </p:cNvSpPr>
          <p:nvPr>
            <p:ph type="sldNum" idx="101"/>
          </p:nvPr>
        </p:nvSpPr>
        <p:spPr>
          <a:xfrm>
            <a:off x="9724320" y="6981840"/>
            <a:ext cx="201600" cy="16092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F0F65266-1326-42D5-9095-6200343595A1}" type="slidenum">
              <a:rPr lang="tr-TR" sz="1050" b="0" u="none" strike="noStrike">
                <a:solidFill>
                  <a:srgbClr val="898989"/>
                </a:solidFill>
                <a:effectLst/>
                <a:uFillTx/>
                <a:latin typeface="Calibri"/>
              </a:rPr>
              <a:t>29</a:t>
            </a:fld>
            <a:endParaRPr lang="tr-TR" sz="1050" b="0" u="none" strike="noStrike">
              <a:solidFill>
                <a:srgbClr val="000000"/>
              </a:solidFill>
              <a:effectLst/>
              <a:uFillTx/>
              <a:latin typeface="Times New Roman"/>
            </a:endParaRPr>
          </a:p>
        </p:txBody>
      </p:sp>
      <p:sp>
        <p:nvSpPr>
          <p:cNvPr id="369" name="PlaceHolder 3"/>
          <p:cNvSpPr>
            <a:spLocks noGrp="1"/>
          </p:cNvSpPr>
          <p:nvPr>
            <p:ph type="dt" idx="102"/>
          </p:nvPr>
        </p:nvSpPr>
        <p:spPr>
          <a:xfrm>
            <a:off x="802800" y="6981840"/>
            <a:ext cx="1320840" cy="16128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45CAC395-9053-42BD-B664-94FA1CDFF5D8}" type="datetime2">
              <a:rPr lang="tr-TR" sz="1050" b="0" u="none" strike="noStrike">
                <a:solidFill>
                  <a:srgbClr val="898989"/>
                </a:solidFill>
                <a:effectLst/>
                <a:uFillTx/>
                <a:latin typeface="Calibri"/>
              </a:rPr>
              <a:t>21 Nisan 2026 Salı</a:t>
            </a:fld>
            <a:endParaRPr lang="tr-TR" sz="1050" b="0" u="none" strike="noStrike">
              <a:solidFill>
                <a:srgbClr val="000000"/>
              </a:solidFill>
              <a:effectLst/>
              <a:uFillTx/>
              <a:latin typeface="Times New Roman"/>
            </a:endParaRPr>
          </a:p>
        </p:txBody>
      </p:sp>
      <p:sp>
        <p:nvSpPr>
          <p:cNvPr id="370" name="TextBox 9"/>
          <p:cNvSpPr/>
          <p:nvPr/>
        </p:nvSpPr>
        <p:spPr>
          <a:xfrm>
            <a:off x="6480" y="2033280"/>
            <a:ext cx="10365840" cy="200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lnSpc>
                <a:spcPct val="100000"/>
              </a:lnSpc>
            </a:pPr>
            <a:endParaRPr lang="tr-TR" sz="1550" b="0" u="none" strike="noStrike">
              <a:solidFill>
                <a:srgbClr val="000000"/>
              </a:solidFill>
              <a:effectLst/>
              <a:uFillTx/>
              <a:latin typeface="Arial"/>
            </a:endParaRPr>
          </a:p>
          <a:p>
            <a:pPr algn="just">
              <a:lnSpc>
                <a:spcPct val="100000"/>
              </a:lnSpc>
            </a:pPr>
            <a:r>
              <a:rPr lang="tr-TR" sz="1550" b="0" u="none" strike="noStrike">
                <a:solidFill>
                  <a:srgbClr val="000000"/>
                </a:solidFill>
                <a:effectLst/>
                <a:uFillTx/>
                <a:latin typeface="Calibri"/>
              </a:rPr>
              <a:t>Roketin iniş sürecinde etki eden yüklerin karşılanması amacıyla tasarlanacak sistemdir.</a:t>
            </a:r>
            <a:endParaRPr lang="tr-TR" sz="1550" b="0" u="none" strike="noStrike">
              <a:solidFill>
                <a:srgbClr val="000000"/>
              </a:solidFill>
              <a:effectLst/>
              <a:uFillTx/>
              <a:latin typeface="Arial"/>
            </a:endParaRPr>
          </a:p>
          <a:p>
            <a:pPr algn="just">
              <a:lnSpc>
                <a:spcPct val="100000"/>
              </a:lnSpc>
            </a:pPr>
            <a:endParaRPr lang="tr-TR" sz="1550" b="0" u="none" strike="noStrike">
              <a:solidFill>
                <a:srgbClr val="000000"/>
              </a:solidFill>
              <a:effectLst/>
              <a:uFillTx/>
              <a:latin typeface="Arial"/>
            </a:endParaRPr>
          </a:p>
          <a:p>
            <a:pPr marL="250560" indent="-250560" algn="just">
              <a:lnSpc>
                <a:spcPct val="100000"/>
              </a:lnSpc>
              <a:buClr>
                <a:srgbClr val="000000"/>
              </a:buClr>
              <a:buFont typeface="Arial"/>
              <a:buChar char="•"/>
            </a:pPr>
            <a:r>
              <a:rPr lang="tr-TR" sz="1550" b="0" u="none" strike="noStrike">
                <a:solidFill>
                  <a:srgbClr val="000000"/>
                </a:solidFill>
                <a:effectLst/>
                <a:uFillTx/>
                <a:latin typeface="Calibri"/>
              </a:rPr>
              <a:t>İniş sistemi çalışma mekanizması ve tasarım detayları sunulmalıdır. </a:t>
            </a:r>
            <a:endParaRPr lang="tr-TR" sz="1550" b="0" u="none" strike="noStrike">
              <a:solidFill>
                <a:srgbClr val="000000"/>
              </a:solidFill>
              <a:effectLst/>
              <a:uFillTx/>
              <a:latin typeface="Arial"/>
            </a:endParaRPr>
          </a:p>
          <a:p>
            <a:pPr algn="just">
              <a:lnSpc>
                <a:spcPct val="100000"/>
              </a:lnSpc>
            </a:pPr>
            <a:endParaRPr lang="tr-TR" sz="1550" b="0" u="none" strike="noStrike">
              <a:solidFill>
                <a:srgbClr val="000000"/>
              </a:solidFill>
              <a:effectLst/>
              <a:uFillTx/>
              <a:latin typeface="Arial"/>
            </a:endParaRPr>
          </a:p>
          <a:p>
            <a:pPr marL="250560" indent="-250560" algn="just">
              <a:lnSpc>
                <a:spcPct val="100000"/>
              </a:lnSpc>
              <a:buClr>
                <a:srgbClr val="000000"/>
              </a:buClr>
              <a:buFont typeface="Arial"/>
              <a:buChar char="•"/>
            </a:pPr>
            <a:r>
              <a:rPr lang="tr-TR" sz="1550" b="0" u="none" strike="noStrike">
                <a:solidFill>
                  <a:srgbClr val="000000"/>
                </a:solidFill>
                <a:effectLst/>
                <a:uFillTx/>
                <a:latin typeface="Calibri"/>
              </a:rPr>
              <a:t>İniş sistemi üzerinde yer alabilecek bütün aktif ve pasif bileşenler (sensörler, eyleyiciler vb.) ayrı ayrı belirtilmelidir.</a:t>
            </a:r>
            <a:endParaRPr lang="tr-TR" sz="1550" b="0" u="none" strike="noStrike">
              <a:solidFill>
                <a:srgbClr val="000000"/>
              </a:solidFill>
              <a:effectLst/>
              <a:uFillTx/>
              <a:latin typeface="Arial"/>
            </a:endParaRPr>
          </a:p>
          <a:p>
            <a:pPr algn="just">
              <a:lnSpc>
                <a:spcPct val="100000"/>
              </a:lnSpc>
            </a:pPr>
            <a:endParaRPr lang="tr-TR" sz="1550" b="0" u="none" strike="noStrike">
              <a:solidFill>
                <a:srgbClr val="000000"/>
              </a:solidFill>
              <a:effectLst/>
              <a:uFillTx/>
              <a:latin typeface="Arial"/>
            </a:endParaRPr>
          </a:p>
          <a:p>
            <a:pPr marL="250560" indent="-250560" algn="just">
              <a:lnSpc>
                <a:spcPct val="100000"/>
              </a:lnSpc>
              <a:buClr>
                <a:srgbClr val="000000"/>
              </a:buClr>
              <a:buFont typeface="Arial"/>
              <a:buChar char="•"/>
            </a:pPr>
            <a:r>
              <a:rPr lang="tr-TR" sz="1550" b="0" u="none" strike="noStrike">
                <a:solidFill>
                  <a:srgbClr val="000000"/>
                </a:solidFill>
                <a:effectLst/>
                <a:uFillTx/>
                <a:latin typeface="Calibri"/>
              </a:rPr>
              <a:t>Bu bölüm 2 yansıyı geçmemelidir. Teknik resim veya 3B tasarım ile desteklenmelidir.</a:t>
            </a:r>
            <a:endParaRPr lang="tr-TR" sz="1550" b="0" u="none" strike="noStrike">
              <a:solidFill>
                <a:srgbClr val="000000"/>
              </a:solidFill>
              <a:effectLst/>
              <a:uFillTx/>
              <a:latin typeface="Arial"/>
            </a:endParaRPr>
          </a:p>
        </p:txBody>
      </p:sp>
      <p:pic>
        <p:nvPicPr>
          <p:cNvPr id="371" name="Picture 6"/>
          <p:cNvPicPr/>
          <p:nvPr/>
        </p:nvPicPr>
        <p:blipFill>
          <a:blip r:embed="rId3"/>
          <a:stretch/>
        </p:blipFill>
        <p:spPr>
          <a:xfrm>
            <a:off x="9630360" y="276120"/>
            <a:ext cx="1062720" cy="1062720"/>
          </a:xfrm>
          <a:prstGeom prst="rect">
            <a:avLst/>
          </a:prstGeom>
          <a:noFill/>
          <a:ln w="0">
            <a:noFill/>
          </a:ln>
        </p:spPr>
      </p:pic>
      <p:sp>
        <p:nvSpPr>
          <p:cNvPr id="372" name="Rectangle 11"/>
          <p:cNvSpPr/>
          <p:nvPr/>
        </p:nvSpPr>
        <p:spPr>
          <a:xfrm>
            <a:off x="9360" y="6351480"/>
            <a:ext cx="10435320" cy="27554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lnSpc>
                <a:spcPct val="100000"/>
              </a:lnSpc>
            </a:pPr>
            <a:r>
              <a:rPr lang="tr-TR" sz="1200" b="0" i="1" u="none" strike="noStrike" dirty="0">
                <a:solidFill>
                  <a:srgbClr val="000000"/>
                </a:solidFill>
                <a:effectLst/>
                <a:uFillTx/>
                <a:latin typeface="Calibri"/>
              </a:rPr>
              <a:t>Bu bölümde şartnamede yer alan </a:t>
            </a:r>
            <a:r>
              <a:rPr lang="tr-TR" sz="1200" b="1" i="1" dirty="0">
                <a:solidFill>
                  <a:srgbClr val="000000"/>
                </a:solidFill>
              </a:rPr>
              <a:t>4.2.a, 4.2.c, 4.2.f</a:t>
            </a:r>
            <a:r>
              <a:rPr lang="tr-TR" sz="1200" b="1" i="1" u="none" strike="noStrike" dirty="0">
                <a:solidFill>
                  <a:srgbClr val="000000"/>
                </a:solidFill>
                <a:effectLst/>
                <a:uFillTx/>
                <a:latin typeface="Calibri"/>
              </a:rPr>
              <a:t>, 4.2.g, 4.2.h, 4.2.i, 4.2.j ve 4.2.k</a:t>
            </a:r>
            <a:r>
              <a:rPr lang="tr-TR" sz="1200" b="0" i="1" u="none" strike="noStrike" dirty="0">
                <a:solidFill>
                  <a:srgbClr val="000000"/>
                </a:solidFill>
                <a:effectLst/>
                <a:uFillTx/>
                <a:latin typeface="Calibri"/>
              </a:rPr>
              <a:t> numaralı gereksinimlerin karşılanıp karşılanmadığı kontrol edilecektir.</a:t>
            </a:r>
            <a:endParaRPr lang="tr-TR" sz="1200" b="0" u="none" strike="noStrike" dirty="0">
              <a:solidFill>
                <a:srgbClr val="000000"/>
              </a:solidFill>
              <a:effectLst/>
              <a:uFillTx/>
              <a:latin typeface="Arial"/>
            </a:endParaRPr>
          </a:p>
        </p:txBody>
      </p:sp>
      <p:sp>
        <p:nvSpPr>
          <p:cNvPr id="373" name="PlaceHolder 4"/>
          <p:cNvSpPr>
            <a:spLocks noGrp="1"/>
          </p:cNvSpPr>
          <p:nvPr>
            <p:ph type="ftr" idx="103"/>
          </p:nvPr>
        </p:nvSpPr>
        <p:spPr>
          <a:xfrm>
            <a:off x="3542040" y="6890040"/>
            <a:ext cx="3608640" cy="320040"/>
          </a:xfrm>
          <a:prstGeom prst="rect">
            <a:avLst/>
          </a:prstGeom>
          <a:noFill/>
          <a:ln w="0">
            <a:noFill/>
          </a:ln>
        </p:spPr>
        <p:txBody>
          <a:bodyPr lIns="0" tIns="0" rIns="0" bIns="0" anchor="t">
            <a:noAutofit/>
          </a:bodyPr>
          <a:lstStyle>
            <a:lvl1pPr indent="0" algn="ctr">
              <a:lnSpc>
                <a:spcPct val="100000"/>
              </a:lnSpc>
              <a:buNone/>
              <a:defRPr lang="tr-TR" sz="1050" b="0" u="none" strike="noStrike">
                <a:solidFill>
                  <a:srgbClr val="898989"/>
                </a:solidFill>
                <a:effectLst/>
                <a:uFillTx/>
                <a:latin typeface="Calibri"/>
              </a:defRPr>
            </a:lvl1pPr>
          </a:lstStyle>
          <a:p>
            <a:pPr indent="0" algn="ctr">
              <a:lnSpc>
                <a:spcPct val="100000"/>
              </a:lnSpc>
              <a:buNone/>
            </a:pPr>
            <a:r>
              <a:rPr lang="tr-TR" sz="1050" b="0" u="none" strike="noStrike" dirty="0">
                <a:solidFill>
                  <a:srgbClr val="898989"/>
                </a:solidFill>
                <a:effectLst/>
                <a:uFillTx/>
                <a:latin typeface="Calibri"/>
              </a:rPr>
              <a:t>2026 TEKNOFEST DİKEY İNİŞLİ ROKET YARIŞMASI</a:t>
            </a:r>
            <a:br>
              <a:rPr sz="1050" dirty="0"/>
            </a:br>
            <a:r>
              <a:rPr lang="tr-TR" sz="1050" b="0" u="none" strike="noStrike" dirty="0">
                <a:solidFill>
                  <a:srgbClr val="898989"/>
                </a:solidFill>
                <a:effectLst/>
                <a:uFillTx/>
                <a:latin typeface="Calibri"/>
              </a:rPr>
              <a:t> </a:t>
            </a:r>
            <a:r>
              <a:rPr lang="en-US" sz="1050" b="0" u="none" strike="noStrike" dirty="0">
                <a:solidFill>
                  <a:srgbClr val="898989"/>
                </a:solidFill>
                <a:effectLst/>
                <a:uFillTx/>
                <a:latin typeface="Calibri"/>
              </a:rPr>
              <a:t>KRİTİK</a:t>
            </a:r>
            <a:r>
              <a:rPr lang="tr-TR" sz="1050" b="0" u="none" strike="noStrike" dirty="0">
                <a:solidFill>
                  <a:srgbClr val="898989"/>
                </a:solidFill>
                <a:effectLst/>
                <a:uFillTx/>
                <a:latin typeface="Calibri"/>
              </a:rPr>
              <a:t> TASARIM RAPORU (</a:t>
            </a:r>
            <a:r>
              <a:rPr lang="en-US" sz="1050" b="0" u="none" strike="noStrike" dirty="0">
                <a:solidFill>
                  <a:srgbClr val="898989"/>
                </a:solidFill>
                <a:effectLst/>
                <a:uFillTx/>
                <a:latin typeface="Calibri"/>
              </a:rPr>
              <a:t>K</a:t>
            </a:r>
            <a:r>
              <a:rPr lang="tr-TR" sz="1050" b="0" u="none" strike="noStrike" dirty="0">
                <a:solidFill>
                  <a:srgbClr val="898989"/>
                </a:solidFill>
                <a:effectLst/>
                <a:uFillTx/>
                <a:latin typeface="Calibri"/>
              </a:rPr>
              <a:t>TR)</a:t>
            </a:r>
            <a:endParaRPr lang="tr-TR" sz="1050" b="0" u="none" strike="noStrike" dirty="0">
              <a:solidFill>
                <a:srgbClr val="000000"/>
              </a:solidFill>
              <a:effectLst/>
              <a:uFillTx/>
              <a:latin typeface="Times New Roman"/>
            </a:endParaRPr>
          </a:p>
        </p:txBody>
      </p:sp>
      <p:sp>
        <p:nvSpPr>
          <p:cNvPr id="374" name="TextBox 8"/>
          <p:cNvSpPr/>
          <p:nvPr/>
        </p:nvSpPr>
        <p:spPr>
          <a:xfrm>
            <a:off x="6480" y="544680"/>
            <a:ext cx="1027440" cy="569880"/>
          </a:xfrm>
          <a:prstGeom prst="rect">
            <a:avLst/>
          </a:prstGeom>
          <a:noFill/>
          <a:ln w="0">
            <a:solidFill>
              <a:srgbClr val="000000"/>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tr-TR" sz="1550" b="0" u="none" strike="noStrike">
                <a:solidFill>
                  <a:srgbClr val="000000"/>
                </a:solidFill>
                <a:effectLst/>
                <a:uFillTx/>
                <a:latin typeface="Calibri"/>
              </a:rPr>
              <a:t>Takım Logosu</a:t>
            </a:r>
            <a:endParaRPr lang="tr-TR" sz="1550" b="0" u="none" strike="noStrike">
              <a:solidFill>
                <a:srgbClr val="000000"/>
              </a:solidFill>
              <a:effectLst/>
              <a:uFillTx/>
              <a:latin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 name="PlaceHolder 1"/>
          <p:cNvSpPr>
            <a:spLocks noGrp="1"/>
          </p:cNvSpPr>
          <p:nvPr>
            <p:ph type="title"/>
          </p:nvPr>
        </p:nvSpPr>
        <p:spPr>
          <a:xfrm>
            <a:off x="1235160" y="494640"/>
            <a:ext cx="8019720" cy="658440"/>
          </a:xfrm>
          <a:prstGeom prst="rect">
            <a:avLst/>
          </a:prstGeom>
          <a:noFill/>
          <a:ln w="0">
            <a:noFill/>
          </a:ln>
        </p:spPr>
        <p:txBody>
          <a:bodyPr lIns="0" tIns="0" rIns="0" bIns="0" anchor="b">
            <a:noAutofit/>
          </a:bodyPr>
          <a:lstStyle/>
          <a:p>
            <a:pPr indent="0" algn="ctr">
              <a:lnSpc>
                <a:spcPct val="100000"/>
              </a:lnSpc>
              <a:buNone/>
            </a:pPr>
            <a:r>
              <a:rPr lang="tr-TR" sz="3950" b="1" u="none" strike="noStrike">
                <a:solidFill>
                  <a:srgbClr val="0070C0"/>
                </a:solidFill>
                <a:effectLst/>
                <a:uFillTx/>
                <a:latin typeface="Calibri"/>
              </a:rPr>
              <a:t>İniş Sistemi Mekanik Görünüm</a:t>
            </a:r>
            <a:endParaRPr lang="tr-TR" sz="3950" b="0" u="none" strike="noStrike">
              <a:solidFill>
                <a:srgbClr val="000000"/>
              </a:solidFill>
              <a:effectLst/>
              <a:uFillTx/>
              <a:latin typeface="Calibri"/>
            </a:endParaRPr>
          </a:p>
        </p:txBody>
      </p:sp>
      <p:cxnSp>
        <p:nvCxnSpPr>
          <p:cNvPr id="376" name="Straight Connector 4"/>
          <p:cNvCxnSpPr/>
          <p:nvPr/>
        </p:nvCxnSpPr>
        <p:spPr>
          <a:xfrm flipV="1">
            <a:off x="0" y="1352520"/>
            <a:ext cx="10693440" cy="23040"/>
          </a:xfrm>
          <a:prstGeom prst="straightConnector1">
            <a:avLst/>
          </a:prstGeom>
          <a:ln w="38100">
            <a:solidFill>
              <a:srgbClr val="4A7EBB"/>
            </a:solidFill>
            <a:round/>
          </a:ln>
        </p:spPr>
      </p:cxnSp>
      <p:cxnSp>
        <p:nvCxnSpPr>
          <p:cNvPr id="377" name="Straight Connector 5"/>
          <p:cNvCxnSpPr/>
          <p:nvPr/>
        </p:nvCxnSpPr>
        <p:spPr>
          <a:xfrm flipV="1">
            <a:off x="0" y="6790680"/>
            <a:ext cx="10693440" cy="22680"/>
          </a:xfrm>
          <a:prstGeom prst="straightConnector1">
            <a:avLst/>
          </a:prstGeom>
          <a:ln w="38100">
            <a:solidFill>
              <a:srgbClr val="4A7EBB"/>
            </a:solidFill>
            <a:round/>
          </a:ln>
        </p:spPr>
      </p:cxnSp>
      <p:sp>
        <p:nvSpPr>
          <p:cNvPr id="378" name="PlaceHolder 2"/>
          <p:cNvSpPr>
            <a:spLocks noGrp="1"/>
          </p:cNvSpPr>
          <p:nvPr>
            <p:ph type="sldNum" idx="104"/>
          </p:nvPr>
        </p:nvSpPr>
        <p:spPr>
          <a:xfrm>
            <a:off x="9724320" y="6981840"/>
            <a:ext cx="201600" cy="16092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8FC5030E-38A5-498D-A791-4ECAF9768CA0}" type="slidenum">
              <a:rPr lang="tr-TR" sz="1050" b="0" u="none" strike="noStrike">
                <a:solidFill>
                  <a:srgbClr val="898989"/>
                </a:solidFill>
                <a:effectLst/>
                <a:uFillTx/>
                <a:latin typeface="Calibri"/>
              </a:rPr>
              <a:t>30</a:t>
            </a:fld>
            <a:endParaRPr lang="tr-TR" sz="1050" b="0" u="none" strike="noStrike">
              <a:solidFill>
                <a:srgbClr val="000000"/>
              </a:solidFill>
              <a:effectLst/>
              <a:uFillTx/>
              <a:latin typeface="Times New Roman"/>
            </a:endParaRPr>
          </a:p>
        </p:txBody>
      </p:sp>
      <p:sp>
        <p:nvSpPr>
          <p:cNvPr id="379" name="PlaceHolder 3"/>
          <p:cNvSpPr>
            <a:spLocks noGrp="1"/>
          </p:cNvSpPr>
          <p:nvPr>
            <p:ph type="dt" idx="105"/>
          </p:nvPr>
        </p:nvSpPr>
        <p:spPr>
          <a:xfrm>
            <a:off x="802800" y="6981840"/>
            <a:ext cx="1320840" cy="16128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AD353979-9C6E-47C1-9EE5-22D1B292AA93}" type="datetime2">
              <a:rPr lang="tr-TR" sz="1050" b="0" u="none" strike="noStrike">
                <a:solidFill>
                  <a:srgbClr val="898989"/>
                </a:solidFill>
                <a:effectLst/>
                <a:uFillTx/>
                <a:latin typeface="Calibri"/>
              </a:rPr>
              <a:t>21 Nisan 2026 Salı</a:t>
            </a:fld>
            <a:endParaRPr lang="tr-TR" sz="1050" b="0" u="none" strike="noStrike">
              <a:solidFill>
                <a:srgbClr val="000000"/>
              </a:solidFill>
              <a:effectLst/>
              <a:uFillTx/>
              <a:latin typeface="Times New Roman"/>
            </a:endParaRPr>
          </a:p>
        </p:txBody>
      </p:sp>
      <p:pic>
        <p:nvPicPr>
          <p:cNvPr id="380" name="Picture 6"/>
          <p:cNvPicPr/>
          <p:nvPr/>
        </p:nvPicPr>
        <p:blipFill>
          <a:blip r:embed="rId3"/>
          <a:stretch/>
        </p:blipFill>
        <p:spPr>
          <a:xfrm>
            <a:off x="9630360" y="276120"/>
            <a:ext cx="1062720" cy="1062720"/>
          </a:xfrm>
          <a:prstGeom prst="rect">
            <a:avLst/>
          </a:prstGeom>
          <a:noFill/>
          <a:ln w="0">
            <a:noFill/>
          </a:ln>
        </p:spPr>
      </p:pic>
      <p:sp>
        <p:nvSpPr>
          <p:cNvPr id="381" name="Dikdörtgen 10"/>
          <p:cNvSpPr/>
          <p:nvPr/>
        </p:nvSpPr>
        <p:spPr>
          <a:xfrm>
            <a:off x="6188400" y="2975760"/>
            <a:ext cx="3702600" cy="1334520"/>
          </a:xfrm>
          <a:prstGeom prst="rect">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2400" b="1" u="none" strike="noStrike">
                <a:solidFill>
                  <a:schemeClr val="lt1"/>
                </a:solidFill>
                <a:effectLst/>
                <a:uFillTx/>
                <a:latin typeface="Calibri"/>
              </a:rPr>
              <a:t>(Teknik Resim)</a:t>
            </a:r>
            <a:r>
              <a:rPr lang="tr-TR" sz="2400" b="1" u="none" strike="noStrike">
                <a:solidFill>
                  <a:schemeClr val="lt1"/>
                </a:solidFill>
                <a:effectLst/>
                <a:uFillTx/>
                <a:latin typeface="Calibri"/>
              </a:rPr>
              <a:t> </a:t>
            </a:r>
            <a:endParaRPr lang="tr-TR" sz="2400" b="0" u="none" strike="noStrike">
              <a:solidFill>
                <a:srgbClr val="FFFFFF"/>
              </a:solidFill>
              <a:effectLst/>
              <a:uFillTx/>
              <a:latin typeface="Arial"/>
            </a:endParaRPr>
          </a:p>
        </p:txBody>
      </p:sp>
      <p:cxnSp>
        <p:nvCxnSpPr>
          <p:cNvPr id="382" name="Düz Bağlayıcı 8"/>
          <p:cNvCxnSpPr/>
          <p:nvPr/>
        </p:nvCxnSpPr>
        <p:spPr>
          <a:xfrm>
            <a:off x="5236560" y="1352520"/>
            <a:ext cx="360" cy="5438520"/>
          </a:xfrm>
          <a:prstGeom prst="straightConnector1">
            <a:avLst/>
          </a:prstGeom>
          <a:ln w="28575">
            <a:solidFill>
              <a:srgbClr val="4A7EBB"/>
            </a:solidFill>
            <a:prstDash val="dash"/>
            <a:round/>
          </a:ln>
        </p:spPr>
      </p:cxnSp>
      <p:sp>
        <p:nvSpPr>
          <p:cNvPr id="383" name="Dikdörtgen 16"/>
          <p:cNvSpPr/>
          <p:nvPr/>
        </p:nvSpPr>
        <p:spPr>
          <a:xfrm>
            <a:off x="874440" y="2975760"/>
            <a:ext cx="3560400" cy="1334520"/>
          </a:xfrm>
          <a:prstGeom prst="rect">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tr-TR" sz="2400" b="1" u="none" strike="noStrike">
                <a:solidFill>
                  <a:schemeClr val="lt1"/>
                </a:solidFill>
                <a:effectLst/>
                <a:uFillTx/>
                <a:latin typeface="Calibri"/>
              </a:rPr>
              <a:t>İniş Sistemi 3 Boyutlu Görünümü </a:t>
            </a:r>
            <a:endParaRPr lang="tr-TR" sz="2400" b="0" u="none" strike="noStrike">
              <a:solidFill>
                <a:srgbClr val="FFFFFF"/>
              </a:solidFill>
              <a:effectLst/>
              <a:uFillTx/>
              <a:latin typeface="Arial"/>
            </a:endParaRPr>
          </a:p>
          <a:p>
            <a:pPr algn="ctr">
              <a:lnSpc>
                <a:spcPct val="100000"/>
              </a:lnSpc>
            </a:pPr>
            <a:r>
              <a:rPr lang="tr-TR" sz="2400" b="1" u="none" strike="noStrike">
                <a:solidFill>
                  <a:schemeClr val="lt1"/>
                </a:solidFill>
                <a:effectLst/>
                <a:uFillTx/>
                <a:latin typeface="Calibri"/>
              </a:rPr>
              <a:t>(CAD) </a:t>
            </a:r>
            <a:endParaRPr lang="tr-TR" sz="2400" b="0" u="none" strike="noStrike">
              <a:solidFill>
                <a:srgbClr val="FFFFFF"/>
              </a:solidFill>
              <a:effectLst/>
              <a:uFillTx/>
              <a:latin typeface="Arial"/>
            </a:endParaRPr>
          </a:p>
        </p:txBody>
      </p:sp>
      <p:sp>
        <p:nvSpPr>
          <p:cNvPr id="384" name="Rectangle 8"/>
          <p:cNvSpPr/>
          <p:nvPr/>
        </p:nvSpPr>
        <p:spPr>
          <a:xfrm>
            <a:off x="198000" y="4628520"/>
            <a:ext cx="4818960" cy="569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tr-TR" sz="1550" b="0" u="none" strike="noStrike">
                <a:solidFill>
                  <a:srgbClr val="000000"/>
                </a:solidFill>
                <a:effectLst/>
                <a:uFillTx/>
                <a:latin typeface="Calibri"/>
              </a:rPr>
              <a:t>Alt sistemi oluşturan bileşenleri ayrıntılı şekilde gösterilerek </a:t>
            </a:r>
            <a:r>
              <a:rPr lang="tr-TR" sz="1550" b="1" i="1" u="sng" strike="noStrike">
                <a:solidFill>
                  <a:srgbClr val="000000"/>
                </a:solidFill>
                <a:effectLst/>
                <a:uFillTx/>
                <a:latin typeface="Calibri"/>
              </a:rPr>
              <a:t>nihai</a:t>
            </a:r>
            <a:r>
              <a:rPr lang="tr-TR" sz="1550" b="1" i="1" u="none" strike="noStrike">
                <a:solidFill>
                  <a:srgbClr val="000000"/>
                </a:solidFill>
                <a:effectLst/>
                <a:uFillTx/>
                <a:latin typeface="Calibri"/>
              </a:rPr>
              <a:t> </a:t>
            </a:r>
            <a:r>
              <a:rPr lang="tr-TR" sz="1550" b="0" u="none" strike="noStrike">
                <a:solidFill>
                  <a:srgbClr val="000000"/>
                </a:solidFill>
                <a:effectLst/>
                <a:uFillTx/>
                <a:latin typeface="Calibri"/>
              </a:rPr>
              <a:t>3B tasarım çıktıları paylaşılmalıdır.  </a:t>
            </a:r>
            <a:endParaRPr lang="tr-TR" sz="1550" b="0" u="none" strike="noStrike">
              <a:solidFill>
                <a:srgbClr val="000000"/>
              </a:solidFill>
              <a:effectLst/>
              <a:uFillTx/>
              <a:latin typeface="Arial"/>
            </a:endParaRPr>
          </a:p>
        </p:txBody>
      </p:sp>
      <p:sp>
        <p:nvSpPr>
          <p:cNvPr id="385" name="Rectangle 9"/>
          <p:cNvSpPr/>
          <p:nvPr/>
        </p:nvSpPr>
        <p:spPr>
          <a:xfrm>
            <a:off x="5644080" y="4623840"/>
            <a:ext cx="4791240" cy="1046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tr-TR" sz="1550" b="0" u="none" strike="noStrike">
                <a:solidFill>
                  <a:srgbClr val="000000"/>
                </a:solidFill>
                <a:effectLst/>
                <a:uFillTx/>
                <a:latin typeface="Calibri"/>
              </a:rPr>
              <a:t>Alt sistemin fiziksel </a:t>
            </a:r>
            <a:r>
              <a:rPr lang="en-US" sz="1550" b="0" u="none" strike="noStrike">
                <a:solidFill>
                  <a:srgbClr val="000000"/>
                </a:solidFill>
                <a:effectLst/>
                <a:uFillTx/>
                <a:latin typeface="Calibri"/>
              </a:rPr>
              <a:t>özellikleri ayrıntılı olarak anlatılmalıdır.  Boy, çap, özel aerodinamik şekil</a:t>
            </a:r>
            <a:r>
              <a:rPr lang="tr-TR" sz="1550" b="0" u="none" strike="noStrike">
                <a:solidFill>
                  <a:srgbClr val="000000"/>
                </a:solidFill>
                <a:effectLst/>
                <a:uFillTx/>
                <a:latin typeface="Calibri"/>
              </a:rPr>
              <a:t> </a:t>
            </a:r>
            <a:r>
              <a:rPr lang="en-US" sz="1550" b="0" u="none" strike="noStrike">
                <a:solidFill>
                  <a:srgbClr val="000000"/>
                </a:solidFill>
                <a:effectLst/>
                <a:uFillTx/>
                <a:latin typeface="Calibri"/>
              </a:rPr>
              <a:t>ya da açı </a:t>
            </a:r>
            <a:r>
              <a:rPr lang="tr-TR" sz="1550" b="0" u="none" strike="noStrike">
                <a:solidFill>
                  <a:srgbClr val="000000"/>
                </a:solidFill>
                <a:effectLst/>
                <a:uFillTx/>
                <a:latin typeface="Calibri"/>
              </a:rPr>
              <a:t>vb. </a:t>
            </a:r>
            <a:r>
              <a:rPr lang="en-US" sz="1550" b="0" u="none" strike="noStrike">
                <a:solidFill>
                  <a:srgbClr val="000000"/>
                </a:solidFill>
                <a:effectLst/>
                <a:uFillTx/>
                <a:latin typeface="Calibri"/>
              </a:rPr>
              <a:t>parametreler </a:t>
            </a:r>
            <a:r>
              <a:rPr lang="tr-TR" sz="1550" b="0" u="none" strike="noStrike">
                <a:solidFill>
                  <a:srgbClr val="000000"/>
                </a:solidFill>
                <a:effectLst/>
                <a:uFillTx/>
                <a:latin typeface="Calibri"/>
              </a:rPr>
              <a:t>teknik resim kurallarına uygun olarak </a:t>
            </a:r>
            <a:r>
              <a:rPr lang="en-US" sz="1550" b="0" u="none" strike="noStrike">
                <a:solidFill>
                  <a:srgbClr val="000000"/>
                </a:solidFill>
                <a:effectLst/>
                <a:uFillTx/>
                <a:latin typeface="Calibri"/>
              </a:rPr>
              <a:t>belirtilmelidir. </a:t>
            </a:r>
            <a:endParaRPr lang="tr-TR" sz="1550" b="0" u="none" strike="noStrike">
              <a:solidFill>
                <a:srgbClr val="000000"/>
              </a:solidFill>
              <a:effectLst/>
              <a:uFillTx/>
              <a:latin typeface="Arial"/>
            </a:endParaRPr>
          </a:p>
        </p:txBody>
      </p:sp>
      <p:sp>
        <p:nvSpPr>
          <p:cNvPr id="386" name="Rectangle 6"/>
          <p:cNvSpPr/>
          <p:nvPr/>
        </p:nvSpPr>
        <p:spPr>
          <a:xfrm>
            <a:off x="6480" y="6525000"/>
            <a:ext cx="10618920" cy="277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tr-TR" sz="1200" b="0" u="none" strike="noStrike" dirty="0">
                <a:solidFill>
                  <a:schemeClr val="dk1"/>
                </a:solidFill>
                <a:effectLst/>
                <a:uFillTx/>
                <a:latin typeface="Calibri"/>
              </a:rPr>
              <a:t>Şartnamedeki </a:t>
            </a:r>
            <a:r>
              <a:rPr lang="tr-TR" sz="1200" b="1" i="1" dirty="0">
                <a:solidFill>
                  <a:schemeClr val="dk1"/>
                </a:solidFill>
              </a:rPr>
              <a:t>4.2.a, 4.2.c, 4.2.f</a:t>
            </a:r>
            <a:r>
              <a:rPr lang="tr-TR" sz="1200" b="1" i="1" u="none" strike="noStrike" dirty="0">
                <a:solidFill>
                  <a:schemeClr val="dk1"/>
                </a:solidFill>
                <a:effectLst/>
                <a:uFillTx/>
                <a:latin typeface="Calibri"/>
              </a:rPr>
              <a:t>, 4.2.g, 4.2.h, 4.2.i, 4.2.j ve 4.2.k</a:t>
            </a:r>
            <a:r>
              <a:rPr lang="tr-TR" sz="1200" b="0" i="1" u="none" strike="noStrike" dirty="0">
                <a:solidFill>
                  <a:schemeClr val="dk1"/>
                </a:solidFill>
                <a:effectLst/>
                <a:uFillTx/>
                <a:latin typeface="Calibri"/>
              </a:rPr>
              <a:t> </a:t>
            </a:r>
            <a:r>
              <a:rPr lang="tr-TR" sz="1200" b="0" u="none" strike="noStrike" dirty="0">
                <a:solidFill>
                  <a:schemeClr val="dk1"/>
                </a:solidFill>
                <a:effectLst/>
                <a:uFillTx/>
                <a:latin typeface="Calibri"/>
              </a:rPr>
              <a:t>maddesine dikkat edilmelidir.</a:t>
            </a:r>
            <a:endParaRPr lang="tr-TR" sz="1200" b="0" u="none" strike="noStrike" dirty="0">
              <a:solidFill>
                <a:srgbClr val="000000"/>
              </a:solidFill>
              <a:effectLst/>
              <a:uFillTx/>
              <a:latin typeface="Arial"/>
            </a:endParaRPr>
          </a:p>
        </p:txBody>
      </p:sp>
      <p:sp>
        <p:nvSpPr>
          <p:cNvPr id="387" name="PlaceHolder 4"/>
          <p:cNvSpPr>
            <a:spLocks noGrp="1"/>
          </p:cNvSpPr>
          <p:nvPr>
            <p:ph type="ftr" idx="106"/>
          </p:nvPr>
        </p:nvSpPr>
        <p:spPr>
          <a:xfrm>
            <a:off x="3542040" y="6890040"/>
            <a:ext cx="3608640" cy="320040"/>
          </a:xfrm>
          <a:prstGeom prst="rect">
            <a:avLst/>
          </a:prstGeom>
          <a:noFill/>
          <a:ln w="0">
            <a:noFill/>
          </a:ln>
        </p:spPr>
        <p:txBody>
          <a:bodyPr lIns="0" tIns="0" rIns="0" bIns="0" anchor="t">
            <a:noAutofit/>
          </a:bodyPr>
          <a:lstStyle>
            <a:lvl1pPr indent="0" algn="ctr">
              <a:lnSpc>
                <a:spcPct val="100000"/>
              </a:lnSpc>
              <a:buNone/>
              <a:defRPr lang="tr-TR" sz="1050" b="0" u="none" strike="noStrike">
                <a:solidFill>
                  <a:srgbClr val="898989"/>
                </a:solidFill>
                <a:effectLst/>
                <a:uFillTx/>
                <a:latin typeface="Calibri"/>
              </a:defRPr>
            </a:lvl1pPr>
          </a:lstStyle>
          <a:p>
            <a:pPr indent="0" algn="ctr">
              <a:lnSpc>
                <a:spcPct val="100000"/>
              </a:lnSpc>
              <a:buNone/>
            </a:pPr>
            <a:r>
              <a:rPr lang="tr-TR" sz="1050" b="0" u="none" strike="noStrike" dirty="0">
                <a:solidFill>
                  <a:srgbClr val="898989"/>
                </a:solidFill>
                <a:effectLst/>
                <a:uFillTx/>
                <a:latin typeface="Calibri"/>
              </a:rPr>
              <a:t>2026 TEKNOFEST DİKEY İNİŞLİ ROKET YARIŞMASI</a:t>
            </a:r>
            <a:br>
              <a:rPr sz="1050" dirty="0"/>
            </a:br>
            <a:r>
              <a:rPr lang="tr-TR" sz="1050" b="0" u="none" strike="noStrike" dirty="0">
                <a:solidFill>
                  <a:srgbClr val="898989"/>
                </a:solidFill>
                <a:effectLst/>
                <a:uFillTx/>
                <a:latin typeface="Calibri"/>
              </a:rPr>
              <a:t> </a:t>
            </a:r>
            <a:r>
              <a:rPr lang="en-US" sz="1050" b="0" u="none" strike="noStrike" dirty="0">
                <a:solidFill>
                  <a:srgbClr val="898989"/>
                </a:solidFill>
                <a:effectLst/>
                <a:uFillTx/>
                <a:latin typeface="Calibri"/>
              </a:rPr>
              <a:t>KRİTİK</a:t>
            </a:r>
            <a:r>
              <a:rPr lang="tr-TR" sz="1050" b="0" u="none" strike="noStrike" dirty="0">
                <a:solidFill>
                  <a:srgbClr val="898989"/>
                </a:solidFill>
                <a:effectLst/>
                <a:uFillTx/>
                <a:latin typeface="Calibri"/>
              </a:rPr>
              <a:t> TASARIM RAPORU (</a:t>
            </a:r>
            <a:r>
              <a:rPr lang="en-US" sz="1050" b="0" u="none" strike="noStrike" dirty="0">
                <a:solidFill>
                  <a:srgbClr val="898989"/>
                </a:solidFill>
                <a:effectLst/>
                <a:uFillTx/>
                <a:latin typeface="Calibri"/>
              </a:rPr>
              <a:t>K</a:t>
            </a:r>
            <a:r>
              <a:rPr lang="tr-TR" sz="1050" b="0" u="none" strike="noStrike" dirty="0">
                <a:solidFill>
                  <a:srgbClr val="898989"/>
                </a:solidFill>
                <a:effectLst/>
                <a:uFillTx/>
                <a:latin typeface="Calibri"/>
              </a:rPr>
              <a:t>TR)</a:t>
            </a:r>
            <a:endParaRPr lang="tr-TR" sz="1050" b="0" u="none" strike="noStrike" dirty="0">
              <a:solidFill>
                <a:srgbClr val="000000"/>
              </a:solidFill>
              <a:effectLst/>
              <a:uFillTx/>
              <a:latin typeface="Times New Roman"/>
            </a:endParaRPr>
          </a:p>
        </p:txBody>
      </p:sp>
      <p:sp>
        <p:nvSpPr>
          <p:cNvPr id="388" name="TextBox 13"/>
          <p:cNvSpPr/>
          <p:nvPr/>
        </p:nvSpPr>
        <p:spPr>
          <a:xfrm>
            <a:off x="6480" y="544680"/>
            <a:ext cx="1027440" cy="569880"/>
          </a:xfrm>
          <a:prstGeom prst="rect">
            <a:avLst/>
          </a:prstGeom>
          <a:noFill/>
          <a:ln w="0">
            <a:solidFill>
              <a:srgbClr val="000000"/>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tr-TR" sz="1550" b="0" u="none" strike="noStrike">
                <a:solidFill>
                  <a:srgbClr val="000000"/>
                </a:solidFill>
                <a:effectLst/>
                <a:uFillTx/>
                <a:latin typeface="Calibri"/>
              </a:rPr>
              <a:t>Takım Logosu</a:t>
            </a:r>
            <a:endParaRPr lang="tr-TR" sz="1550" b="0" u="none" strike="noStrike">
              <a:solidFill>
                <a:srgbClr val="000000"/>
              </a:solidFill>
              <a:effectLst/>
              <a:uFillTx/>
              <a:latin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 name="PlaceHolder 1"/>
          <p:cNvSpPr>
            <a:spLocks noGrp="1"/>
          </p:cNvSpPr>
          <p:nvPr>
            <p:ph type="title"/>
          </p:nvPr>
        </p:nvSpPr>
        <p:spPr>
          <a:xfrm>
            <a:off x="1235160" y="494640"/>
            <a:ext cx="8019720" cy="658440"/>
          </a:xfrm>
          <a:prstGeom prst="rect">
            <a:avLst/>
          </a:prstGeom>
          <a:noFill/>
          <a:ln w="0">
            <a:noFill/>
          </a:ln>
        </p:spPr>
        <p:txBody>
          <a:bodyPr lIns="0" tIns="0" rIns="0" bIns="0" anchor="b">
            <a:noAutofit/>
          </a:bodyPr>
          <a:lstStyle/>
          <a:p>
            <a:pPr indent="0" algn="ctr">
              <a:lnSpc>
                <a:spcPct val="100000"/>
              </a:lnSpc>
              <a:buNone/>
            </a:pPr>
            <a:r>
              <a:rPr lang="tr-TR" sz="3950" b="1" u="none" strike="noStrike">
                <a:solidFill>
                  <a:srgbClr val="0070C0"/>
                </a:solidFill>
                <a:effectLst/>
                <a:uFillTx/>
                <a:latin typeface="Calibri"/>
              </a:rPr>
              <a:t> İniş Sistemi – Detay </a:t>
            </a:r>
            <a:endParaRPr lang="tr-TR" sz="3950" b="0" u="none" strike="noStrike">
              <a:solidFill>
                <a:srgbClr val="000000"/>
              </a:solidFill>
              <a:effectLst/>
              <a:uFillTx/>
              <a:latin typeface="Calibri"/>
            </a:endParaRPr>
          </a:p>
        </p:txBody>
      </p:sp>
      <p:cxnSp>
        <p:nvCxnSpPr>
          <p:cNvPr id="390" name="Straight Connector 4"/>
          <p:cNvCxnSpPr/>
          <p:nvPr/>
        </p:nvCxnSpPr>
        <p:spPr>
          <a:xfrm flipV="1">
            <a:off x="0" y="1352520"/>
            <a:ext cx="10693440" cy="23040"/>
          </a:xfrm>
          <a:prstGeom prst="straightConnector1">
            <a:avLst/>
          </a:prstGeom>
          <a:ln w="38100">
            <a:solidFill>
              <a:srgbClr val="4A7EBB"/>
            </a:solidFill>
            <a:round/>
          </a:ln>
        </p:spPr>
      </p:cxnSp>
      <p:cxnSp>
        <p:nvCxnSpPr>
          <p:cNvPr id="391" name="Straight Connector 5"/>
          <p:cNvCxnSpPr/>
          <p:nvPr/>
        </p:nvCxnSpPr>
        <p:spPr>
          <a:xfrm flipV="1">
            <a:off x="0" y="6790680"/>
            <a:ext cx="10693440" cy="22680"/>
          </a:xfrm>
          <a:prstGeom prst="straightConnector1">
            <a:avLst/>
          </a:prstGeom>
          <a:ln w="38100">
            <a:solidFill>
              <a:srgbClr val="4A7EBB"/>
            </a:solidFill>
            <a:round/>
          </a:ln>
        </p:spPr>
      </p:cxnSp>
      <p:sp>
        <p:nvSpPr>
          <p:cNvPr id="392" name="PlaceHolder 2"/>
          <p:cNvSpPr>
            <a:spLocks noGrp="1"/>
          </p:cNvSpPr>
          <p:nvPr>
            <p:ph type="sldNum" idx="107"/>
          </p:nvPr>
        </p:nvSpPr>
        <p:spPr>
          <a:xfrm>
            <a:off x="9724320" y="6981840"/>
            <a:ext cx="201600" cy="16092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7B9117F3-A870-400E-A3FA-DDD62CEB2369}" type="slidenum">
              <a:rPr lang="tr-TR" sz="1050" b="0" u="none" strike="noStrike">
                <a:solidFill>
                  <a:srgbClr val="898989"/>
                </a:solidFill>
                <a:effectLst/>
                <a:uFillTx/>
                <a:latin typeface="Calibri"/>
              </a:rPr>
              <a:t>31</a:t>
            </a:fld>
            <a:endParaRPr lang="tr-TR" sz="1050" b="0" u="none" strike="noStrike">
              <a:solidFill>
                <a:srgbClr val="000000"/>
              </a:solidFill>
              <a:effectLst/>
              <a:uFillTx/>
              <a:latin typeface="Times New Roman"/>
            </a:endParaRPr>
          </a:p>
        </p:txBody>
      </p:sp>
      <p:sp>
        <p:nvSpPr>
          <p:cNvPr id="393" name="PlaceHolder 3"/>
          <p:cNvSpPr>
            <a:spLocks noGrp="1"/>
          </p:cNvSpPr>
          <p:nvPr>
            <p:ph type="dt" idx="108"/>
          </p:nvPr>
        </p:nvSpPr>
        <p:spPr>
          <a:xfrm>
            <a:off x="802800" y="6981840"/>
            <a:ext cx="1320840" cy="16128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37FD640E-D6C1-4D8F-BBA3-E730995F56A6}" type="datetime2">
              <a:rPr lang="tr-TR" sz="1050" b="0" u="none" strike="noStrike">
                <a:solidFill>
                  <a:srgbClr val="898989"/>
                </a:solidFill>
                <a:effectLst/>
                <a:uFillTx/>
                <a:latin typeface="Calibri"/>
              </a:rPr>
              <a:t>21 Nisan 2026 Salı</a:t>
            </a:fld>
            <a:endParaRPr lang="tr-TR" sz="1050" b="0" u="none" strike="noStrike">
              <a:solidFill>
                <a:srgbClr val="000000"/>
              </a:solidFill>
              <a:effectLst/>
              <a:uFillTx/>
              <a:latin typeface="Times New Roman"/>
            </a:endParaRPr>
          </a:p>
        </p:txBody>
      </p:sp>
      <p:pic>
        <p:nvPicPr>
          <p:cNvPr id="394" name="Picture 6"/>
          <p:cNvPicPr/>
          <p:nvPr/>
        </p:nvPicPr>
        <p:blipFill>
          <a:blip r:embed="rId3"/>
          <a:stretch/>
        </p:blipFill>
        <p:spPr>
          <a:xfrm>
            <a:off x="9630360" y="276120"/>
            <a:ext cx="1062720" cy="1062720"/>
          </a:xfrm>
          <a:prstGeom prst="rect">
            <a:avLst/>
          </a:prstGeom>
          <a:noFill/>
          <a:ln w="0">
            <a:noFill/>
          </a:ln>
        </p:spPr>
      </p:pic>
      <p:sp>
        <p:nvSpPr>
          <p:cNvPr id="395" name="Rectangle 6"/>
          <p:cNvSpPr/>
          <p:nvPr/>
        </p:nvSpPr>
        <p:spPr>
          <a:xfrm>
            <a:off x="6480" y="3883680"/>
            <a:ext cx="10230840" cy="1046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50560" indent="-250560">
              <a:lnSpc>
                <a:spcPct val="100000"/>
              </a:lnSpc>
              <a:buClr>
                <a:srgbClr val="000000"/>
              </a:buClr>
              <a:buFont typeface="Arial"/>
              <a:buChar char="•"/>
            </a:pPr>
            <a:r>
              <a:rPr lang="tr-TR" sz="1550" b="0" u="none" strike="noStrike">
                <a:solidFill>
                  <a:srgbClr val="000000"/>
                </a:solidFill>
                <a:effectLst/>
                <a:uFillTx/>
                <a:latin typeface="Calibri"/>
              </a:rPr>
              <a:t>Bu yansıda İniş Sisteminde kullanılan üretim yönteminin tercih sebebi ve temel mühendislik hesapları </a:t>
            </a:r>
            <a:r>
              <a:rPr lang="en-US" sz="1550" b="1" i="1" u="sng" strike="noStrike">
                <a:solidFill>
                  <a:srgbClr val="000000"/>
                </a:solidFill>
                <a:effectLst/>
                <a:uFillTx/>
                <a:latin typeface="Calibri"/>
              </a:rPr>
              <a:t>“kritik/detay düzeyde”</a:t>
            </a:r>
            <a:r>
              <a:rPr lang="tr-TR" sz="1550" b="0" u="none" strike="noStrike">
                <a:solidFill>
                  <a:srgbClr val="000000"/>
                </a:solidFill>
                <a:effectLst/>
                <a:uFillTx/>
                <a:latin typeface="Calibri"/>
              </a:rPr>
              <a:t> sunulmalıdır. </a:t>
            </a:r>
            <a:endParaRPr lang="tr-TR" sz="1550" b="0" u="none" strike="noStrike">
              <a:solidFill>
                <a:srgbClr val="000000"/>
              </a:solidFill>
              <a:effectLst/>
              <a:uFillTx/>
              <a:latin typeface="Arial"/>
            </a:endParaRPr>
          </a:p>
          <a:p>
            <a:pPr>
              <a:lnSpc>
                <a:spcPct val="100000"/>
              </a:lnSpc>
            </a:pPr>
            <a:endParaRPr lang="tr-TR" sz="1550" b="0" u="none" strike="noStrike">
              <a:solidFill>
                <a:srgbClr val="000000"/>
              </a:solidFill>
              <a:effectLst/>
              <a:uFillTx/>
              <a:latin typeface="Arial"/>
            </a:endParaRPr>
          </a:p>
          <a:p>
            <a:pPr marL="250560" indent="-250560">
              <a:lnSpc>
                <a:spcPct val="100000"/>
              </a:lnSpc>
              <a:buClr>
                <a:srgbClr val="000000"/>
              </a:buClr>
              <a:buFont typeface="Arial"/>
              <a:buChar char="•"/>
            </a:pPr>
            <a:r>
              <a:rPr lang="tr-TR" sz="1550" b="0" u="none" strike="noStrike">
                <a:solidFill>
                  <a:srgbClr val="000000"/>
                </a:solidFill>
                <a:effectLst/>
                <a:uFillTx/>
                <a:latin typeface="Calibri"/>
              </a:rPr>
              <a:t>Bu bölüm 2 </a:t>
            </a:r>
            <a:r>
              <a:rPr lang="en-US" sz="1550" b="0" u="none" strike="noStrike">
                <a:solidFill>
                  <a:srgbClr val="000000"/>
                </a:solidFill>
                <a:effectLst/>
                <a:uFillTx/>
                <a:latin typeface="Calibri"/>
              </a:rPr>
              <a:t>yansıyı</a:t>
            </a:r>
            <a:r>
              <a:rPr lang="tr-TR" sz="1550" b="0" u="none" strike="noStrike">
                <a:solidFill>
                  <a:srgbClr val="000000"/>
                </a:solidFill>
                <a:effectLst/>
                <a:uFillTx/>
                <a:latin typeface="Calibri"/>
              </a:rPr>
              <a:t> geçmemelidir.</a:t>
            </a:r>
            <a:endParaRPr lang="tr-TR" sz="1550" b="0" u="none" strike="noStrike">
              <a:solidFill>
                <a:srgbClr val="000000"/>
              </a:solidFill>
              <a:effectLst/>
              <a:uFillTx/>
              <a:latin typeface="Arial"/>
            </a:endParaRPr>
          </a:p>
        </p:txBody>
      </p:sp>
      <p:graphicFrame>
        <p:nvGraphicFramePr>
          <p:cNvPr id="396" name="Table 10"/>
          <p:cNvGraphicFramePr/>
          <p:nvPr/>
        </p:nvGraphicFramePr>
        <p:xfrm>
          <a:off x="397800" y="2044440"/>
          <a:ext cx="9693720" cy="1219200"/>
        </p:xfrm>
        <a:graphic>
          <a:graphicData uri="http://schemas.openxmlformats.org/drawingml/2006/table">
            <a:tbl>
              <a:tblPr/>
              <a:tblGrid>
                <a:gridCol w="2026800">
                  <a:extLst>
                    <a:ext uri="{9D8B030D-6E8A-4147-A177-3AD203B41FA5}">
                      <a16:colId xmlns:a16="http://schemas.microsoft.com/office/drawing/2014/main" val="20000"/>
                    </a:ext>
                  </a:extLst>
                </a:gridCol>
                <a:gridCol w="250920">
                  <a:extLst>
                    <a:ext uri="{9D8B030D-6E8A-4147-A177-3AD203B41FA5}">
                      <a16:colId xmlns:a16="http://schemas.microsoft.com/office/drawing/2014/main" val="20001"/>
                    </a:ext>
                  </a:extLst>
                </a:gridCol>
                <a:gridCol w="7416000">
                  <a:extLst>
                    <a:ext uri="{9D8B030D-6E8A-4147-A177-3AD203B41FA5}">
                      <a16:colId xmlns:a16="http://schemas.microsoft.com/office/drawing/2014/main" val="20002"/>
                    </a:ext>
                  </a:extLst>
                </a:gridCol>
              </a:tblGrid>
              <a:tr h="320760">
                <a:tc>
                  <a:txBody>
                    <a:bodyPr/>
                    <a:lstStyle/>
                    <a:p>
                      <a:pPr algn="ctr">
                        <a:lnSpc>
                          <a:spcPct val="100000"/>
                        </a:lnSpc>
                      </a:pPr>
                      <a:r>
                        <a:rPr lang="en-US" sz="1550" b="0" u="none" strike="noStrike">
                          <a:solidFill>
                            <a:srgbClr val="FFFFFF"/>
                          </a:solidFill>
                          <a:effectLst/>
                          <a:uFillTx/>
                          <a:latin typeface="Calibri"/>
                        </a:rPr>
                        <a:t>Özellik</a:t>
                      </a:r>
                      <a:endParaRPr lang="tr-TR" sz="1550" b="0" u="none" strike="noStrike">
                        <a:solidFill>
                          <a:srgbClr val="FFFFFF"/>
                        </a:solidFill>
                        <a:effectLst/>
                        <a:uFillTx/>
                        <a:latin typeface="Arial"/>
                      </a:endParaRPr>
                    </a:p>
                  </a:txBody>
                  <a:tcPr marL="79920" marR="79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c>
                  <a:txBody>
                    <a:bodyPr/>
                    <a:lstStyle/>
                    <a:p>
                      <a:endParaRPr lang="tr-TR" sz="1550" b="0" u="none" strike="noStrike">
                        <a:solidFill>
                          <a:srgbClr val="FFFFFF"/>
                        </a:solidFill>
                        <a:effectLst/>
                        <a:uFillTx/>
                        <a:latin typeface="Calibri"/>
                      </a:endParaRPr>
                    </a:p>
                  </a:txBody>
                  <a:tcPr marL="79920" marR="79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c>
                  <a:txBody>
                    <a:bodyPr/>
                    <a:lstStyle/>
                    <a:p>
                      <a:pPr algn="ctr">
                        <a:lnSpc>
                          <a:spcPct val="100000"/>
                        </a:lnSpc>
                      </a:pPr>
                      <a:r>
                        <a:rPr lang="en-US" sz="1550" b="0" u="none" strike="noStrike">
                          <a:solidFill>
                            <a:srgbClr val="FFFFFF"/>
                          </a:solidFill>
                          <a:effectLst/>
                          <a:uFillTx/>
                          <a:latin typeface="Calibri"/>
                        </a:rPr>
                        <a:t>Kapsam</a:t>
                      </a:r>
                      <a:endParaRPr lang="tr-TR" sz="1550" b="0" u="none" strike="noStrike">
                        <a:solidFill>
                          <a:srgbClr val="FFFFFF"/>
                        </a:solidFill>
                        <a:effectLst/>
                        <a:uFillTx/>
                        <a:latin typeface="Arial"/>
                      </a:endParaRPr>
                    </a:p>
                  </a:txBody>
                  <a:tcPr marL="79920" marR="79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extLst>
                  <a:ext uri="{0D108BD9-81ED-4DB2-BD59-A6C34878D82A}">
                    <a16:rowId xmlns:a16="http://schemas.microsoft.com/office/drawing/2014/main" val="10000"/>
                  </a:ext>
                </a:extLst>
              </a:tr>
              <a:tr h="561240">
                <a:tc>
                  <a:txBody>
                    <a:bodyPr/>
                    <a:lstStyle/>
                    <a:p>
                      <a:pPr>
                        <a:lnSpc>
                          <a:spcPct val="100000"/>
                        </a:lnSpc>
                      </a:pPr>
                      <a:r>
                        <a:rPr lang="tr-TR" sz="1550" b="0" u="none" strike="noStrike">
                          <a:solidFill>
                            <a:srgbClr val="000000"/>
                          </a:solidFill>
                          <a:effectLst/>
                          <a:uFillTx/>
                          <a:latin typeface="Calibri"/>
                        </a:rPr>
                        <a:t>Malzeme Bilgileri </a:t>
                      </a:r>
                      <a:endParaRPr lang="tr-TR" sz="1550" b="0" u="none" strike="noStrike">
                        <a:solidFill>
                          <a:srgbClr val="000000"/>
                        </a:solidFill>
                        <a:effectLst/>
                        <a:uFillTx/>
                        <a:latin typeface="Arial"/>
                      </a:endParaRPr>
                    </a:p>
                  </a:txBody>
                  <a:tcPr marL="79920" marR="79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pPr algn="ctr">
                        <a:lnSpc>
                          <a:spcPct val="100000"/>
                        </a:lnSpc>
                      </a:pPr>
                      <a:r>
                        <a:rPr lang="tr-TR" sz="1550" b="0" u="none" strike="noStrike">
                          <a:solidFill>
                            <a:srgbClr val="000000"/>
                          </a:solidFill>
                          <a:effectLst/>
                          <a:uFillTx/>
                          <a:latin typeface="Calibri"/>
                        </a:rPr>
                        <a:t>:</a:t>
                      </a:r>
                      <a:endParaRPr lang="tr-TR" sz="1550" b="0" u="none" strike="noStrike">
                        <a:solidFill>
                          <a:srgbClr val="000000"/>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pPr algn="just" defTabSz="914400">
                        <a:lnSpc>
                          <a:spcPct val="100000"/>
                        </a:lnSpc>
                        <a:tabLst>
                          <a:tab pos="0" algn="l"/>
                        </a:tabLst>
                      </a:pPr>
                      <a:r>
                        <a:rPr lang="en-US" sz="1550" b="0" u="none" strike="noStrike">
                          <a:solidFill>
                            <a:schemeClr val="dk1"/>
                          </a:solidFill>
                          <a:effectLst/>
                          <a:uFillTx/>
                          <a:latin typeface="Calibri"/>
                        </a:rPr>
                        <a:t>Alt si</a:t>
                      </a:r>
                      <a:r>
                        <a:rPr lang="tr-TR" sz="1550" b="0" u="none" strike="noStrike">
                          <a:solidFill>
                            <a:schemeClr val="dk1"/>
                          </a:solidFill>
                          <a:effectLst/>
                          <a:uFillTx/>
                          <a:latin typeface="Calibri"/>
                        </a:rPr>
                        <a:t>s</a:t>
                      </a:r>
                      <a:r>
                        <a:rPr lang="en-US" sz="1550" b="0" u="none" strike="noStrike">
                          <a:solidFill>
                            <a:schemeClr val="dk1"/>
                          </a:solidFill>
                          <a:effectLst/>
                          <a:uFillTx/>
                          <a:latin typeface="Calibri"/>
                        </a:rPr>
                        <a:t>temi oluşturan </a:t>
                      </a:r>
                      <a:r>
                        <a:rPr lang="tr-TR" sz="1550" b="0" u="none" strike="noStrike">
                          <a:solidFill>
                            <a:schemeClr val="dk1"/>
                          </a:solidFill>
                          <a:effectLst/>
                          <a:uFillTx/>
                          <a:latin typeface="Calibri"/>
                        </a:rPr>
                        <a:t>bileşenler</a:t>
                      </a:r>
                      <a:r>
                        <a:rPr lang="en-US" sz="1550" b="0" u="none" strike="noStrike">
                          <a:solidFill>
                            <a:schemeClr val="dk1"/>
                          </a:solidFill>
                          <a:effectLst/>
                          <a:uFillTx/>
                          <a:latin typeface="Calibri"/>
                        </a:rPr>
                        <a:t> için </a:t>
                      </a:r>
                      <a:r>
                        <a:rPr lang="en-US" sz="1550" b="1" i="1" u="sng" strike="noStrike">
                          <a:solidFill>
                            <a:schemeClr val="dk1"/>
                          </a:solidFill>
                          <a:effectLst/>
                          <a:uFillTx/>
                          <a:latin typeface="Calibri"/>
                        </a:rPr>
                        <a:t>belirlenen malzemeler</a:t>
                      </a:r>
                      <a:r>
                        <a:rPr lang="en-US" sz="1550" b="1" i="1" u="none" strike="noStrike">
                          <a:solidFill>
                            <a:schemeClr val="dk1"/>
                          </a:solidFill>
                          <a:effectLst/>
                          <a:uFillTx/>
                          <a:latin typeface="Calibri"/>
                        </a:rPr>
                        <a:t> </a:t>
                      </a:r>
                      <a:r>
                        <a:rPr lang="en-US" sz="1550" b="0" u="none" strike="noStrike">
                          <a:solidFill>
                            <a:schemeClr val="dk1"/>
                          </a:solidFill>
                          <a:effectLst/>
                          <a:uFillTx/>
                          <a:latin typeface="Calibri"/>
                        </a:rPr>
                        <a:t>yazılacaktır. Malzemenin k</a:t>
                      </a:r>
                      <a:r>
                        <a:rPr lang="tr-TR" sz="1550" b="0" u="none" strike="noStrike">
                          <a:solidFill>
                            <a:schemeClr val="dk1"/>
                          </a:solidFill>
                          <a:effectLst/>
                          <a:uFillTx/>
                          <a:latin typeface="Calibri"/>
                        </a:rPr>
                        <a:t>ritik</a:t>
                      </a:r>
                      <a:r>
                        <a:rPr lang="en-US" sz="1550" b="0" u="none" strike="noStrike">
                          <a:solidFill>
                            <a:schemeClr val="dk1"/>
                          </a:solidFill>
                          <a:effectLst/>
                          <a:uFillTx/>
                          <a:latin typeface="Calibri"/>
                        </a:rPr>
                        <a:t> teknik özellikleri tablo </a:t>
                      </a:r>
                      <a:r>
                        <a:rPr lang="tr-TR" sz="1550" b="0" u="none" strike="noStrike">
                          <a:solidFill>
                            <a:schemeClr val="dk1"/>
                          </a:solidFill>
                          <a:effectLst/>
                          <a:uFillTx/>
                          <a:latin typeface="Calibri"/>
                        </a:rPr>
                        <a:t>şeklinde </a:t>
                      </a:r>
                      <a:r>
                        <a:rPr lang="en-US" sz="1550" b="0" u="none" strike="noStrike">
                          <a:solidFill>
                            <a:schemeClr val="dk1"/>
                          </a:solidFill>
                          <a:effectLst/>
                          <a:uFillTx/>
                          <a:latin typeface="Calibri"/>
                        </a:rPr>
                        <a:t>verilecektir. </a:t>
                      </a:r>
                      <a:endParaRPr lang="tr-TR" sz="1550" b="0" u="none" strike="noStrike">
                        <a:solidFill>
                          <a:srgbClr val="000000"/>
                        </a:solidFill>
                        <a:effectLst/>
                        <a:uFillTx/>
                        <a:latin typeface="Arial"/>
                      </a:endParaRPr>
                    </a:p>
                  </a:txBody>
                  <a:tcPr marL="79920" marR="79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extLst>
                  <a:ext uri="{0D108BD9-81ED-4DB2-BD59-A6C34878D82A}">
                    <a16:rowId xmlns:a16="http://schemas.microsoft.com/office/drawing/2014/main" val="10001"/>
                  </a:ext>
                </a:extLst>
              </a:tr>
              <a:tr h="325080">
                <a:tc>
                  <a:txBody>
                    <a:bodyPr/>
                    <a:lstStyle/>
                    <a:p>
                      <a:pPr>
                        <a:lnSpc>
                          <a:spcPct val="100000"/>
                        </a:lnSpc>
                      </a:pPr>
                      <a:r>
                        <a:rPr lang="tr-TR" sz="1550" b="0" u="none" strike="noStrike">
                          <a:solidFill>
                            <a:srgbClr val="000000"/>
                          </a:solidFill>
                          <a:effectLst/>
                          <a:uFillTx/>
                          <a:latin typeface="Calibri"/>
                        </a:rPr>
                        <a:t>Üretim Yöntemleri</a:t>
                      </a:r>
                      <a:endParaRPr lang="tr-TR" sz="1550" b="0" u="none" strike="noStrike">
                        <a:solidFill>
                          <a:srgbClr val="000000"/>
                        </a:solidFill>
                        <a:effectLst/>
                        <a:uFillTx/>
                        <a:latin typeface="Arial"/>
                      </a:endParaRPr>
                    </a:p>
                  </a:txBody>
                  <a:tcPr marL="79920" marR="79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lstStyle/>
                    <a:p>
                      <a:pPr algn="ctr">
                        <a:lnSpc>
                          <a:spcPct val="100000"/>
                        </a:lnSpc>
                      </a:pPr>
                      <a:r>
                        <a:rPr lang="tr-TR" sz="1550" b="0" u="none" strike="noStrike">
                          <a:solidFill>
                            <a:srgbClr val="000000"/>
                          </a:solidFill>
                          <a:effectLst/>
                          <a:uFillTx/>
                          <a:latin typeface="Calibri"/>
                        </a:rPr>
                        <a:t>:</a:t>
                      </a:r>
                      <a:endParaRPr lang="tr-TR" sz="1550" b="0" u="none" strike="noStrike">
                        <a:solidFill>
                          <a:srgbClr val="000000"/>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lstStyle/>
                    <a:p>
                      <a:pPr algn="just" defTabSz="914400">
                        <a:lnSpc>
                          <a:spcPct val="100000"/>
                        </a:lnSpc>
                        <a:tabLst>
                          <a:tab pos="0" algn="l"/>
                        </a:tabLst>
                      </a:pPr>
                      <a:r>
                        <a:rPr lang="en-US" sz="1550" b="1" i="1" u="sng" strike="noStrike">
                          <a:solidFill>
                            <a:schemeClr val="dk1"/>
                          </a:solidFill>
                          <a:effectLst/>
                          <a:uFillTx/>
                          <a:latin typeface="Calibri"/>
                        </a:rPr>
                        <a:t>Belirlenmiş olan </a:t>
                      </a:r>
                      <a:r>
                        <a:rPr lang="en-US" sz="1550" b="0" u="none" strike="noStrike">
                          <a:solidFill>
                            <a:schemeClr val="dk1"/>
                          </a:solidFill>
                          <a:effectLst/>
                          <a:uFillTx/>
                          <a:latin typeface="Calibri"/>
                        </a:rPr>
                        <a:t>üretim yöntemleri </a:t>
                      </a:r>
                      <a:r>
                        <a:rPr lang="en-US" sz="1550" b="1" i="1" u="sng" strike="noStrike">
                          <a:solidFill>
                            <a:schemeClr val="dk1"/>
                          </a:solidFill>
                          <a:effectLst/>
                          <a:uFillTx/>
                          <a:latin typeface="Calibri"/>
                        </a:rPr>
                        <a:t>“kritik/detay düzeyde”</a:t>
                      </a:r>
                      <a:r>
                        <a:rPr lang="tr-TR" sz="1550" b="0" u="none" strike="noStrike">
                          <a:solidFill>
                            <a:schemeClr val="dk1"/>
                          </a:solidFill>
                          <a:effectLst/>
                          <a:uFillTx/>
                          <a:latin typeface="Calibri"/>
                        </a:rPr>
                        <a:t> </a:t>
                      </a:r>
                      <a:r>
                        <a:rPr lang="en-US" sz="1550" b="0" u="none" strike="noStrike">
                          <a:solidFill>
                            <a:schemeClr val="dk1"/>
                          </a:solidFill>
                          <a:effectLst/>
                          <a:uFillTx/>
                          <a:latin typeface="Calibri"/>
                        </a:rPr>
                        <a:t>anlatılacaktır.</a:t>
                      </a:r>
                      <a:r>
                        <a:rPr lang="tr-TR" sz="1550" b="0" u="none" strike="noStrike">
                          <a:solidFill>
                            <a:schemeClr val="dk1"/>
                          </a:solidFill>
                          <a:effectLst/>
                          <a:uFillTx/>
                          <a:latin typeface="Calibri"/>
                        </a:rPr>
                        <a:t> </a:t>
                      </a:r>
                      <a:endParaRPr lang="tr-TR" sz="1550" b="0" u="none" strike="noStrike">
                        <a:solidFill>
                          <a:srgbClr val="000000"/>
                        </a:solidFill>
                        <a:effectLst/>
                        <a:uFillTx/>
                        <a:latin typeface="Arial"/>
                      </a:endParaRPr>
                    </a:p>
                  </a:txBody>
                  <a:tcPr marL="79920" marR="79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extLst>
                  <a:ext uri="{0D108BD9-81ED-4DB2-BD59-A6C34878D82A}">
                    <a16:rowId xmlns:a16="http://schemas.microsoft.com/office/drawing/2014/main" val="10002"/>
                  </a:ext>
                </a:extLst>
              </a:tr>
            </a:tbl>
          </a:graphicData>
        </a:graphic>
      </p:graphicFrame>
      <p:sp>
        <p:nvSpPr>
          <p:cNvPr id="397" name="PlaceHolder 4"/>
          <p:cNvSpPr>
            <a:spLocks noGrp="1"/>
          </p:cNvSpPr>
          <p:nvPr>
            <p:ph type="ftr" idx="109"/>
          </p:nvPr>
        </p:nvSpPr>
        <p:spPr>
          <a:xfrm>
            <a:off x="3542040" y="6890040"/>
            <a:ext cx="3608640" cy="320040"/>
          </a:xfrm>
          <a:prstGeom prst="rect">
            <a:avLst/>
          </a:prstGeom>
          <a:noFill/>
          <a:ln w="0">
            <a:noFill/>
          </a:ln>
        </p:spPr>
        <p:txBody>
          <a:bodyPr lIns="0" tIns="0" rIns="0" bIns="0" anchor="t">
            <a:noAutofit/>
          </a:bodyPr>
          <a:lstStyle>
            <a:lvl1pPr indent="0" algn="ctr">
              <a:lnSpc>
                <a:spcPct val="100000"/>
              </a:lnSpc>
              <a:buNone/>
              <a:defRPr lang="tr-TR" sz="1050" b="0" u="none" strike="noStrike">
                <a:solidFill>
                  <a:srgbClr val="898989"/>
                </a:solidFill>
                <a:effectLst/>
                <a:uFillTx/>
                <a:latin typeface="Calibri"/>
              </a:defRPr>
            </a:lvl1pPr>
          </a:lstStyle>
          <a:p>
            <a:pPr indent="0" algn="ctr">
              <a:lnSpc>
                <a:spcPct val="100000"/>
              </a:lnSpc>
              <a:buNone/>
            </a:pPr>
            <a:r>
              <a:rPr lang="tr-TR" sz="1050" b="0" u="none" strike="noStrike" dirty="0">
                <a:solidFill>
                  <a:srgbClr val="898989"/>
                </a:solidFill>
                <a:effectLst/>
                <a:uFillTx/>
                <a:latin typeface="Calibri"/>
              </a:rPr>
              <a:t>2026 TEKNOFEST DİKEY İNİŞLİ ROKET YARIŞMASI</a:t>
            </a:r>
            <a:br>
              <a:rPr sz="1050" dirty="0"/>
            </a:br>
            <a:r>
              <a:rPr lang="tr-TR" sz="1050" b="0" u="none" strike="noStrike" dirty="0">
                <a:solidFill>
                  <a:srgbClr val="898989"/>
                </a:solidFill>
                <a:effectLst/>
                <a:uFillTx/>
                <a:latin typeface="Calibri"/>
              </a:rPr>
              <a:t> </a:t>
            </a:r>
            <a:r>
              <a:rPr lang="en-US" sz="1050" b="0" u="none" strike="noStrike" dirty="0">
                <a:solidFill>
                  <a:srgbClr val="898989"/>
                </a:solidFill>
                <a:effectLst/>
                <a:uFillTx/>
                <a:latin typeface="Calibri"/>
              </a:rPr>
              <a:t>KRİTİK</a:t>
            </a:r>
            <a:r>
              <a:rPr lang="tr-TR" sz="1050" b="0" u="none" strike="noStrike" dirty="0">
                <a:solidFill>
                  <a:srgbClr val="898989"/>
                </a:solidFill>
                <a:effectLst/>
                <a:uFillTx/>
                <a:latin typeface="Calibri"/>
              </a:rPr>
              <a:t> TASARIM RAPORU (</a:t>
            </a:r>
            <a:r>
              <a:rPr lang="en-US" sz="1050" b="0" u="none" strike="noStrike" dirty="0">
                <a:solidFill>
                  <a:srgbClr val="898989"/>
                </a:solidFill>
                <a:effectLst/>
                <a:uFillTx/>
                <a:latin typeface="Calibri"/>
              </a:rPr>
              <a:t>K</a:t>
            </a:r>
            <a:r>
              <a:rPr lang="tr-TR" sz="1050" b="0" u="none" strike="noStrike" dirty="0">
                <a:solidFill>
                  <a:srgbClr val="898989"/>
                </a:solidFill>
                <a:effectLst/>
                <a:uFillTx/>
                <a:latin typeface="Calibri"/>
              </a:rPr>
              <a:t>TR)</a:t>
            </a:r>
            <a:endParaRPr lang="tr-TR" sz="1050" b="0" u="none" strike="noStrike" dirty="0">
              <a:solidFill>
                <a:srgbClr val="000000"/>
              </a:solidFill>
              <a:effectLst/>
              <a:uFillTx/>
              <a:latin typeface="Times New Roman"/>
            </a:endParaRPr>
          </a:p>
        </p:txBody>
      </p:sp>
      <p:sp>
        <p:nvSpPr>
          <p:cNvPr id="398" name="TextBox 8"/>
          <p:cNvSpPr/>
          <p:nvPr/>
        </p:nvSpPr>
        <p:spPr>
          <a:xfrm>
            <a:off x="6480" y="544680"/>
            <a:ext cx="1027440" cy="569880"/>
          </a:xfrm>
          <a:prstGeom prst="rect">
            <a:avLst/>
          </a:prstGeom>
          <a:noFill/>
          <a:ln w="0">
            <a:solidFill>
              <a:srgbClr val="000000"/>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tr-TR" sz="1550" b="0" u="none" strike="noStrike">
                <a:solidFill>
                  <a:srgbClr val="000000"/>
                </a:solidFill>
                <a:effectLst/>
                <a:uFillTx/>
                <a:latin typeface="Calibri"/>
              </a:rPr>
              <a:t>Takım Logosu</a:t>
            </a:r>
            <a:endParaRPr lang="tr-TR" sz="1550" b="0" u="none" strike="noStrike">
              <a:solidFill>
                <a:srgbClr val="000000"/>
              </a:solidFill>
              <a:effectLst/>
              <a:uFillTx/>
              <a:latin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 name="PlaceHolder 1"/>
          <p:cNvSpPr>
            <a:spLocks noGrp="1"/>
          </p:cNvSpPr>
          <p:nvPr>
            <p:ph type="title"/>
          </p:nvPr>
        </p:nvSpPr>
        <p:spPr>
          <a:xfrm>
            <a:off x="1061640" y="276120"/>
            <a:ext cx="8019720" cy="1062720"/>
          </a:xfrm>
          <a:prstGeom prst="rect">
            <a:avLst/>
          </a:prstGeom>
          <a:noFill/>
          <a:ln w="0">
            <a:noFill/>
          </a:ln>
        </p:spPr>
        <p:txBody>
          <a:bodyPr lIns="0" tIns="0" rIns="0" bIns="0" anchor="b">
            <a:noAutofit/>
          </a:bodyPr>
          <a:lstStyle/>
          <a:p>
            <a:pPr indent="0" algn="ctr">
              <a:lnSpc>
                <a:spcPct val="100000"/>
              </a:lnSpc>
              <a:buNone/>
            </a:pPr>
            <a:r>
              <a:rPr lang="tr-TR" sz="3950" b="1" u="none" strike="noStrike">
                <a:solidFill>
                  <a:srgbClr val="0070C0"/>
                </a:solidFill>
                <a:effectLst/>
                <a:uFillTx/>
                <a:latin typeface="Calibri"/>
              </a:rPr>
              <a:t>Gövde Bileşenleri &amp; Gövde Bütünün</a:t>
            </a:r>
            <a:br>
              <a:rPr sz="3950"/>
            </a:br>
            <a:r>
              <a:rPr lang="tr-TR" sz="3950" b="1" u="none" strike="noStrike">
                <a:solidFill>
                  <a:srgbClr val="0070C0"/>
                </a:solidFill>
                <a:effectLst/>
                <a:uFillTx/>
                <a:latin typeface="Calibri"/>
              </a:rPr>
              <a:t>Mekanik Görünümü</a:t>
            </a:r>
            <a:endParaRPr lang="tr-TR" sz="3950" b="0" u="none" strike="noStrike">
              <a:solidFill>
                <a:srgbClr val="000000"/>
              </a:solidFill>
              <a:effectLst/>
              <a:uFillTx/>
              <a:latin typeface="Calibri"/>
            </a:endParaRPr>
          </a:p>
        </p:txBody>
      </p:sp>
      <p:cxnSp>
        <p:nvCxnSpPr>
          <p:cNvPr id="400" name="Straight Connector 4"/>
          <p:cNvCxnSpPr/>
          <p:nvPr/>
        </p:nvCxnSpPr>
        <p:spPr>
          <a:xfrm flipV="1">
            <a:off x="0" y="1352520"/>
            <a:ext cx="10693440" cy="23040"/>
          </a:xfrm>
          <a:prstGeom prst="straightConnector1">
            <a:avLst/>
          </a:prstGeom>
          <a:ln w="38100">
            <a:solidFill>
              <a:srgbClr val="4A7EBB"/>
            </a:solidFill>
            <a:round/>
          </a:ln>
        </p:spPr>
      </p:cxnSp>
      <p:cxnSp>
        <p:nvCxnSpPr>
          <p:cNvPr id="401" name="Straight Connector 5"/>
          <p:cNvCxnSpPr/>
          <p:nvPr/>
        </p:nvCxnSpPr>
        <p:spPr>
          <a:xfrm flipV="1">
            <a:off x="0" y="6781320"/>
            <a:ext cx="10693440" cy="23040"/>
          </a:xfrm>
          <a:prstGeom prst="straightConnector1">
            <a:avLst/>
          </a:prstGeom>
          <a:ln w="38100">
            <a:solidFill>
              <a:srgbClr val="4A7EBB"/>
            </a:solidFill>
            <a:round/>
          </a:ln>
        </p:spPr>
      </p:cxnSp>
      <p:sp>
        <p:nvSpPr>
          <p:cNvPr id="402" name="PlaceHolder 2"/>
          <p:cNvSpPr>
            <a:spLocks noGrp="1"/>
          </p:cNvSpPr>
          <p:nvPr>
            <p:ph type="sldNum" idx="110"/>
          </p:nvPr>
        </p:nvSpPr>
        <p:spPr>
          <a:xfrm>
            <a:off x="9724320" y="6972480"/>
            <a:ext cx="201600" cy="16092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632E70CA-426C-4EBF-93A5-459C9F023C57}" type="slidenum">
              <a:rPr lang="tr-TR" sz="1050" b="0" u="none" strike="noStrike">
                <a:solidFill>
                  <a:srgbClr val="898989"/>
                </a:solidFill>
                <a:effectLst/>
                <a:uFillTx/>
                <a:latin typeface="Calibri"/>
              </a:rPr>
              <a:t>32</a:t>
            </a:fld>
            <a:endParaRPr lang="tr-TR" sz="1050" b="0" u="none" strike="noStrike">
              <a:solidFill>
                <a:srgbClr val="000000"/>
              </a:solidFill>
              <a:effectLst/>
              <a:uFillTx/>
              <a:latin typeface="Times New Roman"/>
            </a:endParaRPr>
          </a:p>
        </p:txBody>
      </p:sp>
      <p:sp>
        <p:nvSpPr>
          <p:cNvPr id="403" name="PlaceHolder 3"/>
          <p:cNvSpPr>
            <a:spLocks noGrp="1"/>
          </p:cNvSpPr>
          <p:nvPr>
            <p:ph type="dt" idx="111"/>
          </p:nvPr>
        </p:nvSpPr>
        <p:spPr>
          <a:xfrm>
            <a:off x="802800" y="6972480"/>
            <a:ext cx="1320840" cy="16128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DF7DF63C-5DFE-475B-86C8-ED2BC033790D}" type="datetime2">
              <a:rPr lang="tr-TR" sz="1050" b="0" u="none" strike="noStrike">
                <a:solidFill>
                  <a:srgbClr val="898989"/>
                </a:solidFill>
                <a:effectLst/>
                <a:uFillTx/>
                <a:latin typeface="Calibri"/>
              </a:rPr>
              <a:t>21 Nisan 2026 Salı</a:t>
            </a:fld>
            <a:endParaRPr lang="tr-TR" sz="1050" b="0" u="none" strike="noStrike">
              <a:solidFill>
                <a:srgbClr val="000000"/>
              </a:solidFill>
              <a:effectLst/>
              <a:uFillTx/>
              <a:latin typeface="Times New Roman"/>
            </a:endParaRPr>
          </a:p>
        </p:txBody>
      </p:sp>
      <p:pic>
        <p:nvPicPr>
          <p:cNvPr id="404" name="Picture 6"/>
          <p:cNvPicPr/>
          <p:nvPr/>
        </p:nvPicPr>
        <p:blipFill>
          <a:blip r:embed="rId3"/>
          <a:stretch/>
        </p:blipFill>
        <p:spPr>
          <a:xfrm>
            <a:off x="9630360" y="276120"/>
            <a:ext cx="1062720" cy="1062720"/>
          </a:xfrm>
          <a:prstGeom prst="rect">
            <a:avLst/>
          </a:prstGeom>
          <a:noFill/>
          <a:ln w="0">
            <a:noFill/>
          </a:ln>
        </p:spPr>
      </p:pic>
      <p:cxnSp>
        <p:nvCxnSpPr>
          <p:cNvPr id="405" name="Düz Bağlayıcı 8"/>
          <p:cNvCxnSpPr/>
          <p:nvPr/>
        </p:nvCxnSpPr>
        <p:spPr>
          <a:xfrm>
            <a:off x="5156280" y="1375200"/>
            <a:ext cx="360" cy="3936240"/>
          </a:xfrm>
          <a:prstGeom prst="straightConnector1">
            <a:avLst/>
          </a:prstGeom>
          <a:ln w="28575">
            <a:solidFill>
              <a:srgbClr val="4A7EBB"/>
            </a:solidFill>
            <a:prstDash val="dash"/>
            <a:round/>
          </a:ln>
        </p:spPr>
      </p:cxnSp>
      <p:sp>
        <p:nvSpPr>
          <p:cNvPr id="406" name="Dikdörtgen 10"/>
          <p:cNvSpPr/>
          <p:nvPr/>
        </p:nvSpPr>
        <p:spPr>
          <a:xfrm>
            <a:off x="520200" y="3234600"/>
            <a:ext cx="4015800" cy="1334520"/>
          </a:xfrm>
          <a:prstGeom prst="rect">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tr-TR" sz="2400" b="1" u="none" strike="noStrike">
                <a:solidFill>
                  <a:schemeClr val="lt1"/>
                </a:solidFill>
                <a:effectLst/>
                <a:uFillTx/>
                <a:latin typeface="Calibri"/>
              </a:rPr>
              <a:t>Gövde Bileşenlerinin </a:t>
            </a:r>
            <a:endParaRPr lang="tr-TR" sz="2400" b="0" u="none" strike="noStrike">
              <a:solidFill>
                <a:srgbClr val="FFFFFF"/>
              </a:solidFill>
              <a:effectLst/>
              <a:uFillTx/>
              <a:latin typeface="Arial"/>
            </a:endParaRPr>
          </a:p>
          <a:p>
            <a:pPr algn="ctr">
              <a:lnSpc>
                <a:spcPct val="100000"/>
              </a:lnSpc>
            </a:pPr>
            <a:r>
              <a:rPr lang="tr-TR" sz="2400" b="1" u="none" strike="noStrike">
                <a:solidFill>
                  <a:schemeClr val="lt1"/>
                </a:solidFill>
                <a:effectLst/>
                <a:uFillTx/>
                <a:latin typeface="Calibri"/>
              </a:rPr>
              <a:t>3 Boyutlu Görünümü (CAD) </a:t>
            </a:r>
            <a:endParaRPr lang="tr-TR" sz="2400" b="0" u="none" strike="noStrike">
              <a:solidFill>
                <a:srgbClr val="FFFFFF"/>
              </a:solidFill>
              <a:effectLst/>
              <a:uFillTx/>
              <a:latin typeface="Arial"/>
            </a:endParaRPr>
          </a:p>
        </p:txBody>
      </p:sp>
      <p:sp>
        <p:nvSpPr>
          <p:cNvPr id="407" name="Dikdörtgen 16"/>
          <p:cNvSpPr/>
          <p:nvPr/>
        </p:nvSpPr>
        <p:spPr>
          <a:xfrm>
            <a:off x="5776560" y="3234600"/>
            <a:ext cx="4384800" cy="1334520"/>
          </a:xfrm>
          <a:prstGeom prst="rect">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tr-TR" sz="2400" b="1" u="none" strike="noStrike">
                <a:solidFill>
                  <a:schemeClr val="lt1"/>
                </a:solidFill>
                <a:effectLst/>
                <a:uFillTx/>
                <a:latin typeface="Calibri"/>
              </a:rPr>
              <a:t>Gövde Bütünün </a:t>
            </a:r>
            <a:endParaRPr lang="tr-TR" sz="2400" b="0" u="none" strike="noStrike">
              <a:solidFill>
                <a:srgbClr val="FFFFFF"/>
              </a:solidFill>
              <a:effectLst/>
              <a:uFillTx/>
              <a:latin typeface="Arial"/>
            </a:endParaRPr>
          </a:p>
          <a:p>
            <a:pPr algn="ctr">
              <a:lnSpc>
                <a:spcPct val="100000"/>
              </a:lnSpc>
            </a:pPr>
            <a:r>
              <a:rPr lang="tr-TR" sz="2400" b="1" u="none" strike="noStrike">
                <a:solidFill>
                  <a:schemeClr val="lt1"/>
                </a:solidFill>
                <a:effectLst/>
                <a:uFillTx/>
                <a:latin typeface="Calibri"/>
              </a:rPr>
              <a:t>3 Boyutlu Görünümü (CAD)</a:t>
            </a:r>
            <a:endParaRPr lang="tr-TR" sz="2400" b="0" u="none" strike="noStrike">
              <a:solidFill>
                <a:srgbClr val="FFFFFF"/>
              </a:solidFill>
              <a:effectLst/>
              <a:uFillTx/>
              <a:latin typeface="Arial"/>
            </a:endParaRPr>
          </a:p>
        </p:txBody>
      </p:sp>
      <p:sp>
        <p:nvSpPr>
          <p:cNvPr id="408" name="Dikdörtgen 14"/>
          <p:cNvSpPr/>
          <p:nvPr/>
        </p:nvSpPr>
        <p:spPr>
          <a:xfrm>
            <a:off x="92880" y="5311440"/>
            <a:ext cx="9957960" cy="569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tr-TR" sz="1550" b="0" u="none" strike="noStrike">
                <a:solidFill>
                  <a:srgbClr val="000000"/>
                </a:solidFill>
                <a:effectLst/>
                <a:uFillTx/>
                <a:latin typeface="Calibri"/>
              </a:rPr>
              <a:t>Alt sistemi oluşturan bileşenler ayrıntılı şekilde gösterilerek </a:t>
            </a:r>
            <a:r>
              <a:rPr lang="tr-TR" sz="1550" b="1" i="1" u="sng" strike="noStrike">
                <a:solidFill>
                  <a:srgbClr val="000000"/>
                </a:solidFill>
                <a:effectLst/>
                <a:uFillTx/>
                <a:latin typeface="Calibri"/>
              </a:rPr>
              <a:t>nihai</a:t>
            </a:r>
            <a:r>
              <a:rPr lang="tr-TR" sz="1550" b="0" u="none" strike="noStrike">
                <a:solidFill>
                  <a:srgbClr val="000000"/>
                </a:solidFill>
                <a:effectLst/>
                <a:uFillTx/>
                <a:latin typeface="Calibri"/>
              </a:rPr>
              <a:t> 3B tasarım çıktıları paylaşılmalıdır. </a:t>
            </a:r>
            <a:endParaRPr lang="tr-TR" sz="1550" b="0" u="none" strike="noStrike">
              <a:solidFill>
                <a:srgbClr val="000000"/>
              </a:solidFill>
              <a:effectLst/>
              <a:uFillTx/>
              <a:latin typeface="Arial"/>
            </a:endParaRPr>
          </a:p>
          <a:p>
            <a:pPr>
              <a:lnSpc>
                <a:spcPct val="100000"/>
              </a:lnSpc>
            </a:pPr>
            <a:endParaRPr lang="tr-TR" sz="1550" b="0" u="none" strike="noStrike">
              <a:solidFill>
                <a:srgbClr val="000000"/>
              </a:solidFill>
              <a:effectLst/>
              <a:uFillTx/>
              <a:latin typeface="Arial"/>
            </a:endParaRPr>
          </a:p>
        </p:txBody>
      </p:sp>
      <p:sp>
        <p:nvSpPr>
          <p:cNvPr id="409" name="PlaceHolder 4"/>
          <p:cNvSpPr>
            <a:spLocks noGrp="1"/>
          </p:cNvSpPr>
          <p:nvPr>
            <p:ph type="ftr" idx="112"/>
          </p:nvPr>
        </p:nvSpPr>
        <p:spPr>
          <a:xfrm>
            <a:off x="3542040" y="6881040"/>
            <a:ext cx="3608640" cy="320040"/>
          </a:xfrm>
          <a:prstGeom prst="rect">
            <a:avLst/>
          </a:prstGeom>
          <a:noFill/>
          <a:ln w="0">
            <a:noFill/>
          </a:ln>
        </p:spPr>
        <p:txBody>
          <a:bodyPr lIns="0" tIns="0" rIns="0" bIns="0" anchor="t">
            <a:noAutofit/>
          </a:bodyPr>
          <a:lstStyle>
            <a:lvl1pPr indent="0" algn="ctr">
              <a:lnSpc>
                <a:spcPct val="100000"/>
              </a:lnSpc>
              <a:buNone/>
              <a:defRPr lang="tr-TR" sz="1050" b="0" u="none" strike="noStrike">
                <a:solidFill>
                  <a:srgbClr val="898989"/>
                </a:solidFill>
                <a:effectLst/>
                <a:uFillTx/>
                <a:latin typeface="Calibri"/>
              </a:defRPr>
            </a:lvl1pPr>
          </a:lstStyle>
          <a:p>
            <a:pPr indent="0" algn="ctr">
              <a:lnSpc>
                <a:spcPct val="100000"/>
              </a:lnSpc>
              <a:buNone/>
            </a:pPr>
            <a:r>
              <a:rPr lang="tr-TR" sz="1050" b="0" u="none" strike="noStrike" dirty="0">
                <a:solidFill>
                  <a:srgbClr val="898989"/>
                </a:solidFill>
                <a:effectLst/>
                <a:uFillTx/>
                <a:latin typeface="Calibri"/>
              </a:rPr>
              <a:t>2026 TEKNOFEST DİKEY İNİŞLİ ROKET YARIŞMASI</a:t>
            </a:r>
            <a:br>
              <a:rPr sz="1050" dirty="0"/>
            </a:br>
            <a:r>
              <a:rPr lang="tr-TR" sz="1050" b="0" u="none" strike="noStrike" dirty="0">
                <a:solidFill>
                  <a:srgbClr val="898989"/>
                </a:solidFill>
                <a:effectLst/>
                <a:uFillTx/>
                <a:latin typeface="Calibri"/>
              </a:rPr>
              <a:t> </a:t>
            </a:r>
            <a:r>
              <a:rPr lang="en-US" sz="1050" b="0" u="none" strike="noStrike" dirty="0">
                <a:solidFill>
                  <a:srgbClr val="898989"/>
                </a:solidFill>
                <a:effectLst/>
                <a:uFillTx/>
                <a:latin typeface="Calibri"/>
              </a:rPr>
              <a:t>KRİTİK</a:t>
            </a:r>
            <a:r>
              <a:rPr lang="tr-TR" sz="1050" b="0" u="none" strike="noStrike" dirty="0">
                <a:solidFill>
                  <a:srgbClr val="898989"/>
                </a:solidFill>
                <a:effectLst/>
                <a:uFillTx/>
                <a:latin typeface="Calibri"/>
              </a:rPr>
              <a:t> TASARIM RAPORU (</a:t>
            </a:r>
            <a:r>
              <a:rPr lang="en-US" sz="1050" b="0" u="none" strike="noStrike" dirty="0">
                <a:solidFill>
                  <a:srgbClr val="898989"/>
                </a:solidFill>
                <a:effectLst/>
                <a:uFillTx/>
                <a:latin typeface="Calibri"/>
              </a:rPr>
              <a:t>K</a:t>
            </a:r>
            <a:r>
              <a:rPr lang="tr-TR" sz="1050" b="0" u="none" strike="noStrike" dirty="0">
                <a:solidFill>
                  <a:srgbClr val="898989"/>
                </a:solidFill>
                <a:effectLst/>
                <a:uFillTx/>
                <a:latin typeface="Calibri"/>
              </a:rPr>
              <a:t>TR)</a:t>
            </a:r>
            <a:endParaRPr lang="tr-TR" sz="1050" b="0" u="none" strike="noStrike" dirty="0">
              <a:solidFill>
                <a:srgbClr val="000000"/>
              </a:solidFill>
              <a:effectLst/>
              <a:uFillTx/>
              <a:latin typeface="Times New Roman"/>
            </a:endParaRPr>
          </a:p>
        </p:txBody>
      </p:sp>
      <p:sp>
        <p:nvSpPr>
          <p:cNvPr id="411" name="TextBox 11"/>
          <p:cNvSpPr/>
          <p:nvPr/>
        </p:nvSpPr>
        <p:spPr>
          <a:xfrm>
            <a:off x="6480" y="544680"/>
            <a:ext cx="1027440" cy="569880"/>
          </a:xfrm>
          <a:prstGeom prst="rect">
            <a:avLst/>
          </a:prstGeom>
          <a:noFill/>
          <a:ln w="0">
            <a:solidFill>
              <a:srgbClr val="000000"/>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tr-TR" sz="1550" b="0" u="none" strike="noStrike">
                <a:solidFill>
                  <a:srgbClr val="000000"/>
                </a:solidFill>
                <a:effectLst/>
                <a:uFillTx/>
                <a:latin typeface="Calibri"/>
              </a:rPr>
              <a:t>Takım Logosu</a:t>
            </a:r>
            <a:endParaRPr lang="tr-TR" sz="1550" b="0" u="none" strike="noStrike">
              <a:solidFill>
                <a:srgbClr val="000000"/>
              </a:solidFill>
              <a:effectLst/>
              <a:uFillTx/>
              <a:latin typeface="Arial"/>
            </a:endParaRPr>
          </a:p>
        </p:txBody>
      </p:sp>
      <p:sp>
        <p:nvSpPr>
          <p:cNvPr id="412" name="TextBox 15"/>
          <p:cNvSpPr/>
          <p:nvPr/>
        </p:nvSpPr>
        <p:spPr>
          <a:xfrm>
            <a:off x="6480" y="6483960"/>
            <a:ext cx="7854480" cy="277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tr-TR" sz="1200" b="0" i="1" u="none" strike="noStrike" dirty="0">
                <a:solidFill>
                  <a:srgbClr val="000000"/>
                </a:solidFill>
                <a:effectLst/>
                <a:uFillTx/>
                <a:latin typeface="Calibri"/>
              </a:rPr>
              <a:t>Şartnamedeki </a:t>
            </a:r>
            <a:r>
              <a:rPr lang="tr-TR" sz="1200" b="1" i="1" dirty="0">
                <a:solidFill>
                  <a:srgbClr val="000000"/>
                </a:solidFill>
              </a:rPr>
              <a:t>4.2.a, 4.2.c,</a:t>
            </a:r>
            <a:r>
              <a:rPr lang="tr-TR" sz="1200" b="1" i="1" u="none" strike="noStrike" dirty="0">
                <a:solidFill>
                  <a:srgbClr val="000000"/>
                </a:solidFill>
                <a:effectLst/>
                <a:uFillTx/>
                <a:latin typeface="Calibri"/>
              </a:rPr>
              <a:t> 4.2.f, 4.2.g, 4.2.h, 4.2.i, 4.2.j ve 4.2.k</a:t>
            </a:r>
            <a:r>
              <a:rPr lang="tr-TR" sz="1200" b="0" i="1" u="none" strike="noStrike" dirty="0">
                <a:solidFill>
                  <a:srgbClr val="000000"/>
                </a:solidFill>
                <a:effectLst/>
                <a:uFillTx/>
                <a:latin typeface="Calibri"/>
              </a:rPr>
              <a:t> maddesine dikkat edilmelidir.</a:t>
            </a:r>
            <a:endParaRPr lang="tr-TR" sz="1200" b="0" u="none" strike="noStrike" dirty="0">
              <a:solidFill>
                <a:srgbClr val="000000"/>
              </a:solidFill>
              <a:effectLst/>
              <a:uFillTx/>
              <a:latin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13" name="Straight Connector 4"/>
          <p:cNvCxnSpPr/>
          <p:nvPr/>
        </p:nvCxnSpPr>
        <p:spPr>
          <a:xfrm flipV="1">
            <a:off x="0" y="1352520"/>
            <a:ext cx="10693440" cy="23040"/>
          </a:xfrm>
          <a:prstGeom prst="straightConnector1">
            <a:avLst/>
          </a:prstGeom>
          <a:ln w="38100">
            <a:solidFill>
              <a:srgbClr val="4A7EBB"/>
            </a:solidFill>
            <a:round/>
          </a:ln>
        </p:spPr>
      </p:cxnSp>
      <p:cxnSp>
        <p:nvCxnSpPr>
          <p:cNvPr id="414" name="Straight Connector 5"/>
          <p:cNvCxnSpPr/>
          <p:nvPr/>
        </p:nvCxnSpPr>
        <p:spPr>
          <a:xfrm flipV="1">
            <a:off x="0" y="6790680"/>
            <a:ext cx="10693440" cy="22680"/>
          </a:xfrm>
          <a:prstGeom prst="straightConnector1">
            <a:avLst/>
          </a:prstGeom>
          <a:ln w="38100">
            <a:solidFill>
              <a:srgbClr val="4A7EBB"/>
            </a:solidFill>
            <a:round/>
          </a:ln>
        </p:spPr>
      </p:cxnSp>
      <p:sp>
        <p:nvSpPr>
          <p:cNvPr id="415" name="PlaceHolder 1"/>
          <p:cNvSpPr>
            <a:spLocks noGrp="1"/>
          </p:cNvSpPr>
          <p:nvPr>
            <p:ph type="sldNum" idx="113"/>
          </p:nvPr>
        </p:nvSpPr>
        <p:spPr>
          <a:xfrm>
            <a:off x="9724320" y="6981840"/>
            <a:ext cx="201600" cy="16092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48B45895-D0E4-4090-9562-43F4BDEF21B7}" type="slidenum">
              <a:rPr lang="tr-TR" sz="1050" b="0" u="none" strike="noStrike">
                <a:solidFill>
                  <a:srgbClr val="898989"/>
                </a:solidFill>
                <a:effectLst/>
                <a:uFillTx/>
                <a:latin typeface="Calibri"/>
              </a:rPr>
              <a:t>33</a:t>
            </a:fld>
            <a:endParaRPr lang="tr-TR" sz="1050" b="0" u="none" strike="noStrike">
              <a:solidFill>
                <a:srgbClr val="000000"/>
              </a:solidFill>
              <a:effectLst/>
              <a:uFillTx/>
              <a:latin typeface="Times New Roman"/>
            </a:endParaRPr>
          </a:p>
        </p:txBody>
      </p:sp>
      <p:sp>
        <p:nvSpPr>
          <p:cNvPr id="416" name="PlaceHolder 2"/>
          <p:cNvSpPr>
            <a:spLocks noGrp="1"/>
          </p:cNvSpPr>
          <p:nvPr>
            <p:ph type="dt" idx="114"/>
          </p:nvPr>
        </p:nvSpPr>
        <p:spPr>
          <a:xfrm>
            <a:off x="802800" y="6981840"/>
            <a:ext cx="1320840" cy="16128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2F0057EC-161C-4B98-9DFF-42CA1F87F0CA}" type="datetime2">
              <a:rPr lang="tr-TR" sz="1050" b="0" u="none" strike="noStrike">
                <a:solidFill>
                  <a:srgbClr val="898989"/>
                </a:solidFill>
                <a:effectLst/>
                <a:uFillTx/>
                <a:latin typeface="Calibri"/>
              </a:rPr>
              <a:t>21 Nisan 2026 Salı</a:t>
            </a:fld>
            <a:endParaRPr lang="tr-TR" sz="1050" b="0" u="none" strike="noStrike">
              <a:solidFill>
                <a:srgbClr val="000000"/>
              </a:solidFill>
              <a:effectLst/>
              <a:uFillTx/>
              <a:latin typeface="Times New Roman"/>
            </a:endParaRPr>
          </a:p>
        </p:txBody>
      </p:sp>
      <p:pic>
        <p:nvPicPr>
          <p:cNvPr id="417" name="Picture 6"/>
          <p:cNvPicPr/>
          <p:nvPr/>
        </p:nvPicPr>
        <p:blipFill>
          <a:blip r:embed="rId3"/>
          <a:stretch/>
        </p:blipFill>
        <p:spPr>
          <a:xfrm>
            <a:off x="9630360" y="276120"/>
            <a:ext cx="1062720" cy="1062720"/>
          </a:xfrm>
          <a:prstGeom prst="rect">
            <a:avLst/>
          </a:prstGeom>
          <a:noFill/>
          <a:ln w="0">
            <a:noFill/>
          </a:ln>
        </p:spPr>
      </p:pic>
      <p:sp>
        <p:nvSpPr>
          <p:cNvPr id="418" name="Rectangle 6"/>
          <p:cNvSpPr/>
          <p:nvPr/>
        </p:nvSpPr>
        <p:spPr>
          <a:xfrm>
            <a:off x="6480" y="3883680"/>
            <a:ext cx="10230840" cy="808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50560" indent="-250560">
              <a:lnSpc>
                <a:spcPct val="100000"/>
              </a:lnSpc>
              <a:buClr>
                <a:srgbClr val="000000"/>
              </a:buClr>
              <a:buFont typeface="Arial"/>
              <a:buChar char="•"/>
            </a:pPr>
            <a:r>
              <a:rPr lang="tr-TR" sz="1550" b="0" u="none" strike="noStrike" dirty="0">
                <a:solidFill>
                  <a:srgbClr val="000000"/>
                </a:solidFill>
                <a:effectLst/>
                <a:uFillTx/>
                <a:latin typeface="Calibri"/>
              </a:rPr>
              <a:t>Bu yansıda Gövde Bileşenlerine ait temel mühendislik hesapları </a:t>
            </a:r>
            <a:r>
              <a:rPr lang="en-US" sz="1550" b="1" i="1" u="sng" strike="noStrike" dirty="0">
                <a:solidFill>
                  <a:srgbClr val="000000"/>
                </a:solidFill>
                <a:effectLst/>
                <a:uFillTx/>
                <a:latin typeface="Calibri"/>
              </a:rPr>
              <a:t>“</a:t>
            </a:r>
            <a:r>
              <a:rPr lang="en-US" sz="1550" b="1" i="1" u="sng" strike="noStrike" dirty="0" err="1">
                <a:solidFill>
                  <a:srgbClr val="000000"/>
                </a:solidFill>
                <a:effectLst/>
                <a:uFillTx/>
                <a:latin typeface="Calibri"/>
              </a:rPr>
              <a:t>kritik</a:t>
            </a:r>
            <a:r>
              <a:rPr lang="en-US" sz="1550" b="1" i="1" u="sng" strike="noStrike" dirty="0">
                <a:solidFill>
                  <a:srgbClr val="000000"/>
                </a:solidFill>
                <a:effectLst/>
                <a:uFillTx/>
                <a:latin typeface="Calibri"/>
              </a:rPr>
              <a:t>/</a:t>
            </a:r>
            <a:r>
              <a:rPr lang="en-US" sz="1550" b="1" i="1" u="sng" strike="noStrike" dirty="0" err="1">
                <a:solidFill>
                  <a:srgbClr val="000000"/>
                </a:solidFill>
                <a:effectLst/>
                <a:uFillTx/>
                <a:latin typeface="Calibri"/>
              </a:rPr>
              <a:t>detay</a:t>
            </a:r>
            <a:r>
              <a:rPr lang="en-US" sz="1550" b="1" i="1" u="sng" strike="noStrike" dirty="0">
                <a:solidFill>
                  <a:srgbClr val="000000"/>
                </a:solidFill>
                <a:effectLst/>
                <a:uFillTx/>
                <a:latin typeface="Calibri"/>
              </a:rPr>
              <a:t> </a:t>
            </a:r>
            <a:r>
              <a:rPr lang="en-US" sz="1550" b="1" i="1" u="sng" strike="noStrike" dirty="0" err="1">
                <a:solidFill>
                  <a:srgbClr val="000000"/>
                </a:solidFill>
                <a:effectLst/>
                <a:uFillTx/>
                <a:latin typeface="Calibri"/>
              </a:rPr>
              <a:t>düzeyde</a:t>
            </a:r>
            <a:r>
              <a:rPr lang="en-US" sz="1550" b="1" i="1" u="sng" strike="noStrike" dirty="0">
                <a:solidFill>
                  <a:srgbClr val="000000"/>
                </a:solidFill>
                <a:effectLst/>
                <a:uFillTx/>
                <a:latin typeface="Calibri"/>
              </a:rPr>
              <a:t>”</a:t>
            </a:r>
            <a:r>
              <a:rPr lang="tr-TR" sz="1550" b="0" u="none" strike="noStrike" dirty="0">
                <a:solidFill>
                  <a:srgbClr val="000000"/>
                </a:solidFill>
                <a:effectLst/>
                <a:uFillTx/>
                <a:latin typeface="Calibri"/>
              </a:rPr>
              <a:t> belirtilmelidir. </a:t>
            </a:r>
            <a:endParaRPr lang="tr-TR" sz="1550" b="0" u="none" strike="noStrike" dirty="0">
              <a:solidFill>
                <a:srgbClr val="000000"/>
              </a:solidFill>
              <a:effectLst/>
              <a:uFillTx/>
              <a:latin typeface="Arial"/>
            </a:endParaRPr>
          </a:p>
          <a:p>
            <a:pPr>
              <a:lnSpc>
                <a:spcPct val="100000"/>
              </a:lnSpc>
            </a:pPr>
            <a:endParaRPr lang="tr-TR" sz="1550" b="0" u="none" strike="noStrike" dirty="0">
              <a:solidFill>
                <a:srgbClr val="000000"/>
              </a:solidFill>
              <a:effectLst/>
              <a:uFillTx/>
              <a:latin typeface="Arial"/>
            </a:endParaRPr>
          </a:p>
          <a:p>
            <a:pPr marL="250560" indent="-250560">
              <a:lnSpc>
                <a:spcPct val="100000"/>
              </a:lnSpc>
              <a:buClr>
                <a:srgbClr val="000000"/>
              </a:buClr>
              <a:buFont typeface="Arial"/>
              <a:buChar char="•"/>
            </a:pPr>
            <a:r>
              <a:rPr lang="tr-TR" sz="1550" b="0" u="none" strike="noStrike" dirty="0">
                <a:solidFill>
                  <a:srgbClr val="000000"/>
                </a:solidFill>
                <a:effectLst/>
                <a:uFillTx/>
                <a:latin typeface="Calibri"/>
              </a:rPr>
              <a:t>Bu bölüm 2 </a:t>
            </a:r>
            <a:r>
              <a:rPr lang="en-US" sz="1550" b="0" u="none" strike="noStrike" dirty="0" err="1">
                <a:solidFill>
                  <a:srgbClr val="000000"/>
                </a:solidFill>
                <a:effectLst/>
                <a:uFillTx/>
                <a:latin typeface="Calibri"/>
              </a:rPr>
              <a:t>yansıyı</a:t>
            </a:r>
            <a:r>
              <a:rPr lang="tr-TR" sz="1550" b="0" u="none" strike="noStrike" dirty="0">
                <a:solidFill>
                  <a:srgbClr val="000000"/>
                </a:solidFill>
                <a:effectLst/>
                <a:uFillTx/>
                <a:latin typeface="Calibri"/>
              </a:rPr>
              <a:t> geçmemelidir.</a:t>
            </a:r>
            <a:endParaRPr lang="tr-TR" sz="1550" b="0" u="none" strike="noStrike" dirty="0">
              <a:solidFill>
                <a:srgbClr val="000000"/>
              </a:solidFill>
              <a:effectLst/>
              <a:uFillTx/>
              <a:latin typeface="Arial"/>
            </a:endParaRPr>
          </a:p>
        </p:txBody>
      </p:sp>
      <p:graphicFrame>
        <p:nvGraphicFramePr>
          <p:cNvPr id="419" name="Table 10"/>
          <p:cNvGraphicFramePr/>
          <p:nvPr/>
        </p:nvGraphicFramePr>
        <p:xfrm>
          <a:off x="499320" y="2038320"/>
          <a:ext cx="9693720" cy="1219200"/>
        </p:xfrm>
        <a:graphic>
          <a:graphicData uri="http://schemas.openxmlformats.org/drawingml/2006/table">
            <a:tbl>
              <a:tblPr/>
              <a:tblGrid>
                <a:gridCol w="2026800">
                  <a:extLst>
                    <a:ext uri="{9D8B030D-6E8A-4147-A177-3AD203B41FA5}">
                      <a16:colId xmlns:a16="http://schemas.microsoft.com/office/drawing/2014/main" val="20000"/>
                    </a:ext>
                  </a:extLst>
                </a:gridCol>
                <a:gridCol w="250920">
                  <a:extLst>
                    <a:ext uri="{9D8B030D-6E8A-4147-A177-3AD203B41FA5}">
                      <a16:colId xmlns:a16="http://schemas.microsoft.com/office/drawing/2014/main" val="20001"/>
                    </a:ext>
                  </a:extLst>
                </a:gridCol>
                <a:gridCol w="7416000">
                  <a:extLst>
                    <a:ext uri="{9D8B030D-6E8A-4147-A177-3AD203B41FA5}">
                      <a16:colId xmlns:a16="http://schemas.microsoft.com/office/drawing/2014/main" val="20002"/>
                    </a:ext>
                  </a:extLst>
                </a:gridCol>
              </a:tblGrid>
              <a:tr h="320760">
                <a:tc>
                  <a:txBody>
                    <a:bodyPr/>
                    <a:lstStyle/>
                    <a:p>
                      <a:pPr algn="ctr">
                        <a:lnSpc>
                          <a:spcPct val="100000"/>
                        </a:lnSpc>
                      </a:pPr>
                      <a:r>
                        <a:rPr lang="en-US" sz="1550" b="0" u="none" strike="noStrike">
                          <a:solidFill>
                            <a:srgbClr val="FFFFFF"/>
                          </a:solidFill>
                          <a:effectLst/>
                          <a:uFillTx/>
                          <a:latin typeface="Calibri"/>
                        </a:rPr>
                        <a:t>Özellik</a:t>
                      </a:r>
                      <a:endParaRPr lang="tr-TR" sz="1550" b="0" u="none" strike="noStrike">
                        <a:solidFill>
                          <a:srgbClr val="FFFFFF"/>
                        </a:solidFill>
                        <a:effectLst/>
                        <a:uFillTx/>
                        <a:latin typeface="Arial"/>
                      </a:endParaRPr>
                    </a:p>
                  </a:txBody>
                  <a:tcPr marL="79920" marR="79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c>
                  <a:txBody>
                    <a:bodyPr/>
                    <a:lstStyle/>
                    <a:p>
                      <a:endParaRPr lang="tr-TR" sz="1550" b="0" u="none" strike="noStrike">
                        <a:solidFill>
                          <a:srgbClr val="FFFFFF"/>
                        </a:solidFill>
                        <a:effectLst/>
                        <a:uFillTx/>
                        <a:latin typeface="Calibri"/>
                      </a:endParaRPr>
                    </a:p>
                  </a:txBody>
                  <a:tcPr marL="79920" marR="79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c>
                  <a:txBody>
                    <a:bodyPr/>
                    <a:lstStyle/>
                    <a:p>
                      <a:pPr algn="ctr">
                        <a:lnSpc>
                          <a:spcPct val="100000"/>
                        </a:lnSpc>
                      </a:pPr>
                      <a:r>
                        <a:rPr lang="en-US" sz="1550" b="0" u="none" strike="noStrike">
                          <a:solidFill>
                            <a:srgbClr val="FFFFFF"/>
                          </a:solidFill>
                          <a:effectLst/>
                          <a:uFillTx/>
                          <a:latin typeface="Calibri"/>
                        </a:rPr>
                        <a:t>Kapsam</a:t>
                      </a:r>
                      <a:endParaRPr lang="tr-TR" sz="1550" b="0" u="none" strike="noStrike">
                        <a:solidFill>
                          <a:srgbClr val="FFFFFF"/>
                        </a:solidFill>
                        <a:effectLst/>
                        <a:uFillTx/>
                        <a:latin typeface="Arial"/>
                      </a:endParaRPr>
                    </a:p>
                  </a:txBody>
                  <a:tcPr marL="79920" marR="79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extLst>
                  <a:ext uri="{0D108BD9-81ED-4DB2-BD59-A6C34878D82A}">
                    <a16:rowId xmlns:a16="http://schemas.microsoft.com/office/drawing/2014/main" val="10000"/>
                  </a:ext>
                </a:extLst>
              </a:tr>
              <a:tr h="561240">
                <a:tc>
                  <a:txBody>
                    <a:bodyPr/>
                    <a:lstStyle/>
                    <a:p>
                      <a:pPr>
                        <a:lnSpc>
                          <a:spcPct val="100000"/>
                        </a:lnSpc>
                      </a:pPr>
                      <a:r>
                        <a:rPr lang="tr-TR" sz="1550" b="0" u="none" strike="noStrike">
                          <a:solidFill>
                            <a:srgbClr val="000000"/>
                          </a:solidFill>
                          <a:effectLst/>
                          <a:uFillTx/>
                          <a:latin typeface="Calibri"/>
                        </a:rPr>
                        <a:t>Malzeme Bilgileri </a:t>
                      </a:r>
                      <a:endParaRPr lang="tr-TR" sz="1550" b="0" u="none" strike="noStrike">
                        <a:solidFill>
                          <a:srgbClr val="000000"/>
                        </a:solidFill>
                        <a:effectLst/>
                        <a:uFillTx/>
                        <a:latin typeface="Arial"/>
                      </a:endParaRPr>
                    </a:p>
                  </a:txBody>
                  <a:tcPr marL="79920" marR="79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pPr algn="ctr">
                        <a:lnSpc>
                          <a:spcPct val="100000"/>
                        </a:lnSpc>
                      </a:pPr>
                      <a:r>
                        <a:rPr lang="tr-TR" sz="1550" b="0" u="none" strike="noStrike">
                          <a:solidFill>
                            <a:srgbClr val="000000"/>
                          </a:solidFill>
                          <a:effectLst/>
                          <a:uFillTx/>
                          <a:latin typeface="Calibri"/>
                        </a:rPr>
                        <a:t>:</a:t>
                      </a:r>
                      <a:endParaRPr lang="tr-TR" sz="1550" b="0" u="none" strike="noStrike">
                        <a:solidFill>
                          <a:srgbClr val="000000"/>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pPr algn="just" defTabSz="914400">
                        <a:lnSpc>
                          <a:spcPct val="100000"/>
                        </a:lnSpc>
                        <a:tabLst>
                          <a:tab pos="0" algn="l"/>
                        </a:tabLst>
                      </a:pPr>
                      <a:r>
                        <a:rPr lang="en-US" sz="1550" b="0" u="none" strike="noStrike">
                          <a:solidFill>
                            <a:schemeClr val="dk1"/>
                          </a:solidFill>
                          <a:effectLst/>
                          <a:uFillTx/>
                          <a:latin typeface="Calibri"/>
                        </a:rPr>
                        <a:t>Alt si</a:t>
                      </a:r>
                      <a:r>
                        <a:rPr lang="tr-TR" sz="1550" b="0" u="none" strike="noStrike">
                          <a:solidFill>
                            <a:schemeClr val="dk1"/>
                          </a:solidFill>
                          <a:effectLst/>
                          <a:uFillTx/>
                          <a:latin typeface="Calibri"/>
                        </a:rPr>
                        <a:t>s</a:t>
                      </a:r>
                      <a:r>
                        <a:rPr lang="en-US" sz="1550" b="0" u="none" strike="noStrike">
                          <a:solidFill>
                            <a:schemeClr val="dk1"/>
                          </a:solidFill>
                          <a:effectLst/>
                          <a:uFillTx/>
                          <a:latin typeface="Calibri"/>
                        </a:rPr>
                        <a:t>temi oluşturan parçalar için </a:t>
                      </a:r>
                      <a:r>
                        <a:rPr lang="en-US" sz="1550" b="1" i="1" u="sng" strike="noStrike">
                          <a:solidFill>
                            <a:schemeClr val="dk1"/>
                          </a:solidFill>
                          <a:effectLst/>
                          <a:uFillTx/>
                          <a:latin typeface="Calibri"/>
                        </a:rPr>
                        <a:t>belirlenen malzemeler</a:t>
                      </a:r>
                      <a:r>
                        <a:rPr lang="en-US" sz="1550" b="1" i="1" u="none" strike="noStrike">
                          <a:solidFill>
                            <a:schemeClr val="dk1"/>
                          </a:solidFill>
                          <a:effectLst/>
                          <a:uFillTx/>
                          <a:latin typeface="Calibri"/>
                        </a:rPr>
                        <a:t> </a:t>
                      </a:r>
                      <a:r>
                        <a:rPr lang="en-US" sz="1550" b="0" u="none" strike="noStrike">
                          <a:solidFill>
                            <a:schemeClr val="dk1"/>
                          </a:solidFill>
                          <a:effectLst/>
                          <a:uFillTx/>
                          <a:latin typeface="Calibri"/>
                        </a:rPr>
                        <a:t>yazılacaktır. Malzemenin k</a:t>
                      </a:r>
                      <a:r>
                        <a:rPr lang="tr-TR" sz="1550" b="0" u="none" strike="noStrike">
                          <a:solidFill>
                            <a:schemeClr val="dk1"/>
                          </a:solidFill>
                          <a:effectLst/>
                          <a:uFillTx/>
                          <a:latin typeface="Calibri"/>
                        </a:rPr>
                        <a:t>ritik</a:t>
                      </a:r>
                      <a:r>
                        <a:rPr lang="en-US" sz="1550" b="0" u="none" strike="noStrike">
                          <a:solidFill>
                            <a:schemeClr val="dk1"/>
                          </a:solidFill>
                          <a:effectLst/>
                          <a:uFillTx/>
                          <a:latin typeface="Calibri"/>
                        </a:rPr>
                        <a:t> teknik özellikleri tablo </a:t>
                      </a:r>
                      <a:r>
                        <a:rPr lang="tr-TR" sz="1550" b="0" u="none" strike="noStrike">
                          <a:solidFill>
                            <a:schemeClr val="dk1"/>
                          </a:solidFill>
                          <a:effectLst/>
                          <a:uFillTx/>
                          <a:latin typeface="Calibri"/>
                        </a:rPr>
                        <a:t>şeklinde </a:t>
                      </a:r>
                      <a:r>
                        <a:rPr lang="en-US" sz="1550" b="0" u="none" strike="noStrike">
                          <a:solidFill>
                            <a:schemeClr val="dk1"/>
                          </a:solidFill>
                          <a:effectLst/>
                          <a:uFillTx/>
                          <a:latin typeface="Calibri"/>
                        </a:rPr>
                        <a:t>verilecektir. </a:t>
                      </a:r>
                      <a:endParaRPr lang="tr-TR" sz="1550" b="0" u="none" strike="noStrike">
                        <a:solidFill>
                          <a:srgbClr val="000000"/>
                        </a:solidFill>
                        <a:effectLst/>
                        <a:uFillTx/>
                        <a:latin typeface="Arial"/>
                      </a:endParaRPr>
                    </a:p>
                  </a:txBody>
                  <a:tcPr marL="79920" marR="79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extLst>
                  <a:ext uri="{0D108BD9-81ED-4DB2-BD59-A6C34878D82A}">
                    <a16:rowId xmlns:a16="http://schemas.microsoft.com/office/drawing/2014/main" val="10001"/>
                  </a:ext>
                </a:extLst>
              </a:tr>
              <a:tr h="325080">
                <a:tc>
                  <a:txBody>
                    <a:bodyPr/>
                    <a:lstStyle/>
                    <a:p>
                      <a:pPr>
                        <a:lnSpc>
                          <a:spcPct val="100000"/>
                        </a:lnSpc>
                      </a:pPr>
                      <a:r>
                        <a:rPr lang="tr-TR" sz="1550" b="0" u="none" strike="noStrike">
                          <a:solidFill>
                            <a:srgbClr val="000000"/>
                          </a:solidFill>
                          <a:effectLst/>
                          <a:uFillTx/>
                          <a:latin typeface="Calibri"/>
                        </a:rPr>
                        <a:t>Üretim Yöntemleri</a:t>
                      </a:r>
                      <a:endParaRPr lang="tr-TR" sz="1550" b="0" u="none" strike="noStrike">
                        <a:solidFill>
                          <a:srgbClr val="000000"/>
                        </a:solidFill>
                        <a:effectLst/>
                        <a:uFillTx/>
                        <a:latin typeface="Arial"/>
                      </a:endParaRPr>
                    </a:p>
                  </a:txBody>
                  <a:tcPr marL="79920" marR="79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lstStyle/>
                    <a:p>
                      <a:pPr algn="ctr">
                        <a:lnSpc>
                          <a:spcPct val="100000"/>
                        </a:lnSpc>
                      </a:pPr>
                      <a:r>
                        <a:rPr lang="tr-TR" sz="1550" b="0" u="none" strike="noStrike">
                          <a:solidFill>
                            <a:srgbClr val="000000"/>
                          </a:solidFill>
                          <a:effectLst/>
                          <a:uFillTx/>
                          <a:latin typeface="Calibri"/>
                        </a:rPr>
                        <a:t>:</a:t>
                      </a:r>
                      <a:endParaRPr lang="tr-TR" sz="1550" b="0" u="none" strike="noStrike">
                        <a:solidFill>
                          <a:srgbClr val="000000"/>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lstStyle/>
                    <a:p>
                      <a:pPr algn="just" defTabSz="914400">
                        <a:lnSpc>
                          <a:spcPct val="100000"/>
                        </a:lnSpc>
                        <a:tabLst>
                          <a:tab pos="0" algn="l"/>
                        </a:tabLst>
                      </a:pPr>
                      <a:r>
                        <a:rPr lang="en-US" sz="1550" b="1" i="1" u="sng" strike="noStrike">
                          <a:solidFill>
                            <a:schemeClr val="dk1"/>
                          </a:solidFill>
                          <a:effectLst/>
                          <a:uFillTx/>
                          <a:latin typeface="Calibri"/>
                        </a:rPr>
                        <a:t>Belirlenmiş olan </a:t>
                      </a:r>
                      <a:r>
                        <a:rPr lang="en-US" sz="1550" b="0" u="none" strike="noStrike">
                          <a:solidFill>
                            <a:schemeClr val="dk1"/>
                          </a:solidFill>
                          <a:effectLst/>
                          <a:uFillTx/>
                          <a:latin typeface="Calibri"/>
                        </a:rPr>
                        <a:t>üretim yöntemleri </a:t>
                      </a:r>
                      <a:r>
                        <a:rPr lang="en-US" sz="1550" b="1" i="1" u="sng" strike="noStrike">
                          <a:solidFill>
                            <a:schemeClr val="dk1"/>
                          </a:solidFill>
                          <a:effectLst/>
                          <a:uFillTx/>
                          <a:latin typeface="Calibri"/>
                        </a:rPr>
                        <a:t>“kritik/detay düzeyde”</a:t>
                      </a:r>
                      <a:r>
                        <a:rPr lang="tr-TR" sz="1550" b="0" u="none" strike="noStrike">
                          <a:solidFill>
                            <a:schemeClr val="dk1"/>
                          </a:solidFill>
                          <a:effectLst/>
                          <a:uFillTx/>
                          <a:latin typeface="Calibri"/>
                        </a:rPr>
                        <a:t> </a:t>
                      </a:r>
                      <a:r>
                        <a:rPr lang="en-US" sz="1550" b="0" u="none" strike="noStrike">
                          <a:solidFill>
                            <a:schemeClr val="dk1"/>
                          </a:solidFill>
                          <a:effectLst/>
                          <a:uFillTx/>
                          <a:latin typeface="Calibri"/>
                        </a:rPr>
                        <a:t>anlatılacaktır.</a:t>
                      </a:r>
                      <a:r>
                        <a:rPr lang="tr-TR" sz="1550" b="0" u="none" strike="noStrike">
                          <a:solidFill>
                            <a:schemeClr val="dk1"/>
                          </a:solidFill>
                          <a:effectLst/>
                          <a:uFillTx/>
                          <a:latin typeface="Calibri"/>
                        </a:rPr>
                        <a:t> </a:t>
                      </a:r>
                      <a:endParaRPr lang="tr-TR" sz="1550" b="0" u="none" strike="noStrike">
                        <a:solidFill>
                          <a:srgbClr val="000000"/>
                        </a:solidFill>
                        <a:effectLst/>
                        <a:uFillTx/>
                        <a:latin typeface="Arial"/>
                      </a:endParaRPr>
                    </a:p>
                  </a:txBody>
                  <a:tcPr marL="79920" marR="79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extLst>
                  <a:ext uri="{0D108BD9-81ED-4DB2-BD59-A6C34878D82A}">
                    <a16:rowId xmlns:a16="http://schemas.microsoft.com/office/drawing/2014/main" val="10002"/>
                  </a:ext>
                </a:extLst>
              </a:tr>
            </a:tbl>
          </a:graphicData>
        </a:graphic>
      </p:graphicFrame>
      <p:sp>
        <p:nvSpPr>
          <p:cNvPr id="420" name="Title 1"/>
          <p:cNvSpPr/>
          <p:nvPr/>
        </p:nvSpPr>
        <p:spPr>
          <a:xfrm>
            <a:off x="1112040" y="491760"/>
            <a:ext cx="8019720" cy="658440"/>
          </a:xfrm>
          <a:prstGeom prst="rect">
            <a:avLst/>
          </a:prstGeom>
          <a:noFill/>
          <a:ln w="0">
            <a:noFill/>
          </a:ln>
        </p:spPr>
        <p:style>
          <a:lnRef idx="0">
            <a:scrgbClr r="0" g="0" b="0"/>
          </a:lnRef>
          <a:fillRef idx="0">
            <a:scrgbClr r="0" g="0" b="0"/>
          </a:fillRef>
          <a:effectRef idx="0">
            <a:scrgbClr r="0" g="0" b="0"/>
          </a:effectRef>
          <a:fontRef idx="minor"/>
        </p:style>
        <p:txBody>
          <a:bodyPr lIns="80280" tIns="39960" rIns="80280" bIns="39960" anchor="b">
            <a:noAutofit/>
          </a:bodyPr>
          <a:lstStyle/>
          <a:p>
            <a:pPr algn="ctr" defTabSz="914400">
              <a:lnSpc>
                <a:spcPct val="90000"/>
              </a:lnSpc>
            </a:pPr>
            <a:r>
              <a:rPr lang="tr-TR" sz="3950" b="1" u="none" strike="noStrike">
                <a:solidFill>
                  <a:srgbClr val="0070C0"/>
                </a:solidFill>
                <a:effectLst/>
                <a:uFillTx/>
                <a:latin typeface="Calibri"/>
              </a:rPr>
              <a:t>Gövde Bileşenleri &amp; Gövde Bütünü</a:t>
            </a:r>
            <a:endParaRPr lang="tr-TR" sz="3950" b="0" u="none" strike="noStrike">
              <a:solidFill>
                <a:srgbClr val="000000"/>
              </a:solidFill>
              <a:effectLst/>
              <a:uFillTx/>
              <a:latin typeface="Arial"/>
            </a:endParaRPr>
          </a:p>
        </p:txBody>
      </p:sp>
      <p:sp>
        <p:nvSpPr>
          <p:cNvPr id="421" name="Rectangle 15"/>
          <p:cNvSpPr/>
          <p:nvPr/>
        </p:nvSpPr>
        <p:spPr>
          <a:xfrm>
            <a:off x="6480" y="6507720"/>
            <a:ext cx="10407240" cy="277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tr-TR" sz="1200" b="0" i="1" u="none" strike="noStrike" dirty="0">
                <a:solidFill>
                  <a:schemeClr val="dk1"/>
                </a:solidFill>
                <a:effectLst/>
                <a:uFillTx/>
                <a:latin typeface="Calibri"/>
              </a:rPr>
              <a:t>Bu bölümde şartnamede yer alan </a:t>
            </a:r>
            <a:r>
              <a:rPr lang="tr-TR" sz="1200" b="1" i="1" u="none" strike="noStrike" dirty="0">
                <a:solidFill>
                  <a:schemeClr val="dk1"/>
                </a:solidFill>
                <a:effectLst/>
                <a:uFillTx/>
                <a:latin typeface="Calibri"/>
              </a:rPr>
              <a:t>4.2.a, </a:t>
            </a:r>
            <a:r>
              <a:rPr lang="tr-TR" sz="1200" b="1" i="1" dirty="0">
                <a:solidFill>
                  <a:schemeClr val="dk1"/>
                </a:solidFill>
              </a:rPr>
              <a:t>4.2.c, 4.2.f, 4.2.g ve </a:t>
            </a:r>
            <a:r>
              <a:rPr lang="tr-TR" sz="1200" b="1" i="1" u="none" strike="noStrike" dirty="0">
                <a:solidFill>
                  <a:schemeClr val="dk1"/>
                </a:solidFill>
                <a:effectLst/>
                <a:uFillTx/>
                <a:latin typeface="Calibri"/>
              </a:rPr>
              <a:t>4.2.k</a:t>
            </a:r>
            <a:r>
              <a:rPr lang="tr-TR" sz="1200" b="0" i="1" u="none" strike="noStrike" dirty="0">
                <a:solidFill>
                  <a:schemeClr val="dk1"/>
                </a:solidFill>
                <a:effectLst/>
                <a:uFillTx/>
                <a:latin typeface="Calibri"/>
              </a:rPr>
              <a:t> numaralı gereksinimlerin karşılanıp karşılanmadığı kontrol edilecektir.</a:t>
            </a:r>
            <a:endParaRPr lang="tr-TR" sz="1200" b="0" u="none" strike="noStrike" dirty="0">
              <a:solidFill>
                <a:srgbClr val="000000"/>
              </a:solidFill>
              <a:effectLst/>
              <a:uFillTx/>
              <a:latin typeface="Arial"/>
            </a:endParaRPr>
          </a:p>
        </p:txBody>
      </p:sp>
      <p:sp>
        <p:nvSpPr>
          <p:cNvPr id="422" name="PlaceHolder 3"/>
          <p:cNvSpPr>
            <a:spLocks noGrp="1"/>
          </p:cNvSpPr>
          <p:nvPr>
            <p:ph type="ftr" idx="115"/>
          </p:nvPr>
        </p:nvSpPr>
        <p:spPr>
          <a:xfrm>
            <a:off x="3542040" y="6890040"/>
            <a:ext cx="3608640" cy="320040"/>
          </a:xfrm>
          <a:prstGeom prst="rect">
            <a:avLst/>
          </a:prstGeom>
          <a:noFill/>
          <a:ln w="0">
            <a:noFill/>
          </a:ln>
        </p:spPr>
        <p:txBody>
          <a:bodyPr lIns="0" tIns="0" rIns="0" bIns="0" anchor="t">
            <a:noAutofit/>
          </a:bodyPr>
          <a:lstStyle>
            <a:lvl1pPr indent="0" algn="ctr">
              <a:lnSpc>
                <a:spcPct val="100000"/>
              </a:lnSpc>
              <a:buNone/>
              <a:defRPr lang="tr-TR" sz="1050" b="0" u="none" strike="noStrike">
                <a:solidFill>
                  <a:srgbClr val="898989"/>
                </a:solidFill>
                <a:effectLst/>
                <a:uFillTx/>
                <a:latin typeface="Calibri"/>
              </a:defRPr>
            </a:lvl1pPr>
          </a:lstStyle>
          <a:p>
            <a:pPr indent="0" algn="ctr">
              <a:lnSpc>
                <a:spcPct val="100000"/>
              </a:lnSpc>
              <a:buNone/>
            </a:pPr>
            <a:r>
              <a:rPr lang="tr-TR" sz="1050" b="0" u="none" strike="noStrike" dirty="0">
                <a:solidFill>
                  <a:srgbClr val="898989"/>
                </a:solidFill>
                <a:effectLst/>
                <a:uFillTx/>
                <a:latin typeface="Calibri"/>
              </a:rPr>
              <a:t>2026 TEKNOFEST DİKEY İNİŞLİ ROKET YARIŞMASI</a:t>
            </a:r>
            <a:br>
              <a:rPr sz="1050" dirty="0"/>
            </a:br>
            <a:r>
              <a:rPr lang="tr-TR" sz="1050" b="0" u="none" strike="noStrike" dirty="0">
                <a:solidFill>
                  <a:srgbClr val="898989"/>
                </a:solidFill>
                <a:effectLst/>
                <a:uFillTx/>
                <a:latin typeface="Calibri"/>
              </a:rPr>
              <a:t> </a:t>
            </a:r>
            <a:r>
              <a:rPr lang="en-US" sz="1050" b="0" u="none" strike="noStrike" dirty="0">
                <a:solidFill>
                  <a:srgbClr val="898989"/>
                </a:solidFill>
                <a:effectLst/>
                <a:uFillTx/>
                <a:latin typeface="Calibri"/>
              </a:rPr>
              <a:t>KRİTİK</a:t>
            </a:r>
            <a:r>
              <a:rPr lang="tr-TR" sz="1050" b="0" u="none" strike="noStrike" dirty="0">
                <a:solidFill>
                  <a:srgbClr val="898989"/>
                </a:solidFill>
                <a:effectLst/>
                <a:uFillTx/>
                <a:latin typeface="Calibri"/>
              </a:rPr>
              <a:t> TASARIM RAPORU (</a:t>
            </a:r>
            <a:r>
              <a:rPr lang="en-US" sz="1050" b="0" u="none" strike="noStrike" dirty="0">
                <a:solidFill>
                  <a:srgbClr val="898989"/>
                </a:solidFill>
                <a:effectLst/>
                <a:uFillTx/>
                <a:latin typeface="Calibri"/>
              </a:rPr>
              <a:t>K</a:t>
            </a:r>
            <a:r>
              <a:rPr lang="tr-TR" sz="1050" b="0" u="none" strike="noStrike" dirty="0">
                <a:solidFill>
                  <a:srgbClr val="898989"/>
                </a:solidFill>
                <a:effectLst/>
                <a:uFillTx/>
                <a:latin typeface="Calibri"/>
              </a:rPr>
              <a:t>TR)</a:t>
            </a:r>
            <a:endParaRPr lang="tr-TR" sz="1050" b="0" u="none" strike="noStrike" dirty="0">
              <a:solidFill>
                <a:srgbClr val="000000"/>
              </a:solidFill>
              <a:effectLst/>
              <a:uFillTx/>
              <a:latin typeface="Times New Roman"/>
            </a:endParaRPr>
          </a:p>
        </p:txBody>
      </p:sp>
      <p:sp>
        <p:nvSpPr>
          <p:cNvPr id="423" name="TextBox 6"/>
          <p:cNvSpPr/>
          <p:nvPr/>
        </p:nvSpPr>
        <p:spPr>
          <a:xfrm>
            <a:off x="6480" y="544680"/>
            <a:ext cx="1027440" cy="569880"/>
          </a:xfrm>
          <a:prstGeom prst="rect">
            <a:avLst/>
          </a:prstGeom>
          <a:noFill/>
          <a:ln w="0">
            <a:solidFill>
              <a:srgbClr val="000000"/>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tr-TR" sz="1550" b="0" u="none" strike="noStrike">
                <a:solidFill>
                  <a:srgbClr val="000000"/>
                </a:solidFill>
                <a:effectLst/>
                <a:uFillTx/>
                <a:latin typeface="Calibri"/>
              </a:rPr>
              <a:t>Takım Logosu</a:t>
            </a:r>
            <a:endParaRPr lang="tr-TR" sz="1550" b="0" u="none" strike="noStrike">
              <a:solidFill>
                <a:srgbClr val="000000"/>
              </a:solidFill>
              <a:effectLst/>
              <a:uFillTx/>
              <a:latin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 name="PlaceHolder 1"/>
          <p:cNvSpPr>
            <a:spLocks noGrp="1"/>
          </p:cNvSpPr>
          <p:nvPr>
            <p:ph type="title"/>
          </p:nvPr>
        </p:nvSpPr>
        <p:spPr>
          <a:xfrm>
            <a:off x="1235160" y="494640"/>
            <a:ext cx="8019720" cy="658440"/>
          </a:xfrm>
          <a:prstGeom prst="rect">
            <a:avLst/>
          </a:prstGeom>
          <a:noFill/>
          <a:ln w="0">
            <a:noFill/>
          </a:ln>
        </p:spPr>
        <p:txBody>
          <a:bodyPr lIns="0" tIns="0" rIns="0" bIns="0" anchor="b">
            <a:normAutofit/>
          </a:bodyPr>
          <a:lstStyle/>
          <a:p>
            <a:pPr indent="0" algn="ctr">
              <a:lnSpc>
                <a:spcPct val="100000"/>
              </a:lnSpc>
              <a:buNone/>
            </a:pPr>
            <a:r>
              <a:rPr lang="en-US" sz="3950" b="1" u="none" strike="noStrike">
                <a:solidFill>
                  <a:srgbClr val="0070C0"/>
                </a:solidFill>
                <a:effectLst/>
                <a:uFillTx/>
                <a:latin typeface="Calibri"/>
              </a:rPr>
              <a:t>Yapısal</a:t>
            </a:r>
            <a:r>
              <a:rPr lang="tr-TR" sz="3950" b="1" u="none" strike="noStrike">
                <a:solidFill>
                  <a:srgbClr val="0070C0"/>
                </a:solidFill>
                <a:effectLst/>
                <a:uFillTx/>
                <a:latin typeface="Calibri"/>
              </a:rPr>
              <a:t> Analizler  </a:t>
            </a:r>
            <a:endParaRPr lang="tr-TR" sz="3950" b="0" u="none" strike="noStrike">
              <a:solidFill>
                <a:srgbClr val="000000"/>
              </a:solidFill>
              <a:effectLst/>
              <a:uFillTx/>
              <a:latin typeface="Calibri"/>
            </a:endParaRPr>
          </a:p>
        </p:txBody>
      </p:sp>
      <p:cxnSp>
        <p:nvCxnSpPr>
          <p:cNvPr id="425" name="Straight Connector 4"/>
          <p:cNvCxnSpPr/>
          <p:nvPr/>
        </p:nvCxnSpPr>
        <p:spPr>
          <a:xfrm flipV="1">
            <a:off x="0" y="1352520"/>
            <a:ext cx="10693440" cy="23040"/>
          </a:xfrm>
          <a:prstGeom prst="straightConnector1">
            <a:avLst/>
          </a:prstGeom>
          <a:ln w="38100">
            <a:solidFill>
              <a:srgbClr val="4A7EBB"/>
            </a:solidFill>
            <a:round/>
          </a:ln>
        </p:spPr>
      </p:cxnSp>
      <p:cxnSp>
        <p:nvCxnSpPr>
          <p:cNvPr id="426" name="Straight Connector 5"/>
          <p:cNvCxnSpPr/>
          <p:nvPr/>
        </p:nvCxnSpPr>
        <p:spPr>
          <a:xfrm flipV="1">
            <a:off x="0" y="6790680"/>
            <a:ext cx="10693440" cy="22680"/>
          </a:xfrm>
          <a:prstGeom prst="straightConnector1">
            <a:avLst/>
          </a:prstGeom>
          <a:ln w="38100">
            <a:solidFill>
              <a:srgbClr val="4A7EBB"/>
            </a:solidFill>
            <a:round/>
          </a:ln>
        </p:spPr>
      </p:cxnSp>
      <p:sp>
        <p:nvSpPr>
          <p:cNvPr id="427" name="PlaceHolder 2"/>
          <p:cNvSpPr>
            <a:spLocks noGrp="1"/>
          </p:cNvSpPr>
          <p:nvPr>
            <p:ph type="sldNum" idx="116"/>
          </p:nvPr>
        </p:nvSpPr>
        <p:spPr>
          <a:xfrm>
            <a:off x="9724320" y="6981840"/>
            <a:ext cx="201600" cy="16092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5FE11037-5591-4B19-B8C8-0EFD7DE6214C}" type="slidenum">
              <a:rPr lang="tr-TR" sz="1050" b="0" u="none" strike="noStrike">
                <a:solidFill>
                  <a:srgbClr val="898989"/>
                </a:solidFill>
                <a:effectLst/>
                <a:uFillTx/>
                <a:latin typeface="Calibri"/>
              </a:rPr>
              <a:t>34</a:t>
            </a:fld>
            <a:endParaRPr lang="tr-TR" sz="1050" b="0" u="none" strike="noStrike">
              <a:solidFill>
                <a:srgbClr val="000000"/>
              </a:solidFill>
              <a:effectLst/>
              <a:uFillTx/>
              <a:latin typeface="Times New Roman"/>
            </a:endParaRPr>
          </a:p>
        </p:txBody>
      </p:sp>
      <p:sp>
        <p:nvSpPr>
          <p:cNvPr id="428" name="PlaceHolder 3"/>
          <p:cNvSpPr>
            <a:spLocks noGrp="1"/>
          </p:cNvSpPr>
          <p:nvPr>
            <p:ph type="dt" idx="117"/>
          </p:nvPr>
        </p:nvSpPr>
        <p:spPr>
          <a:xfrm>
            <a:off x="802800" y="6981840"/>
            <a:ext cx="1320840" cy="16128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4C4ED98A-AAF9-4FBD-A40C-E545D13084E8}" type="datetime2">
              <a:rPr lang="tr-TR" sz="1050" b="0" u="none" strike="noStrike">
                <a:solidFill>
                  <a:srgbClr val="898989"/>
                </a:solidFill>
                <a:effectLst/>
                <a:uFillTx/>
                <a:latin typeface="Calibri"/>
              </a:rPr>
              <a:t>21 Nisan 2026 Salı</a:t>
            </a:fld>
            <a:endParaRPr lang="tr-TR" sz="1050" b="0" u="none" strike="noStrike">
              <a:solidFill>
                <a:srgbClr val="000000"/>
              </a:solidFill>
              <a:effectLst/>
              <a:uFillTx/>
              <a:latin typeface="Times New Roman"/>
            </a:endParaRPr>
          </a:p>
        </p:txBody>
      </p:sp>
      <p:sp>
        <p:nvSpPr>
          <p:cNvPr id="429" name="TextBox 9"/>
          <p:cNvSpPr/>
          <p:nvPr/>
        </p:nvSpPr>
        <p:spPr>
          <a:xfrm>
            <a:off x="6480" y="2114280"/>
            <a:ext cx="10686600" cy="3193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50560" indent="-250560">
              <a:lnSpc>
                <a:spcPct val="100000"/>
              </a:lnSpc>
              <a:buClr>
                <a:srgbClr val="000000"/>
              </a:buClr>
              <a:buFont typeface="Arial"/>
              <a:buChar char="•"/>
            </a:pPr>
            <a:r>
              <a:rPr lang="tr-TR" sz="1550" b="0" u="none" strike="noStrike">
                <a:solidFill>
                  <a:srgbClr val="000000"/>
                </a:solidFill>
                <a:effectLst/>
                <a:uFillTx/>
                <a:latin typeface="Calibri"/>
              </a:rPr>
              <a:t> Yapısal Analizler (Zorunlu) </a:t>
            </a:r>
            <a:endParaRPr lang="tr-TR" sz="1550" b="0" u="none" strike="noStrike">
              <a:solidFill>
                <a:srgbClr val="000000"/>
              </a:solidFill>
              <a:effectLst/>
              <a:uFillTx/>
              <a:latin typeface="Arial"/>
            </a:endParaRPr>
          </a:p>
          <a:p>
            <a:pPr>
              <a:lnSpc>
                <a:spcPct val="100000"/>
              </a:lnSpc>
            </a:pPr>
            <a:endParaRPr lang="tr-TR" sz="1550" b="0" u="none" strike="noStrike">
              <a:solidFill>
                <a:srgbClr val="000000"/>
              </a:solidFill>
              <a:effectLst/>
              <a:uFillTx/>
              <a:latin typeface="Arial"/>
            </a:endParaRPr>
          </a:p>
          <a:p>
            <a:pPr marL="250560" indent="-250560">
              <a:lnSpc>
                <a:spcPct val="100000"/>
              </a:lnSpc>
              <a:buClr>
                <a:srgbClr val="000000"/>
              </a:buClr>
              <a:buFont typeface="Arial"/>
              <a:buChar char="•"/>
            </a:pPr>
            <a:r>
              <a:rPr lang="tr-TR" sz="1550" b="0" u="none" strike="noStrike">
                <a:solidFill>
                  <a:srgbClr val="000000"/>
                </a:solidFill>
                <a:effectLst/>
                <a:uFillTx/>
                <a:latin typeface="Calibri"/>
              </a:rPr>
              <a:t>Yapılacak analizlere ilişkin aşağıdaki bilgilerin sunulmalıdır;</a:t>
            </a:r>
            <a:endParaRPr lang="tr-TR" sz="1550" b="0" u="none" strike="noStrike">
              <a:solidFill>
                <a:srgbClr val="000000"/>
              </a:solidFill>
              <a:effectLst/>
              <a:uFillTx/>
              <a:latin typeface="Arial"/>
            </a:endParaRPr>
          </a:p>
          <a:p>
            <a:pPr>
              <a:lnSpc>
                <a:spcPct val="100000"/>
              </a:lnSpc>
            </a:pPr>
            <a:endParaRPr lang="tr-TR" sz="1550" b="0" u="none" strike="noStrike">
              <a:solidFill>
                <a:srgbClr val="000000"/>
              </a:solidFill>
              <a:effectLst/>
              <a:uFillTx/>
              <a:latin typeface="Arial"/>
            </a:endParaRPr>
          </a:p>
          <a:p>
            <a:pPr marL="1052640" lvl="2" indent="-250560">
              <a:lnSpc>
                <a:spcPct val="150000"/>
              </a:lnSpc>
              <a:buClr>
                <a:srgbClr val="000000"/>
              </a:buClr>
              <a:buFont typeface="Wingdings" charset="2"/>
              <a:buChar char=""/>
            </a:pPr>
            <a:r>
              <a:rPr lang="tr-TR" sz="1550" b="0" u="none" strike="noStrike">
                <a:solidFill>
                  <a:srgbClr val="000000"/>
                </a:solidFill>
                <a:effectLst/>
                <a:uFillTx/>
                <a:latin typeface="Calibri"/>
              </a:rPr>
              <a:t>Analiz programının adı</a:t>
            </a:r>
            <a:endParaRPr lang="tr-TR" sz="1550" b="0" u="none" strike="noStrike">
              <a:solidFill>
                <a:srgbClr val="000000"/>
              </a:solidFill>
              <a:effectLst/>
              <a:uFillTx/>
              <a:latin typeface="Arial"/>
            </a:endParaRPr>
          </a:p>
          <a:p>
            <a:pPr marL="1052640" lvl="2" indent="-250560">
              <a:lnSpc>
                <a:spcPct val="150000"/>
              </a:lnSpc>
              <a:buClr>
                <a:srgbClr val="000000"/>
              </a:buClr>
              <a:buFont typeface="Wingdings" charset="2"/>
              <a:buChar char=""/>
            </a:pPr>
            <a:r>
              <a:rPr lang="tr-TR" sz="1550" b="0" u="none" strike="noStrike">
                <a:solidFill>
                  <a:srgbClr val="000000"/>
                </a:solidFill>
                <a:effectLst/>
                <a:uFillTx/>
                <a:latin typeface="Calibri"/>
              </a:rPr>
              <a:t>Analizin gerçekleştirildiği şartlar (başlangıç ve sınır şartları)</a:t>
            </a:r>
            <a:endParaRPr lang="tr-TR" sz="1550" b="0" u="none" strike="noStrike">
              <a:solidFill>
                <a:srgbClr val="000000"/>
              </a:solidFill>
              <a:effectLst/>
              <a:uFillTx/>
              <a:latin typeface="Arial"/>
            </a:endParaRPr>
          </a:p>
          <a:p>
            <a:pPr marL="1052640" lvl="2" indent="-250560">
              <a:lnSpc>
                <a:spcPct val="150000"/>
              </a:lnSpc>
              <a:buClr>
                <a:srgbClr val="000000"/>
              </a:buClr>
              <a:buFont typeface="Wingdings" charset="2"/>
              <a:buChar char=""/>
            </a:pPr>
            <a:r>
              <a:rPr lang="tr-TR" sz="1550" b="0" u="none" strike="noStrike">
                <a:solidFill>
                  <a:srgbClr val="000000"/>
                </a:solidFill>
                <a:effectLst/>
                <a:uFillTx/>
                <a:latin typeface="Calibri"/>
              </a:rPr>
              <a:t>Analizde kullanılan teknik büyüklükler (model, mesh, çözüm yöntemi vs.)</a:t>
            </a:r>
            <a:endParaRPr lang="tr-TR" sz="1550" b="0" u="none" strike="noStrike">
              <a:solidFill>
                <a:srgbClr val="000000"/>
              </a:solidFill>
              <a:effectLst/>
              <a:uFillTx/>
              <a:latin typeface="Arial"/>
            </a:endParaRPr>
          </a:p>
          <a:p>
            <a:pPr marL="1052640" lvl="2" indent="-250560">
              <a:lnSpc>
                <a:spcPct val="150000"/>
              </a:lnSpc>
              <a:buClr>
                <a:srgbClr val="000000"/>
              </a:buClr>
              <a:buFont typeface="Wingdings" charset="2"/>
              <a:buChar char=""/>
            </a:pPr>
            <a:r>
              <a:rPr lang="tr-TR" sz="1550" b="0" u="none" strike="noStrike">
                <a:solidFill>
                  <a:srgbClr val="000000"/>
                </a:solidFill>
                <a:effectLst/>
                <a:uFillTx/>
                <a:latin typeface="Calibri"/>
              </a:rPr>
              <a:t>Analiz sonuçlarının yorumlanması</a:t>
            </a:r>
            <a:endParaRPr lang="tr-TR" sz="1550" b="0" u="none" strike="noStrike">
              <a:solidFill>
                <a:srgbClr val="000000"/>
              </a:solidFill>
              <a:effectLst/>
              <a:uFillTx/>
              <a:latin typeface="Arial"/>
            </a:endParaRPr>
          </a:p>
          <a:p>
            <a:pPr>
              <a:lnSpc>
                <a:spcPct val="100000"/>
              </a:lnSpc>
            </a:pPr>
            <a:endParaRPr lang="tr-TR" sz="1550" b="0" u="none" strike="noStrike">
              <a:solidFill>
                <a:srgbClr val="000000"/>
              </a:solidFill>
              <a:effectLst/>
              <a:uFillTx/>
              <a:latin typeface="Arial"/>
            </a:endParaRPr>
          </a:p>
          <a:p>
            <a:pPr>
              <a:lnSpc>
                <a:spcPct val="100000"/>
              </a:lnSpc>
            </a:pPr>
            <a:r>
              <a:rPr lang="tr-TR" sz="1550" b="0" u="none" strike="noStrike">
                <a:solidFill>
                  <a:srgbClr val="000000"/>
                </a:solidFill>
                <a:effectLst/>
                <a:uFillTx/>
                <a:latin typeface="Calibri"/>
              </a:rPr>
              <a:t>Bu bölüm 2 yansıyı geçmemelidir.</a:t>
            </a:r>
            <a:endParaRPr lang="tr-TR" sz="1550" b="0" u="none" strike="noStrike">
              <a:solidFill>
                <a:srgbClr val="000000"/>
              </a:solidFill>
              <a:effectLst/>
              <a:uFillTx/>
              <a:latin typeface="Arial"/>
            </a:endParaRPr>
          </a:p>
          <a:p>
            <a:pPr>
              <a:lnSpc>
                <a:spcPct val="100000"/>
              </a:lnSpc>
            </a:pPr>
            <a:endParaRPr lang="tr-TR" sz="1550" b="0" u="none" strike="noStrike">
              <a:solidFill>
                <a:srgbClr val="000000"/>
              </a:solidFill>
              <a:effectLst/>
              <a:uFillTx/>
              <a:latin typeface="Arial"/>
            </a:endParaRPr>
          </a:p>
        </p:txBody>
      </p:sp>
      <p:pic>
        <p:nvPicPr>
          <p:cNvPr id="430" name="Picture 6"/>
          <p:cNvPicPr/>
          <p:nvPr/>
        </p:nvPicPr>
        <p:blipFill>
          <a:blip r:embed="rId3"/>
          <a:stretch/>
        </p:blipFill>
        <p:spPr>
          <a:xfrm>
            <a:off x="9630360" y="276120"/>
            <a:ext cx="1062720" cy="1062720"/>
          </a:xfrm>
          <a:prstGeom prst="rect">
            <a:avLst/>
          </a:prstGeom>
          <a:noFill/>
          <a:ln w="0">
            <a:noFill/>
          </a:ln>
        </p:spPr>
      </p:pic>
      <p:sp>
        <p:nvSpPr>
          <p:cNvPr id="431" name="Dikdörtgen 6"/>
          <p:cNvSpPr/>
          <p:nvPr/>
        </p:nvSpPr>
        <p:spPr>
          <a:xfrm>
            <a:off x="6480" y="6475320"/>
            <a:ext cx="10328400" cy="277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lnSpc>
                <a:spcPct val="100000"/>
              </a:lnSpc>
            </a:pPr>
            <a:r>
              <a:rPr lang="tr-TR" sz="1200" b="0" i="1" u="none" strike="noStrike" dirty="0">
                <a:solidFill>
                  <a:srgbClr val="000000"/>
                </a:solidFill>
                <a:effectLst/>
                <a:uFillTx/>
                <a:latin typeface="Calibri"/>
              </a:rPr>
              <a:t>Bu bölümde şartnamede yer alan </a:t>
            </a:r>
            <a:r>
              <a:rPr lang="tr-TR" sz="1200" b="1" i="1" dirty="0">
                <a:solidFill>
                  <a:srgbClr val="000000"/>
                </a:solidFill>
              </a:rPr>
              <a:t>4.2.a, 4.2.c, 4.2.h ve </a:t>
            </a:r>
            <a:r>
              <a:rPr lang="tr-TR" sz="1200" b="1" i="1" u="none" strike="noStrike" dirty="0">
                <a:solidFill>
                  <a:srgbClr val="000000"/>
                </a:solidFill>
                <a:effectLst/>
                <a:uFillTx/>
                <a:latin typeface="Calibri"/>
              </a:rPr>
              <a:t>4.2.k</a:t>
            </a:r>
            <a:r>
              <a:rPr lang="tr-TR" sz="1200" b="0" i="1" u="none" strike="noStrike" dirty="0">
                <a:solidFill>
                  <a:srgbClr val="000000"/>
                </a:solidFill>
                <a:effectLst/>
                <a:uFillTx/>
                <a:latin typeface="Calibri"/>
              </a:rPr>
              <a:t> numaralı gereksinimlerin karşılanıp karşılanmadığı kontrol edilecektir.</a:t>
            </a:r>
            <a:endParaRPr lang="tr-TR" sz="1200" b="0" u="none" strike="noStrike" dirty="0">
              <a:solidFill>
                <a:srgbClr val="000000"/>
              </a:solidFill>
              <a:effectLst/>
              <a:uFillTx/>
              <a:latin typeface="Arial"/>
            </a:endParaRPr>
          </a:p>
        </p:txBody>
      </p:sp>
      <p:sp>
        <p:nvSpPr>
          <p:cNvPr id="432" name="PlaceHolder 4"/>
          <p:cNvSpPr>
            <a:spLocks noGrp="1"/>
          </p:cNvSpPr>
          <p:nvPr>
            <p:ph type="ftr" idx="118"/>
          </p:nvPr>
        </p:nvSpPr>
        <p:spPr>
          <a:xfrm>
            <a:off x="3542040" y="6890040"/>
            <a:ext cx="3608640" cy="320040"/>
          </a:xfrm>
          <a:prstGeom prst="rect">
            <a:avLst/>
          </a:prstGeom>
          <a:noFill/>
          <a:ln w="0">
            <a:noFill/>
          </a:ln>
        </p:spPr>
        <p:txBody>
          <a:bodyPr lIns="0" tIns="0" rIns="0" bIns="0" anchor="t">
            <a:noAutofit/>
          </a:bodyPr>
          <a:lstStyle>
            <a:lvl1pPr indent="0" algn="ctr">
              <a:lnSpc>
                <a:spcPct val="100000"/>
              </a:lnSpc>
              <a:buNone/>
              <a:defRPr lang="tr-TR" sz="1050" b="0" u="none" strike="noStrike">
                <a:solidFill>
                  <a:srgbClr val="898989"/>
                </a:solidFill>
                <a:effectLst/>
                <a:uFillTx/>
                <a:latin typeface="Calibri"/>
              </a:defRPr>
            </a:lvl1pPr>
          </a:lstStyle>
          <a:p>
            <a:pPr indent="0" algn="ctr">
              <a:lnSpc>
                <a:spcPct val="100000"/>
              </a:lnSpc>
              <a:buNone/>
            </a:pPr>
            <a:r>
              <a:rPr lang="tr-TR" sz="1050" b="0" u="none" strike="noStrike" dirty="0">
                <a:solidFill>
                  <a:srgbClr val="898989"/>
                </a:solidFill>
                <a:effectLst/>
                <a:uFillTx/>
                <a:latin typeface="Calibri"/>
              </a:rPr>
              <a:t>2026 TEKNOFEST DİKEY İNİŞLİ ROKET YARIŞMASI</a:t>
            </a:r>
            <a:br>
              <a:rPr sz="1050" dirty="0"/>
            </a:br>
            <a:r>
              <a:rPr lang="tr-TR" sz="1050" b="0" u="none" strike="noStrike" dirty="0">
                <a:solidFill>
                  <a:srgbClr val="898989"/>
                </a:solidFill>
                <a:effectLst/>
                <a:uFillTx/>
                <a:latin typeface="Calibri"/>
              </a:rPr>
              <a:t> </a:t>
            </a:r>
            <a:r>
              <a:rPr lang="en-US" sz="1050" b="0" u="none" strike="noStrike" dirty="0">
                <a:solidFill>
                  <a:srgbClr val="898989"/>
                </a:solidFill>
                <a:effectLst/>
                <a:uFillTx/>
                <a:latin typeface="Calibri"/>
              </a:rPr>
              <a:t>KRİTİK</a:t>
            </a:r>
            <a:r>
              <a:rPr lang="tr-TR" sz="1050" b="0" u="none" strike="noStrike" dirty="0">
                <a:solidFill>
                  <a:srgbClr val="898989"/>
                </a:solidFill>
                <a:effectLst/>
                <a:uFillTx/>
                <a:latin typeface="Calibri"/>
              </a:rPr>
              <a:t> TASARIM RAPORU (</a:t>
            </a:r>
            <a:r>
              <a:rPr lang="en-US" sz="1050" b="0" u="none" strike="noStrike" dirty="0">
                <a:solidFill>
                  <a:srgbClr val="898989"/>
                </a:solidFill>
                <a:effectLst/>
                <a:uFillTx/>
                <a:latin typeface="Calibri"/>
              </a:rPr>
              <a:t>K</a:t>
            </a:r>
            <a:r>
              <a:rPr lang="tr-TR" sz="1050" b="0" u="none" strike="noStrike" dirty="0">
                <a:solidFill>
                  <a:srgbClr val="898989"/>
                </a:solidFill>
                <a:effectLst/>
                <a:uFillTx/>
                <a:latin typeface="Calibri"/>
              </a:rPr>
              <a:t>TR)</a:t>
            </a:r>
            <a:endParaRPr lang="tr-TR" sz="1050" b="0" u="none" strike="noStrike" dirty="0">
              <a:solidFill>
                <a:srgbClr val="000000"/>
              </a:solidFill>
              <a:effectLst/>
              <a:uFillTx/>
              <a:latin typeface="Times New Roman"/>
            </a:endParaRPr>
          </a:p>
        </p:txBody>
      </p:sp>
      <p:sp>
        <p:nvSpPr>
          <p:cNvPr id="433" name="TextBox 8"/>
          <p:cNvSpPr/>
          <p:nvPr/>
        </p:nvSpPr>
        <p:spPr>
          <a:xfrm>
            <a:off x="6480" y="544680"/>
            <a:ext cx="1027440" cy="569880"/>
          </a:xfrm>
          <a:prstGeom prst="rect">
            <a:avLst/>
          </a:prstGeom>
          <a:noFill/>
          <a:ln w="0">
            <a:solidFill>
              <a:srgbClr val="000000"/>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tr-TR" sz="1550" b="0" u="none" strike="noStrike">
                <a:solidFill>
                  <a:srgbClr val="000000"/>
                </a:solidFill>
                <a:effectLst/>
                <a:uFillTx/>
                <a:latin typeface="Calibri"/>
              </a:rPr>
              <a:t>Takım Logosu</a:t>
            </a:r>
            <a:endParaRPr lang="tr-TR" sz="1550" b="0" u="none" strike="noStrike">
              <a:solidFill>
                <a:srgbClr val="000000"/>
              </a:solidFill>
              <a:effectLst/>
              <a:uFillTx/>
              <a:latin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 name="PlaceHolder 1"/>
          <p:cNvSpPr>
            <a:spLocks noGrp="1"/>
          </p:cNvSpPr>
          <p:nvPr>
            <p:ph type="title"/>
          </p:nvPr>
        </p:nvSpPr>
        <p:spPr>
          <a:xfrm>
            <a:off x="1235160" y="494640"/>
            <a:ext cx="8019720" cy="658440"/>
          </a:xfrm>
          <a:prstGeom prst="rect">
            <a:avLst/>
          </a:prstGeom>
          <a:noFill/>
          <a:ln w="0">
            <a:noFill/>
          </a:ln>
        </p:spPr>
        <p:txBody>
          <a:bodyPr lIns="0" tIns="0" rIns="0" bIns="0" anchor="b">
            <a:normAutofit/>
          </a:bodyPr>
          <a:lstStyle/>
          <a:p>
            <a:pPr indent="0" algn="ctr">
              <a:lnSpc>
                <a:spcPct val="100000"/>
              </a:lnSpc>
              <a:buNone/>
            </a:pPr>
            <a:r>
              <a:rPr lang="tr-TR" sz="3950" b="1" u="none" strike="noStrike">
                <a:solidFill>
                  <a:srgbClr val="0070C0"/>
                </a:solidFill>
                <a:effectLst/>
                <a:uFillTx/>
                <a:latin typeface="Calibri"/>
              </a:rPr>
              <a:t>Yapısal Testler </a:t>
            </a:r>
            <a:endParaRPr lang="tr-TR" sz="3950" b="0" u="none" strike="noStrike">
              <a:solidFill>
                <a:srgbClr val="000000"/>
              </a:solidFill>
              <a:effectLst/>
              <a:uFillTx/>
              <a:latin typeface="Calibri"/>
            </a:endParaRPr>
          </a:p>
        </p:txBody>
      </p:sp>
      <p:cxnSp>
        <p:nvCxnSpPr>
          <p:cNvPr id="435" name="Straight Connector 4"/>
          <p:cNvCxnSpPr/>
          <p:nvPr/>
        </p:nvCxnSpPr>
        <p:spPr>
          <a:xfrm flipV="1">
            <a:off x="0" y="1352520"/>
            <a:ext cx="10693440" cy="23040"/>
          </a:xfrm>
          <a:prstGeom prst="straightConnector1">
            <a:avLst/>
          </a:prstGeom>
          <a:ln w="38100">
            <a:solidFill>
              <a:srgbClr val="4A7EBB"/>
            </a:solidFill>
            <a:round/>
          </a:ln>
        </p:spPr>
      </p:cxnSp>
      <p:cxnSp>
        <p:nvCxnSpPr>
          <p:cNvPr id="436" name="Straight Connector 5"/>
          <p:cNvCxnSpPr/>
          <p:nvPr/>
        </p:nvCxnSpPr>
        <p:spPr>
          <a:xfrm flipV="1">
            <a:off x="0" y="6790680"/>
            <a:ext cx="10693440" cy="22680"/>
          </a:xfrm>
          <a:prstGeom prst="straightConnector1">
            <a:avLst/>
          </a:prstGeom>
          <a:ln w="38100">
            <a:solidFill>
              <a:srgbClr val="4A7EBB"/>
            </a:solidFill>
            <a:round/>
          </a:ln>
        </p:spPr>
      </p:cxnSp>
      <p:sp>
        <p:nvSpPr>
          <p:cNvPr id="437" name="PlaceHolder 2"/>
          <p:cNvSpPr>
            <a:spLocks noGrp="1"/>
          </p:cNvSpPr>
          <p:nvPr>
            <p:ph type="sldNum" idx="119"/>
          </p:nvPr>
        </p:nvSpPr>
        <p:spPr>
          <a:xfrm>
            <a:off x="9724320" y="6981840"/>
            <a:ext cx="201600" cy="16092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CAC80E32-5E24-416C-98D7-7EE14DC48490}" type="slidenum">
              <a:rPr lang="tr-TR" sz="1050" b="0" u="none" strike="noStrike">
                <a:solidFill>
                  <a:srgbClr val="898989"/>
                </a:solidFill>
                <a:effectLst/>
                <a:uFillTx/>
                <a:latin typeface="Calibri"/>
              </a:rPr>
              <a:t>35</a:t>
            </a:fld>
            <a:endParaRPr lang="tr-TR" sz="1050" b="0" u="none" strike="noStrike">
              <a:solidFill>
                <a:srgbClr val="000000"/>
              </a:solidFill>
              <a:effectLst/>
              <a:uFillTx/>
              <a:latin typeface="Times New Roman"/>
            </a:endParaRPr>
          </a:p>
        </p:txBody>
      </p:sp>
      <p:sp>
        <p:nvSpPr>
          <p:cNvPr id="438" name="PlaceHolder 3"/>
          <p:cNvSpPr>
            <a:spLocks noGrp="1"/>
          </p:cNvSpPr>
          <p:nvPr>
            <p:ph type="dt" idx="120"/>
          </p:nvPr>
        </p:nvSpPr>
        <p:spPr>
          <a:xfrm>
            <a:off x="802800" y="6981840"/>
            <a:ext cx="1320840" cy="16128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3E5F4092-61D3-46EE-9AF1-9F55E2259863}" type="datetime2">
              <a:rPr lang="tr-TR" sz="1050" b="0" u="none" strike="noStrike">
                <a:solidFill>
                  <a:srgbClr val="898989"/>
                </a:solidFill>
                <a:effectLst/>
                <a:uFillTx/>
                <a:latin typeface="Calibri"/>
              </a:rPr>
              <a:t>21 Nisan 2026 Salı</a:t>
            </a:fld>
            <a:endParaRPr lang="tr-TR" sz="1050" b="0" u="none" strike="noStrike">
              <a:solidFill>
                <a:srgbClr val="000000"/>
              </a:solidFill>
              <a:effectLst/>
              <a:uFillTx/>
              <a:latin typeface="Times New Roman"/>
            </a:endParaRPr>
          </a:p>
        </p:txBody>
      </p:sp>
      <p:sp>
        <p:nvSpPr>
          <p:cNvPr id="439" name="TextBox 9"/>
          <p:cNvSpPr/>
          <p:nvPr/>
        </p:nvSpPr>
        <p:spPr>
          <a:xfrm>
            <a:off x="6480" y="1980360"/>
            <a:ext cx="10686600" cy="1523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50560" indent="-250560">
              <a:lnSpc>
                <a:spcPct val="100000"/>
              </a:lnSpc>
              <a:buClr>
                <a:srgbClr val="000000"/>
              </a:buClr>
              <a:buFont typeface="Arial"/>
              <a:buChar char="•"/>
            </a:pPr>
            <a:r>
              <a:rPr lang="tr-TR" sz="1550" b="0" u="none" strike="noStrike">
                <a:solidFill>
                  <a:srgbClr val="000000"/>
                </a:solidFill>
                <a:effectLst/>
                <a:uFillTx/>
                <a:latin typeface="Calibri"/>
              </a:rPr>
              <a:t>Bu aşamada sadece yapısal testlerin planlanması beklenmektedir. Bu aşamada Sonuç ve Yorum bölümlerinin doldurulması </a:t>
            </a:r>
            <a:r>
              <a:rPr lang="tr-TR" sz="1550" b="1" u="sng" strike="noStrike">
                <a:solidFill>
                  <a:srgbClr val="000000"/>
                </a:solidFill>
                <a:effectLst/>
                <a:uFillTx/>
                <a:latin typeface="Calibri"/>
              </a:rPr>
              <a:t>gerekmemektedir. Bu bölümler AHR ‘nda verilecektir.</a:t>
            </a:r>
            <a:endParaRPr lang="tr-TR" sz="1550" b="0" u="none" strike="noStrike">
              <a:solidFill>
                <a:srgbClr val="000000"/>
              </a:solidFill>
              <a:effectLst/>
              <a:uFillTx/>
              <a:latin typeface="Arial"/>
            </a:endParaRPr>
          </a:p>
          <a:p>
            <a:pPr>
              <a:lnSpc>
                <a:spcPct val="100000"/>
              </a:lnSpc>
            </a:pPr>
            <a:endParaRPr lang="tr-TR" sz="1550" b="0" u="none" strike="noStrike">
              <a:solidFill>
                <a:srgbClr val="000000"/>
              </a:solidFill>
              <a:effectLst/>
              <a:uFillTx/>
              <a:latin typeface="Arial"/>
            </a:endParaRPr>
          </a:p>
          <a:p>
            <a:pPr marL="250560" indent="-250560">
              <a:lnSpc>
                <a:spcPct val="100000"/>
              </a:lnSpc>
              <a:buClr>
                <a:srgbClr val="000000"/>
              </a:buClr>
              <a:buFont typeface="Arial"/>
              <a:buChar char="•"/>
            </a:pPr>
            <a:r>
              <a:rPr lang="tr-TR" sz="1550" b="0" u="none" strike="noStrike">
                <a:solidFill>
                  <a:srgbClr val="000000"/>
                </a:solidFill>
                <a:effectLst/>
                <a:uFillTx/>
                <a:latin typeface="Calibri"/>
              </a:rPr>
              <a:t>Test düzeneklerinin şematik gösterimi yapılmalı ve kullanılacak ekipmanlar açıkça belirtilmedir.</a:t>
            </a:r>
            <a:endParaRPr lang="tr-TR" sz="1550" b="0" u="none" strike="noStrike">
              <a:solidFill>
                <a:srgbClr val="000000"/>
              </a:solidFill>
              <a:effectLst/>
              <a:uFillTx/>
              <a:latin typeface="Arial"/>
            </a:endParaRPr>
          </a:p>
          <a:p>
            <a:pPr>
              <a:lnSpc>
                <a:spcPct val="100000"/>
              </a:lnSpc>
            </a:pPr>
            <a:endParaRPr lang="tr-TR" sz="1550" b="0" u="none" strike="noStrike">
              <a:solidFill>
                <a:srgbClr val="000000"/>
              </a:solidFill>
              <a:effectLst/>
              <a:uFillTx/>
              <a:latin typeface="Arial"/>
            </a:endParaRPr>
          </a:p>
          <a:p>
            <a:pPr marL="250560" indent="-250560">
              <a:lnSpc>
                <a:spcPct val="100000"/>
              </a:lnSpc>
              <a:buClr>
                <a:srgbClr val="000000"/>
              </a:buClr>
              <a:buFont typeface="Arial"/>
              <a:buChar char="•"/>
            </a:pPr>
            <a:r>
              <a:rPr lang="tr-TR" sz="1550" b="0" u="none" strike="noStrike">
                <a:solidFill>
                  <a:srgbClr val="000000"/>
                </a:solidFill>
                <a:effectLst/>
                <a:uFillTx/>
                <a:latin typeface="Calibri"/>
              </a:rPr>
              <a:t>Bu bölüm 4 yansıyı geçmemelidir.</a:t>
            </a:r>
            <a:endParaRPr lang="tr-TR" sz="1550" b="0" u="none" strike="noStrike">
              <a:solidFill>
                <a:srgbClr val="000000"/>
              </a:solidFill>
              <a:effectLst/>
              <a:uFillTx/>
              <a:latin typeface="Arial"/>
            </a:endParaRPr>
          </a:p>
        </p:txBody>
      </p:sp>
      <p:pic>
        <p:nvPicPr>
          <p:cNvPr id="440" name="Picture 6"/>
          <p:cNvPicPr/>
          <p:nvPr/>
        </p:nvPicPr>
        <p:blipFill>
          <a:blip r:embed="rId3"/>
          <a:stretch/>
        </p:blipFill>
        <p:spPr>
          <a:xfrm>
            <a:off x="9630360" y="276120"/>
            <a:ext cx="1062720" cy="1062720"/>
          </a:xfrm>
          <a:prstGeom prst="rect">
            <a:avLst/>
          </a:prstGeom>
          <a:noFill/>
          <a:ln w="0">
            <a:noFill/>
          </a:ln>
        </p:spPr>
      </p:pic>
      <p:sp>
        <p:nvSpPr>
          <p:cNvPr id="441" name="Dikdörtgen 6"/>
          <p:cNvSpPr/>
          <p:nvPr/>
        </p:nvSpPr>
        <p:spPr>
          <a:xfrm>
            <a:off x="-19800" y="6475320"/>
            <a:ext cx="10517400" cy="277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lnSpc>
                <a:spcPct val="100000"/>
              </a:lnSpc>
            </a:pPr>
            <a:r>
              <a:rPr lang="tr-TR" sz="1200" b="0" i="1" u="none" strike="noStrike" dirty="0">
                <a:solidFill>
                  <a:srgbClr val="000000"/>
                </a:solidFill>
                <a:effectLst/>
                <a:uFillTx/>
                <a:latin typeface="Calibri"/>
              </a:rPr>
              <a:t>Bu bölümde şartnamede yer alan</a:t>
            </a:r>
            <a:r>
              <a:rPr lang="tr-TR" sz="1200" b="1" i="1" dirty="0">
                <a:solidFill>
                  <a:srgbClr val="000000"/>
                </a:solidFill>
                <a:latin typeface="Calibri"/>
              </a:rPr>
              <a:t> </a:t>
            </a:r>
            <a:r>
              <a:rPr lang="tr-TR" sz="1200" b="1" i="1" u="none" strike="noStrike" dirty="0">
                <a:solidFill>
                  <a:srgbClr val="000000"/>
                </a:solidFill>
                <a:effectLst/>
                <a:uFillTx/>
                <a:latin typeface="Calibri"/>
              </a:rPr>
              <a:t>4.2.a</a:t>
            </a:r>
            <a:r>
              <a:rPr lang="tr-TR" sz="1200" b="1" i="1" dirty="0">
                <a:solidFill>
                  <a:srgbClr val="000000"/>
                </a:solidFill>
              </a:rPr>
              <a:t>, 4.2.c, 4.2.g </a:t>
            </a:r>
            <a:r>
              <a:rPr lang="tr-TR" sz="1200" b="1" i="1" u="none" strike="noStrike" dirty="0">
                <a:solidFill>
                  <a:srgbClr val="000000"/>
                </a:solidFill>
                <a:effectLst/>
                <a:uFillTx/>
                <a:latin typeface="Calibri"/>
              </a:rPr>
              <a:t>ve 4.2.k</a:t>
            </a:r>
            <a:r>
              <a:rPr lang="tr-TR" sz="1200" b="0" i="1" u="none" strike="noStrike" dirty="0">
                <a:solidFill>
                  <a:srgbClr val="000000"/>
                </a:solidFill>
                <a:effectLst/>
                <a:uFillTx/>
                <a:latin typeface="Calibri"/>
              </a:rPr>
              <a:t> numaralı gereksinimlerin karşılanıp karşılanmadığı kontrol edilecektir.</a:t>
            </a:r>
            <a:endParaRPr lang="tr-TR" sz="1200" b="0" u="none" strike="noStrike" dirty="0">
              <a:solidFill>
                <a:srgbClr val="000000"/>
              </a:solidFill>
              <a:effectLst/>
              <a:uFillTx/>
              <a:latin typeface="Arial"/>
            </a:endParaRPr>
          </a:p>
        </p:txBody>
      </p:sp>
      <p:graphicFrame>
        <p:nvGraphicFramePr>
          <p:cNvPr id="442" name="Tablo 6"/>
          <p:cNvGraphicFramePr/>
          <p:nvPr/>
        </p:nvGraphicFramePr>
        <p:xfrm>
          <a:off x="2515680" y="3720960"/>
          <a:ext cx="5237280" cy="1005840"/>
        </p:xfrm>
        <a:graphic>
          <a:graphicData uri="http://schemas.openxmlformats.org/drawingml/2006/table">
            <a:tbl>
              <a:tblPr/>
              <a:tblGrid>
                <a:gridCol w="1018080">
                  <a:extLst>
                    <a:ext uri="{9D8B030D-6E8A-4147-A177-3AD203B41FA5}">
                      <a16:colId xmlns:a16="http://schemas.microsoft.com/office/drawing/2014/main" val="20000"/>
                    </a:ext>
                  </a:extLst>
                </a:gridCol>
                <a:gridCol w="1018080">
                  <a:extLst>
                    <a:ext uri="{9D8B030D-6E8A-4147-A177-3AD203B41FA5}">
                      <a16:colId xmlns:a16="http://schemas.microsoft.com/office/drawing/2014/main" val="20001"/>
                    </a:ext>
                  </a:extLst>
                </a:gridCol>
                <a:gridCol w="1018080">
                  <a:extLst>
                    <a:ext uri="{9D8B030D-6E8A-4147-A177-3AD203B41FA5}">
                      <a16:colId xmlns:a16="http://schemas.microsoft.com/office/drawing/2014/main" val="20002"/>
                    </a:ext>
                  </a:extLst>
                </a:gridCol>
                <a:gridCol w="1164960">
                  <a:extLst>
                    <a:ext uri="{9D8B030D-6E8A-4147-A177-3AD203B41FA5}">
                      <a16:colId xmlns:a16="http://schemas.microsoft.com/office/drawing/2014/main" val="20003"/>
                    </a:ext>
                  </a:extLst>
                </a:gridCol>
                <a:gridCol w="1018080">
                  <a:extLst>
                    <a:ext uri="{9D8B030D-6E8A-4147-A177-3AD203B41FA5}">
                      <a16:colId xmlns:a16="http://schemas.microsoft.com/office/drawing/2014/main" val="20004"/>
                    </a:ext>
                  </a:extLst>
                </a:gridCol>
              </a:tblGrid>
              <a:tr h="325080">
                <a:tc>
                  <a:txBody>
                    <a:bodyPr/>
                    <a:lstStyle/>
                    <a:p>
                      <a:pPr algn="ctr">
                        <a:lnSpc>
                          <a:spcPct val="100000"/>
                        </a:lnSpc>
                      </a:pPr>
                      <a:r>
                        <a:rPr lang="tr-TR" sz="1600" b="0" u="none" strike="noStrike">
                          <a:solidFill>
                            <a:srgbClr val="FFFFFF"/>
                          </a:solidFill>
                          <a:effectLst/>
                          <a:uFillTx/>
                          <a:latin typeface="Calibri"/>
                        </a:rPr>
                        <a:t>Test Adı</a:t>
                      </a:r>
                      <a:endParaRPr lang="tr-TR" sz="1600" b="0" u="none" strike="noStrike">
                        <a:solidFill>
                          <a:srgbClr val="FFFFFF"/>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c>
                  <a:txBody>
                    <a:bodyPr/>
                    <a:lstStyle/>
                    <a:p>
                      <a:pPr algn="ctr">
                        <a:lnSpc>
                          <a:spcPct val="100000"/>
                        </a:lnSpc>
                      </a:pPr>
                      <a:r>
                        <a:rPr lang="tr-TR" sz="1600" b="0" u="none" strike="noStrike">
                          <a:solidFill>
                            <a:srgbClr val="FFFFFF"/>
                          </a:solidFill>
                          <a:effectLst/>
                          <a:uFillTx/>
                          <a:latin typeface="Calibri"/>
                        </a:rPr>
                        <a:t>Amacı</a:t>
                      </a:r>
                      <a:endParaRPr lang="tr-TR" sz="1600" b="0" u="none" strike="noStrike">
                        <a:solidFill>
                          <a:srgbClr val="FFFFFF"/>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c>
                  <a:txBody>
                    <a:bodyPr/>
                    <a:lstStyle/>
                    <a:p>
                      <a:pPr algn="ctr">
                        <a:lnSpc>
                          <a:spcPct val="100000"/>
                        </a:lnSpc>
                      </a:pPr>
                      <a:r>
                        <a:rPr lang="tr-TR" sz="1600" b="0" u="none" strike="noStrike">
                          <a:solidFill>
                            <a:srgbClr val="FFFFFF"/>
                          </a:solidFill>
                          <a:effectLst/>
                          <a:uFillTx/>
                          <a:latin typeface="Calibri"/>
                        </a:rPr>
                        <a:t>Yöntem</a:t>
                      </a:r>
                      <a:endParaRPr lang="tr-TR" sz="1600" b="0" u="none" strike="noStrike">
                        <a:solidFill>
                          <a:srgbClr val="FFFFFF"/>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c>
                  <a:txBody>
                    <a:bodyPr/>
                    <a:lstStyle/>
                    <a:p>
                      <a:pPr algn="ctr">
                        <a:lnSpc>
                          <a:spcPct val="100000"/>
                        </a:lnSpc>
                      </a:pPr>
                      <a:r>
                        <a:rPr lang="tr-TR" sz="1600" b="0" u="none" strike="noStrike">
                          <a:solidFill>
                            <a:srgbClr val="FFFFFF"/>
                          </a:solidFill>
                          <a:effectLst/>
                          <a:uFillTx/>
                          <a:latin typeface="Calibri"/>
                        </a:rPr>
                        <a:t>Sonuç</a:t>
                      </a:r>
                      <a:endParaRPr lang="tr-TR" sz="1600" b="0" u="none" strike="noStrike">
                        <a:solidFill>
                          <a:srgbClr val="FFFFFF"/>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0000"/>
                    </a:solidFill>
                  </a:tcPr>
                </a:tc>
                <a:tc>
                  <a:txBody>
                    <a:bodyPr/>
                    <a:lstStyle/>
                    <a:p>
                      <a:pPr algn="ctr">
                        <a:lnSpc>
                          <a:spcPct val="100000"/>
                        </a:lnSpc>
                      </a:pPr>
                      <a:r>
                        <a:rPr lang="tr-TR" sz="1600" b="0" u="none" strike="noStrike">
                          <a:solidFill>
                            <a:srgbClr val="FFFFFF"/>
                          </a:solidFill>
                          <a:effectLst/>
                          <a:uFillTx/>
                          <a:latin typeface="Calibri"/>
                        </a:rPr>
                        <a:t>Yorum</a:t>
                      </a:r>
                      <a:endParaRPr lang="tr-TR" sz="1600" b="0" u="none" strike="noStrike">
                        <a:solidFill>
                          <a:srgbClr val="FFFFFF"/>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0000"/>
                    </a:solidFill>
                  </a:tcPr>
                </a:tc>
                <a:extLst>
                  <a:ext uri="{0D108BD9-81ED-4DB2-BD59-A6C34878D82A}">
                    <a16:rowId xmlns:a16="http://schemas.microsoft.com/office/drawing/2014/main" val="10000"/>
                  </a:ext>
                </a:extLst>
              </a:tr>
              <a:tr h="325080">
                <a:tc>
                  <a:txBody>
                    <a:bodyPr/>
                    <a:lstStyle/>
                    <a:p>
                      <a:endParaRPr lang="tr-TR" sz="160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endParaRPr lang="tr-TR" sz="160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endParaRPr lang="tr-TR" sz="160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endParaRPr lang="tr-TR" sz="160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0000"/>
                    </a:solidFill>
                  </a:tcPr>
                </a:tc>
                <a:tc>
                  <a:txBody>
                    <a:bodyPr/>
                    <a:lstStyle/>
                    <a:p>
                      <a:endParaRPr lang="tr-TR" sz="160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0000"/>
                    </a:solidFill>
                  </a:tcPr>
                </a:tc>
                <a:extLst>
                  <a:ext uri="{0D108BD9-81ED-4DB2-BD59-A6C34878D82A}">
                    <a16:rowId xmlns:a16="http://schemas.microsoft.com/office/drawing/2014/main" val="10001"/>
                  </a:ext>
                </a:extLst>
              </a:tr>
              <a:tr h="325080">
                <a:tc>
                  <a:txBody>
                    <a:bodyPr/>
                    <a:lstStyle/>
                    <a:p>
                      <a:endParaRPr lang="tr-TR" sz="160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lstStyle/>
                    <a:p>
                      <a:endParaRPr lang="tr-TR" sz="160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lstStyle/>
                    <a:p>
                      <a:endParaRPr lang="tr-TR" sz="160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lstStyle/>
                    <a:p>
                      <a:endParaRPr lang="tr-TR" sz="160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0000"/>
                    </a:solidFill>
                  </a:tcPr>
                </a:tc>
                <a:tc>
                  <a:txBody>
                    <a:bodyPr/>
                    <a:lstStyle/>
                    <a:p>
                      <a:endParaRPr lang="tr-TR" sz="160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0000"/>
                    </a:solidFill>
                  </a:tcPr>
                </a:tc>
                <a:extLst>
                  <a:ext uri="{0D108BD9-81ED-4DB2-BD59-A6C34878D82A}">
                    <a16:rowId xmlns:a16="http://schemas.microsoft.com/office/drawing/2014/main" val="10002"/>
                  </a:ext>
                </a:extLst>
              </a:tr>
            </a:tbl>
          </a:graphicData>
        </a:graphic>
      </p:graphicFrame>
      <p:sp>
        <p:nvSpPr>
          <p:cNvPr id="443" name="PlaceHolder 4"/>
          <p:cNvSpPr>
            <a:spLocks noGrp="1"/>
          </p:cNvSpPr>
          <p:nvPr>
            <p:ph type="ftr" idx="121"/>
          </p:nvPr>
        </p:nvSpPr>
        <p:spPr>
          <a:xfrm>
            <a:off x="3542040" y="6890040"/>
            <a:ext cx="3608640" cy="320040"/>
          </a:xfrm>
          <a:prstGeom prst="rect">
            <a:avLst/>
          </a:prstGeom>
          <a:noFill/>
          <a:ln w="0">
            <a:noFill/>
          </a:ln>
        </p:spPr>
        <p:txBody>
          <a:bodyPr lIns="0" tIns="0" rIns="0" bIns="0" anchor="t">
            <a:noAutofit/>
          </a:bodyPr>
          <a:lstStyle>
            <a:lvl1pPr indent="0" algn="ctr">
              <a:lnSpc>
                <a:spcPct val="100000"/>
              </a:lnSpc>
              <a:buNone/>
              <a:defRPr lang="tr-TR" sz="1050" b="0" u="none" strike="noStrike">
                <a:solidFill>
                  <a:srgbClr val="898989"/>
                </a:solidFill>
                <a:effectLst/>
                <a:uFillTx/>
                <a:latin typeface="Calibri"/>
              </a:defRPr>
            </a:lvl1pPr>
          </a:lstStyle>
          <a:p>
            <a:pPr indent="0" algn="ctr">
              <a:lnSpc>
                <a:spcPct val="100000"/>
              </a:lnSpc>
              <a:buNone/>
            </a:pPr>
            <a:r>
              <a:rPr lang="tr-TR" sz="1050" b="0" u="none" strike="noStrike" dirty="0">
                <a:solidFill>
                  <a:srgbClr val="898989"/>
                </a:solidFill>
                <a:effectLst/>
                <a:uFillTx/>
                <a:latin typeface="Calibri"/>
              </a:rPr>
              <a:t>2026 TEKNOFEST DİKEY İNİŞLİ ROKET YARIŞMASI</a:t>
            </a:r>
            <a:br>
              <a:rPr sz="1050" dirty="0"/>
            </a:br>
            <a:r>
              <a:rPr lang="tr-TR" sz="1050" b="0" u="none" strike="noStrike" dirty="0">
                <a:solidFill>
                  <a:srgbClr val="898989"/>
                </a:solidFill>
                <a:effectLst/>
                <a:uFillTx/>
                <a:latin typeface="Calibri"/>
              </a:rPr>
              <a:t> </a:t>
            </a:r>
            <a:r>
              <a:rPr lang="en-US" sz="1050" b="0" u="none" strike="noStrike" dirty="0">
                <a:solidFill>
                  <a:srgbClr val="898989"/>
                </a:solidFill>
                <a:effectLst/>
                <a:uFillTx/>
                <a:latin typeface="Calibri"/>
              </a:rPr>
              <a:t>KRİTİK</a:t>
            </a:r>
            <a:r>
              <a:rPr lang="tr-TR" sz="1050" b="0" u="none" strike="noStrike" dirty="0">
                <a:solidFill>
                  <a:srgbClr val="898989"/>
                </a:solidFill>
                <a:effectLst/>
                <a:uFillTx/>
                <a:latin typeface="Calibri"/>
              </a:rPr>
              <a:t> TASARIM RAPORU (</a:t>
            </a:r>
            <a:r>
              <a:rPr lang="en-US" sz="1050" b="0" u="none" strike="noStrike" dirty="0">
                <a:solidFill>
                  <a:srgbClr val="898989"/>
                </a:solidFill>
                <a:effectLst/>
                <a:uFillTx/>
                <a:latin typeface="Calibri"/>
              </a:rPr>
              <a:t>K</a:t>
            </a:r>
            <a:r>
              <a:rPr lang="tr-TR" sz="1050" b="0" u="none" strike="noStrike" dirty="0">
                <a:solidFill>
                  <a:srgbClr val="898989"/>
                </a:solidFill>
                <a:effectLst/>
                <a:uFillTx/>
                <a:latin typeface="Calibri"/>
              </a:rPr>
              <a:t>TR)</a:t>
            </a:r>
            <a:endParaRPr lang="tr-TR" sz="1050" b="0" u="none" strike="noStrike" dirty="0">
              <a:solidFill>
                <a:srgbClr val="000000"/>
              </a:solidFill>
              <a:effectLst/>
              <a:uFillTx/>
              <a:latin typeface="Times New Roman"/>
            </a:endParaRPr>
          </a:p>
        </p:txBody>
      </p:sp>
      <p:sp>
        <p:nvSpPr>
          <p:cNvPr id="444" name="TextBox 13"/>
          <p:cNvSpPr/>
          <p:nvPr/>
        </p:nvSpPr>
        <p:spPr>
          <a:xfrm>
            <a:off x="6480" y="544680"/>
            <a:ext cx="1027440" cy="569880"/>
          </a:xfrm>
          <a:prstGeom prst="rect">
            <a:avLst/>
          </a:prstGeom>
          <a:noFill/>
          <a:ln w="0">
            <a:solidFill>
              <a:srgbClr val="000000"/>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tr-TR" sz="1550" b="0" u="none" strike="noStrike">
                <a:solidFill>
                  <a:srgbClr val="000000"/>
                </a:solidFill>
                <a:effectLst/>
                <a:uFillTx/>
                <a:latin typeface="Calibri"/>
              </a:rPr>
              <a:t>Takım Logosu</a:t>
            </a:r>
            <a:endParaRPr lang="tr-TR" sz="1550" b="0" u="none" strike="noStrike">
              <a:solidFill>
                <a:srgbClr val="000000"/>
              </a:solidFill>
              <a:effectLst/>
              <a:uFillTx/>
              <a:latin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 name="PlaceHolder 1"/>
          <p:cNvSpPr>
            <a:spLocks noGrp="1"/>
          </p:cNvSpPr>
          <p:nvPr>
            <p:ph type="title"/>
          </p:nvPr>
        </p:nvSpPr>
        <p:spPr>
          <a:xfrm>
            <a:off x="897120" y="432720"/>
            <a:ext cx="8898480" cy="658440"/>
          </a:xfrm>
          <a:prstGeom prst="rect">
            <a:avLst/>
          </a:prstGeom>
          <a:noFill/>
          <a:ln w="0">
            <a:noFill/>
          </a:ln>
        </p:spPr>
        <p:txBody>
          <a:bodyPr lIns="0" tIns="0" rIns="0" bIns="0" anchor="b">
            <a:noAutofit/>
          </a:bodyPr>
          <a:lstStyle/>
          <a:p>
            <a:pPr indent="0" algn="ctr">
              <a:lnSpc>
                <a:spcPct val="100000"/>
              </a:lnSpc>
              <a:buNone/>
            </a:pPr>
            <a:r>
              <a:rPr lang="tr-TR" sz="3950" b="1" u="none" strike="noStrike">
                <a:solidFill>
                  <a:srgbClr val="0070C0"/>
                </a:solidFill>
                <a:effectLst/>
                <a:uFillTx/>
                <a:latin typeface="Calibri"/>
              </a:rPr>
              <a:t>6 Serbestlik Dereceli Uçuş Benzetimi</a:t>
            </a:r>
            <a:endParaRPr lang="tr-TR" sz="3950" b="0" u="none" strike="noStrike">
              <a:solidFill>
                <a:srgbClr val="000000"/>
              </a:solidFill>
              <a:effectLst/>
              <a:uFillTx/>
              <a:latin typeface="Calibri"/>
            </a:endParaRPr>
          </a:p>
        </p:txBody>
      </p:sp>
      <p:cxnSp>
        <p:nvCxnSpPr>
          <p:cNvPr id="446" name="Straight Connector 4"/>
          <p:cNvCxnSpPr/>
          <p:nvPr/>
        </p:nvCxnSpPr>
        <p:spPr>
          <a:xfrm flipV="1">
            <a:off x="0" y="1352520"/>
            <a:ext cx="10693440" cy="23040"/>
          </a:xfrm>
          <a:prstGeom prst="straightConnector1">
            <a:avLst/>
          </a:prstGeom>
          <a:ln w="38100">
            <a:solidFill>
              <a:srgbClr val="4A7EBB"/>
            </a:solidFill>
            <a:round/>
          </a:ln>
        </p:spPr>
      </p:cxnSp>
      <p:cxnSp>
        <p:nvCxnSpPr>
          <p:cNvPr id="447" name="Straight Connector 5"/>
          <p:cNvCxnSpPr/>
          <p:nvPr/>
        </p:nvCxnSpPr>
        <p:spPr>
          <a:xfrm flipV="1">
            <a:off x="0" y="6790680"/>
            <a:ext cx="10693440" cy="22680"/>
          </a:xfrm>
          <a:prstGeom prst="straightConnector1">
            <a:avLst/>
          </a:prstGeom>
          <a:ln w="38100">
            <a:solidFill>
              <a:srgbClr val="4A7EBB"/>
            </a:solidFill>
            <a:round/>
          </a:ln>
        </p:spPr>
      </p:cxnSp>
      <p:sp>
        <p:nvSpPr>
          <p:cNvPr id="448" name="PlaceHolder 2"/>
          <p:cNvSpPr>
            <a:spLocks noGrp="1"/>
          </p:cNvSpPr>
          <p:nvPr>
            <p:ph type="sldNum" idx="122"/>
          </p:nvPr>
        </p:nvSpPr>
        <p:spPr>
          <a:xfrm>
            <a:off x="9724320" y="6981840"/>
            <a:ext cx="201600" cy="16092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DE781295-206C-41CD-9FB5-942048F934CA}" type="slidenum">
              <a:rPr lang="tr-TR" sz="1050" b="0" u="none" strike="noStrike">
                <a:solidFill>
                  <a:srgbClr val="898989"/>
                </a:solidFill>
                <a:effectLst/>
                <a:uFillTx/>
                <a:latin typeface="Calibri"/>
              </a:rPr>
              <a:t>36</a:t>
            </a:fld>
            <a:endParaRPr lang="tr-TR" sz="1050" b="0" u="none" strike="noStrike">
              <a:solidFill>
                <a:srgbClr val="000000"/>
              </a:solidFill>
              <a:effectLst/>
              <a:uFillTx/>
              <a:latin typeface="Times New Roman"/>
            </a:endParaRPr>
          </a:p>
        </p:txBody>
      </p:sp>
      <p:sp>
        <p:nvSpPr>
          <p:cNvPr id="449" name="PlaceHolder 3"/>
          <p:cNvSpPr>
            <a:spLocks noGrp="1"/>
          </p:cNvSpPr>
          <p:nvPr>
            <p:ph type="dt" idx="123"/>
          </p:nvPr>
        </p:nvSpPr>
        <p:spPr>
          <a:xfrm>
            <a:off x="802800" y="6981840"/>
            <a:ext cx="1320840" cy="16128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4367E736-2862-44FA-B78D-3CC14949EB05}" type="datetime2">
              <a:rPr lang="tr-TR" sz="1050" b="0" u="none" strike="noStrike">
                <a:solidFill>
                  <a:srgbClr val="898989"/>
                </a:solidFill>
                <a:effectLst/>
                <a:uFillTx/>
                <a:latin typeface="Calibri"/>
              </a:rPr>
              <a:t>21 Nisan 2026 Salı</a:t>
            </a:fld>
            <a:endParaRPr lang="tr-TR" sz="1050" b="0" u="none" strike="noStrike">
              <a:solidFill>
                <a:srgbClr val="000000"/>
              </a:solidFill>
              <a:effectLst/>
              <a:uFillTx/>
              <a:latin typeface="Times New Roman"/>
            </a:endParaRPr>
          </a:p>
        </p:txBody>
      </p:sp>
      <p:pic>
        <p:nvPicPr>
          <p:cNvPr id="450" name="Picture 6"/>
          <p:cNvPicPr/>
          <p:nvPr/>
        </p:nvPicPr>
        <p:blipFill>
          <a:blip r:embed="rId3"/>
          <a:stretch/>
        </p:blipFill>
        <p:spPr>
          <a:xfrm>
            <a:off x="9630360" y="276120"/>
            <a:ext cx="1062720" cy="1062720"/>
          </a:xfrm>
          <a:prstGeom prst="rect">
            <a:avLst/>
          </a:prstGeom>
          <a:noFill/>
          <a:ln w="0">
            <a:noFill/>
          </a:ln>
        </p:spPr>
      </p:pic>
      <p:sp>
        <p:nvSpPr>
          <p:cNvPr id="451" name="TextBox 18"/>
          <p:cNvSpPr/>
          <p:nvPr/>
        </p:nvSpPr>
        <p:spPr>
          <a:xfrm>
            <a:off x="6480" y="1950480"/>
            <a:ext cx="10686600" cy="486141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50560" indent="-250560" algn="just">
              <a:lnSpc>
                <a:spcPct val="100000"/>
              </a:lnSpc>
              <a:buClr>
                <a:srgbClr val="000000"/>
              </a:buClr>
              <a:buFont typeface="Arial"/>
              <a:buChar char="•"/>
            </a:pPr>
            <a:r>
              <a:rPr lang="tr-TR" sz="1550" b="0" u="none" strike="noStrike" dirty="0">
                <a:solidFill>
                  <a:srgbClr val="000000"/>
                </a:solidFill>
                <a:effectLst/>
                <a:uFillTx/>
                <a:latin typeface="Calibri"/>
              </a:rPr>
              <a:t>ÖTR</a:t>
            </a:r>
            <a:r>
              <a:rPr lang="en-US" sz="1550" b="0" u="none" strike="noStrike" dirty="0">
                <a:solidFill>
                  <a:srgbClr val="000000"/>
                </a:solidFill>
                <a:effectLst/>
                <a:uFillTx/>
                <a:latin typeface="Calibri"/>
              </a:rPr>
              <a:t> </a:t>
            </a:r>
            <a:r>
              <a:rPr lang="en-US" sz="1550" b="0" u="none" strike="noStrike" dirty="0" err="1">
                <a:solidFill>
                  <a:srgbClr val="000000"/>
                </a:solidFill>
                <a:effectLst/>
                <a:uFillTx/>
                <a:latin typeface="Calibri"/>
              </a:rPr>
              <a:t>kapsam</a:t>
            </a:r>
            <a:r>
              <a:rPr lang="tr-TR" sz="1550" b="0" u="none" strike="noStrike" dirty="0">
                <a:solidFill>
                  <a:srgbClr val="000000"/>
                </a:solidFill>
                <a:effectLst/>
                <a:uFillTx/>
                <a:latin typeface="Calibri"/>
              </a:rPr>
              <a:t>ın</a:t>
            </a:r>
            <a:r>
              <a:rPr lang="en-US" sz="1550" b="0" u="none" strike="noStrike" dirty="0">
                <a:solidFill>
                  <a:srgbClr val="000000"/>
                </a:solidFill>
                <a:effectLst/>
                <a:uFillTx/>
                <a:latin typeface="Calibri"/>
              </a:rPr>
              <a:t>da</a:t>
            </a:r>
            <a:r>
              <a:rPr lang="tr-TR" sz="1550" b="0" u="none" strike="noStrike" dirty="0">
                <a:solidFill>
                  <a:srgbClr val="000000"/>
                </a:solidFill>
                <a:effectLst/>
                <a:uFillTx/>
                <a:latin typeface="Calibri"/>
              </a:rPr>
              <a:t> hazırlanmış olan 6 Serbestlik Dereceli Uçuş Benzetim Raporu kullanılarak : </a:t>
            </a:r>
            <a:endParaRPr lang="tr-TR" sz="1550" b="0" u="none" strike="noStrike" dirty="0">
              <a:solidFill>
                <a:srgbClr val="000000"/>
              </a:solidFill>
              <a:effectLst/>
              <a:uFillTx/>
              <a:latin typeface="Arial"/>
            </a:endParaRPr>
          </a:p>
          <a:p>
            <a:pPr marL="651600" lvl="1" indent="-250560" algn="just">
              <a:lnSpc>
                <a:spcPct val="100000"/>
              </a:lnSpc>
              <a:buClr>
                <a:srgbClr val="000000"/>
              </a:buClr>
              <a:buFont typeface="Arial"/>
              <a:buChar char="•"/>
            </a:pPr>
            <a:r>
              <a:rPr lang="en-US" sz="1550" b="0" u="none" strike="noStrike" dirty="0">
                <a:solidFill>
                  <a:srgbClr val="000000"/>
                </a:solidFill>
                <a:effectLst/>
                <a:uFillTx/>
                <a:latin typeface="Calibri"/>
              </a:rPr>
              <a:t>KTR </a:t>
            </a:r>
            <a:r>
              <a:rPr lang="tr-TR" sz="1550" b="0" u="none" strike="noStrike" dirty="0">
                <a:solidFill>
                  <a:srgbClr val="000000"/>
                </a:solidFill>
                <a:effectLst/>
                <a:uFillTx/>
                <a:latin typeface="Calibri"/>
              </a:rPr>
              <a:t>t</a:t>
            </a:r>
            <a:r>
              <a:rPr lang="en-US" sz="1550" b="0" u="none" strike="noStrike" dirty="0" err="1">
                <a:solidFill>
                  <a:srgbClr val="000000"/>
                </a:solidFill>
                <a:effectLst/>
                <a:uFillTx/>
                <a:latin typeface="Calibri"/>
              </a:rPr>
              <a:t>esliminde</a:t>
            </a:r>
            <a:r>
              <a:rPr lang="en-US" sz="1550" b="0" u="none" strike="noStrike" dirty="0">
                <a:solidFill>
                  <a:srgbClr val="000000"/>
                </a:solidFill>
                <a:effectLst/>
                <a:uFillTx/>
                <a:latin typeface="Calibri"/>
              </a:rPr>
              <a:t> </a:t>
            </a:r>
            <a:r>
              <a:rPr lang="en-US" sz="1550" b="0" u="none" strike="noStrike" dirty="0" err="1">
                <a:solidFill>
                  <a:srgbClr val="000000"/>
                </a:solidFill>
                <a:effectLst/>
                <a:uFillTx/>
                <a:latin typeface="Calibri"/>
              </a:rPr>
              <a:t>kapalı</a:t>
            </a:r>
            <a:r>
              <a:rPr lang="en-US" sz="1550" b="0" u="none" strike="noStrike" dirty="0">
                <a:solidFill>
                  <a:srgbClr val="000000"/>
                </a:solidFill>
                <a:effectLst/>
                <a:uFillTx/>
                <a:latin typeface="Calibri"/>
              </a:rPr>
              <a:t> </a:t>
            </a:r>
            <a:r>
              <a:rPr lang="en-US" sz="1550" b="0" u="none" strike="noStrike" dirty="0" err="1">
                <a:solidFill>
                  <a:srgbClr val="000000"/>
                </a:solidFill>
                <a:effectLst/>
                <a:uFillTx/>
                <a:latin typeface="Calibri"/>
              </a:rPr>
              <a:t>çevrim</a:t>
            </a:r>
            <a:r>
              <a:rPr lang="en-US" sz="1550" b="0" u="none" strike="noStrike" dirty="0">
                <a:solidFill>
                  <a:srgbClr val="000000"/>
                </a:solidFill>
                <a:effectLst/>
                <a:uFillTx/>
                <a:latin typeface="Calibri"/>
              </a:rPr>
              <a:t> </a:t>
            </a:r>
            <a:r>
              <a:rPr lang="en-US" sz="1550" b="0" u="none" strike="noStrike" dirty="0" err="1">
                <a:solidFill>
                  <a:srgbClr val="000000"/>
                </a:solidFill>
                <a:effectLst/>
                <a:uFillTx/>
                <a:latin typeface="Calibri"/>
              </a:rPr>
              <a:t>kontrollü</a:t>
            </a:r>
            <a:r>
              <a:rPr lang="en-US" sz="1550" b="0" u="none" strike="noStrike" dirty="0">
                <a:solidFill>
                  <a:srgbClr val="000000"/>
                </a:solidFill>
                <a:effectLst/>
                <a:uFillTx/>
                <a:latin typeface="Calibri"/>
              </a:rPr>
              <a:t> (</a:t>
            </a:r>
            <a:r>
              <a:rPr lang="en-US" sz="1550" b="0" u="none" strike="noStrike" dirty="0" err="1">
                <a:solidFill>
                  <a:srgbClr val="000000"/>
                </a:solidFill>
                <a:effectLst/>
                <a:uFillTx/>
                <a:latin typeface="Calibri"/>
              </a:rPr>
              <a:t>otopilot</a:t>
            </a:r>
            <a:r>
              <a:rPr lang="en-US" sz="1550" b="0" u="none" strike="noStrike" dirty="0">
                <a:solidFill>
                  <a:srgbClr val="000000"/>
                </a:solidFill>
                <a:effectLst/>
                <a:uFillTx/>
                <a:latin typeface="Calibri"/>
              </a:rPr>
              <a:t> </a:t>
            </a:r>
            <a:r>
              <a:rPr lang="en-US" sz="1550" b="0" u="none" strike="noStrike" dirty="0" err="1">
                <a:solidFill>
                  <a:srgbClr val="000000"/>
                </a:solidFill>
                <a:effectLst/>
                <a:uFillTx/>
                <a:latin typeface="Calibri"/>
              </a:rPr>
              <a:t>aktif</a:t>
            </a:r>
            <a:r>
              <a:rPr lang="en-US" sz="1550" b="0" u="none" strike="noStrike" dirty="0">
                <a:solidFill>
                  <a:srgbClr val="000000"/>
                </a:solidFill>
                <a:effectLst/>
                <a:uFillTx/>
                <a:latin typeface="Calibri"/>
              </a:rPr>
              <a:t>) </a:t>
            </a:r>
            <a:r>
              <a:rPr lang="en-US" sz="1550" b="0" u="none" strike="noStrike" dirty="0" err="1">
                <a:solidFill>
                  <a:srgbClr val="000000"/>
                </a:solidFill>
                <a:effectLst/>
                <a:uFillTx/>
                <a:latin typeface="Calibri"/>
              </a:rPr>
              <a:t>sistemin</a:t>
            </a:r>
            <a:r>
              <a:rPr lang="en-US" sz="1550" b="0" u="none" strike="noStrike" dirty="0">
                <a:solidFill>
                  <a:srgbClr val="000000"/>
                </a:solidFill>
                <a:effectLst/>
                <a:uFillTx/>
                <a:latin typeface="Calibri"/>
              </a:rPr>
              <a:t> </a:t>
            </a:r>
            <a:r>
              <a:rPr lang="tr-TR" sz="1550" b="0" u="none" strike="noStrike" dirty="0">
                <a:solidFill>
                  <a:srgbClr val="000000"/>
                </a:solidFill>
                <a:effectLst/>
                <a:uFillTx/>
                <a:latin typeface="Calibri"/>
              </a:rPr>
              <a:t>uçuş benzetimlerinin ve modellemelerinin hazırlandığı ve sunulduğu bir rapor hazırlanacaktır. </a:t>
            </a:r>
            <a:endParaRPr lang="en-US" sz="1550" b="0" u="none" strike="noStrike" dirty="0">
              <a:solidFill>
                <a:srgbClr val="000000"/>
              </a:solidFill>
              <a:effectLst/>
              <a:uFillTx/>
              <a:latin typeface="Calibri"/>
            </a:endParaRPr>
          </a:p>
          <a:p>
            <a:pPr marL="651600" lvl="1" indent="-250560" algn="just">
              <a:buClr>
                <a:srgbClr val="000000"/>
              </a:buClr>
              <a:buFont typeface="Arial"/>
              <a:buChar char="•"/>
            </a:pPr>
            <a:r>
              <a:rPr lang="en-US" sz="1550" dirty="0" err="1">
                <a:solidFill>
                  <a:srgbClr val="000000"/>
                </a:solidFill>
              </a:rPr>
              <a:t>Şartnamede</a:t>
            </a:r>
            <a:r>
              <a:rPr lang="en-US" sz="1550" dirty="0">
                <a:solidFill>
                  <a:srgbClr val="000000"/>
                </a:solidFill>
              </a:rPr>
              <a:t> </a:t>
            </a:r>
            <a:r>
              <a:rPr lang="en-US" sz="1550" dirty="0" err="1">
                <a:solidFill>
                  <a:srgbClr val="000000"/>
                </a:solidFill>
              </a:rPr>
              <a:t>verilen</a:t>
            </a:r>
            <a:r>
              <a:rPr lang="en-US" sz="1550" dirty="0">
                <a:solidFill>
                  <a:srgbClr val="000000"/>
                </a:solidFill>
              </a:rPr>
              <a:t> “</a:t>
            </a:r>
            <a:r>
              <a:rPr lang="en-US" sz="1550" dirty="0" err="1">
                <a:solidFill>
                  <a:srgbClr val="000000"/>
                </a:solidFill>
              </a:rPr>
              <a:t>kalkış</a:t>
            </a:r>
            <a:r>
              <a:rPr lang="en-US" sz="1550" dirty="0">
                <a:solidFill>
                  <a:srgbClr val="000000"/>
                </a:solidFill>
              </a:rPr>
              <a:t>” </a:t>
            </a:r>
            <a:r>
              <a:rPr lang="en-US" sz="1550" dirty="0" err="1">
                <a:solidFill>
                  <a:srgbClr val="000000"/>
                </a:solidFill>
              </a:rPr>
              <a:t>ve</a:t>
            </a:r>
            <a:r>
              <a:rPr lang="en-US" sz="1550" dirty="0">
                <a:solidFill>
                  <a:srgbClr val="000000"/>
                </a:solidFill>
              </a:rPr>
              <a:t> “</a:t>
            </a:r>
            <a:r>
              <a:rPr lang="en-US" sz="1550" dirty="0" err="1">
                <a:solidFill>
                  <a:srgbClr val="000000"/>
                </a:solidFill>
              </a:rPr>
              <a:t>iniş</a:t>
            </a:r>
            <a:r>
              <a:rPr lang="en-US" sz="1550">
                <a:solidFill>
                  <a:srgbClr val="000000"/>
                </a:solidFill>
              </a:rPr>
              <a:t>” </a:t>
            </a:r>
            <a:r>
              <a:rPr lang="en-US" sz="1550" dirty="0" err="1">
                <a:solidFill>
                  <a:srgbClr val="000000"/>
                </a:solidFill>
              </a:rPr>
              <a:t>senaryoların</a:t>
            </a:r>
            <a:r>
              <a:rPr lang="en-US" sz="1550" dirty="0">
                <a:solidFill>
                  <a:srgbClr val="000000"/>
                </a:solidFill>
              </a:rPr>
              <a:t> </a:t>
            </a:r>
            <a:r>
              <a:rPr lang="en-US" sz="1550" dirty="0" err="1">
                <a:solidFill>
                  <a:srgbClr val="000000"/>
                </a:solidFill>
              </a:rPr>
              <a:t>icra</a:t>
            </a:r>
            <a:r>
              <a:rPr lang="en-US" sz="1550" dirty="0">
                <a:solidFill>
                  <a:srgbClr val="000000"/>
                </a:solidFill>
              </a:rPr>
              <a:t> </a:t>
            </a:r>
            <a:r>
              <a:rPr lang="en-US" sz="1550" dirty="0" err="1">
                <a:solidFill>
                  <a:srgbClr val="000000"/>
                </a:solidFill>
              </a:rPr>
              <a:t>edilmesi</a:t>
            </a:r>
            <a:r>
              <a:rPr lang="en-US" sz="1550" dirty="0">
                <a:solidFill>
                  <a:srgbClr val="000000"/>
                </a:solidFill>
              </a:rPr>
              <a:t> </a:t>
            </a:r>
            <a:r>
              <a:rPr lang="en-US" sz="1550" dirty="0" err="1">
                <a:solidFill>
                  <a:srgbClr val="000000"/>
                </a:solidFill>
              </a:rPr>
              <a:t>durumunda</a:t>
            </a:r>
            <a:r>
              <a:rPr lang="en-US" sz="1550" dirty="0">
                <a:solidFill>
                  <a:srgbClr val="000000"/>
                </a:solidFill>
              </a:rPr>
              <a:t> </a:t>
            </a:r>
            <a:r>
              <a:rPr lang="en-US" sz="1550" dirty="0" err="1">
                <a:solidFill>
                  <a:srgbClr val="000000"/>
                </a:solidFill>
              </a:rPr>
              <a:t>elde</a:t>
            </a:r>
            <a:r>
              <a:rPr lang="en-US" sz="1550" dirty="0">
                <a:solidFill>
                  <a:srgbClr val="000000"/>
                </a:solidFill>
              </a:rPr>
              <a:t> </a:t>
            </a:r>
            <a:r>
              <a:rPr lang="en-US" sz="1550" dirty="0" err="1">
                <a:solidFill>
                  <a:srgbClr val="000000"/>
                </a:solidFill>
              </a:rPr>
              <a:t>edilen</a:t>
            </a:r>
            <a:r>
              <a:rPr lang="en-US" sz="1550" dirty="0">
                <a:solidFill>
                  <a:srgbClr val="000000"/>
                </a:solidFill>
              </a:rPr>
              <a:t> </a:t>
            </a:r>
            <a:r>
              <a:rPr lang="en-US" sz="1550" dirty="0" err="1">
                <a:solidFill>
                  <a:srgbClr val="000000"/>
                </a:solidFill>
              </a:rPr>
              <a:t>verilerin</a:t>
            </a:r>
            <a:r>
              <a:rPr lang="en-US" sz="1550" dirty="0">
                <a:solidFill>
                  <a:srgbClr val="000000"/>
                </a:solidFill>
              </a:rPr>
              <a:t> </a:t>
            </a:r>
            <a:r>
              <a:rPr lang="en-US" sz="1550" dirty="0" err="1">
                <a:solidFill>
                  <a:srgbClr val="000000"/>
                </a:solidFill>
              </a:rPr>
              <a:t>grafiksel</a:t>
            </a:r>
            <a:r>
              <a:rPr lang="en-US" sz="1550" dirty="0">
                <a:solidFill>
                  <a:srgbClr val="000000"/>
                </a:solidFill>
              </a:rPr>
              <a:t> </a:t>
            </a:r>
            <a:r>
              <a:rPr lang="en-US" sz="1550" dirty="0" err="1">
                <a:solidFill>
                  <a:srgbClr val="000000"/>
                </a:solidFill>
              </a:rPr>
              <a:t>olarak</a:t>
            </a:r>
            <a:r>
              <a:rPr lang="en-US" sz="1550" dirty="0">
                <a:solidFill>
                  <a:srgbClr val="000000"/>
                </a:solidFill>
              </a:rPr>
              <a:t> </a:t>
            </a:r>
            <a:r>
              <a:rPr lang="en-US" sz="1550" dirty="0" err="1">
                <a:solidFill>
                  <a:srgbClr val="000000"/>
                </a:solidFill>
              </a:rPr>
              <a:t>gösterimi</a:t>
            </a:r>
            <a:r>
              <a:rPr lang="en-US" sz="1550" dirty="0">
                <a:solidFill>
                  <a:srgbClr val="000000"/>
                </a:solidFill>
              </a:rPr>
              <a:t> </a:t>
            </a:r>
            <a:r>
              <a:rPr lang="en-US" sz="1550" dirty="0" err="1">
                <a:solidFill>
                  <a:srgbClr val="000000"/>
                </a:solidFill>
              </a:rPr>
              <a:t>aşağıda</a:t>
            </a:r>
            <a:r>
              <a:rPr lang="en-US" sz="1550" dirty="0">
                <a:solidFill>
                  <a:srgbClr val="000000"/>
                </a:solidFill>
              </a:rPr>
              <a:t> </a:t>
            </a:r>
            <a:r>
              <a:rPr lang="en-US" sz="1550" dirty="0" err="1">
                <a:solidFill>
                  <a:srgbClr val="000000"/>
                </a:solidFill>
              </a:rPr>
              <a:t>verildiği</a:t>
            </a:r>
            <a:r>
              <a:rPr lang="en-US" sz="1550" dirty="0">
                <a:solidFill>
                  <a:srgbClr val="000000"/>
                </a:solidFill>
              </a:rPr>
              <a:t> </a:t>
            </a:r>
            <a:r>
              <a:rPr lang="en-US" sz="1550" dirty="0" err="1">
                <a:solidFill>
                  <a:srgbClr val="000000"/>
                </a:solidFill>
              </a:rPr>
              <a:t>gibi</a:t>
            </a:r>
            <a:r>
              <a:rPr lang="en-US" sz="1550" dirty="0">
                <a:solidFill>
                  <a:srgbClr val="000000"/>
                </a:solidFill>
              </a:rPr>
              <a:t> </a:t>
            </a:r>
            <a:r>
              <a:rPr lang="en-US" sz="1550" dirty="0" err="1">
                <a:solidFill>
                  <a:srgbClr val="000000"/>
                </a:solidFill>
              </a:rPr>
              <a:t>yapılmalıdır</a:t>
            </a:r>
            <a:r>
              <a:rPr lang="en-US" sz="1550" dirty="0">
                <a:solidFill>
                  <a:srgbClr val="000000"/>
                </a:solidFill>
              </a:rPr>
              <a:t>. </a:t>
            </a:r>
            <a:endParaRPr lang="tr-TR" sz="1550" b="0" u="none" strike="noStrike" dirty="0">
              <a:solidFill>
                <a:srgbClr val="000000"/>
              </a:solidFill>
              <a:effectLst/>
              <a:uFillTx/>
              <a:latin typeface="Arial"/>
            </a:endParaRPr>
          </a:p>
          <a:p>
            <a:pPr marL="1108800" lvl="2" indent="-250560" algn="just">
              <a:buClr>
                <a:srgbClr val="000000"/>
              </a:buClr>
              <a:buFont typeface="Arial"/>
              <a:buChar char="•"/>
            </a:pPr>
            <a:r>
              <a:rPr lang="en-US" sz="1550" b="0" u="none" strike="noStrike" dirty="0" err="1">
                <a:solidFill>
                  <a:srgbClr val="000000"/>
                </a:solidFill>
                <a:effectLst/>
                <a:uFillTx/>
                <a:latin typeface="Calibri"/>
              </a:rPr>
              <a:t>Takımlar</a:t>
            </a:r>
            <a:r>
              <a:rPr lang="tr-TR" sz="1550" b="0" u="none" strike="noStrike" dirty="0">
                <a:solidFill>
                  <a:srgbClr val="000000"/>
                </a:solidFill>
                <a:effectLst/>
                <a:uFillTx/>
                <a:latin typeface="Calibri"/>
              </a:rPr>
              <a:t>ın</a:t>
            </a:r>
            <a:r>
              <a:rPr lang="en-US" sz="1550" b="0" u="none" strike="noStrike" dirty="0">
                <a:solidFill>
                  <a:srgbClr val="000000"/>
                </a:solidFill>
                <a:effectLst/>
                <a:uFillTx/>
                <a:latin typeface="Calibri"/>
              </a:rPr>
              <a:t>, </a:t>
            </a:r>
            <a:r>
              <a:rPr lang="en-US" sz="1550" b="0" u="none" strike="noStrike" dirty="0" err="1">
                <a:solidFill>
                  <a:srgbClr val="000000"/>
                </a:solidFill>
                <a:effectLst/>
                <a:uFillTx/>
                <a:latin typeface="Calibri"/>
              </a:rPr>
              <a:t>referans</a:t>
            </a:r>
            <a:r>
              <a:rPr lang="en-US" sz="1550" b="0" u="none" strike="noStrike" dirty="0">
                <a:solidFill>
                  <a:srgbClr val="000000"/>
                </a:solidFill>
                <a:effectLst/>
                <a:uFillTx/>
                <a:latin typeface="Calibri"/>
              </a:rPr>
              <a:t> </a:t>
            </a:r>
            <a:r>
              <a:rPr lang="en-US" sz="1550" b="0" u="none" strike="noStrike" dirty="0" err="1">
                <a:solidFill>
                  <a:srgbClr val="000000"/>
                </a:solidFill>
                <a:effectLst/>
                <a:uFillTx/>
                <a:latin typeface="Calibri"/>
              </a:rPr>
              <a:t>yörünge</a:t>
            </a:r>
            <a:r>
              <a:rPr lang="tr-TR" sz="1550" b="0" u="none" strike="noStrike" dirty="0">
                <a:solidFill>
                  <a:srgbClr val="000000"/>
                </a:solidFill>
                <a:effectLst/>
                <a:uFillTx/>
                <a:latin typeface="Calibri"/>
              </a:rPr>
              <a:t> «</a:t>
            </a:r>
            <a:r>
              <a:rPr lang="en-US" sz="1550" b="0" u="none" strike="noStrike" dirty="0" err="1">
                <a:solidFill>
                  <a:srgbClr val="000000"/>
                </a:solidFill>
                <a:effectLst/>
                <a:uFillTx/>
                <a:latin typeface="Calibri"/>
              </a:rPr>
              <a:t>gerçekleşen</a:t>
            </a:r>
            <a:r>
              <a:rPr lang="en-US" sz="1550" b="0" u="none" strike="noStrike" dirty="0">
                <a:solidFill>
                  <a:srgbClr val="000000"/>
                </a:solidFill>
                <a:effectLst/>
                <a:uFillTx/>
                <a:latin typeface="Calibri"/>
              </a:rPr>
              <a:t> </a:t>
            </a:r>
            <a:r>
              <a:rPr lang="en-US" sz="1550" b="0" u="none" strike="noStrike" dirty="0" err="1">
                <a:solidFill>
                  <a:srgbClr val="000000"/>
                </a:solidFill>
                <a:effectLst/>
                <a:uFillTx/>
                <a:latin typeface="Calibri"/>
              </a:rPr>
              <a:t>yörünge</a:t>
            </a:r>
            <a:r>
              <a:rPr lang="tr-TR" sz="1550" b="0" u="none" strike="noStrike" dirty="0">
                <a:solidFill>
                  <a:srgbClr val="000000"/>
                </a:solidFill>
                <a:effectLst/>
                <a:uFillTx/>
                <a:latin typeface="Calibri"/>
              </a:rPr>
              <a:t>», hız-</a:t>
            </a:r>
            <a:r>
              <a:rPr lang="en-US" sz="1550" b="0" u="none" strike="noStrike" dirty="0">
                <a:solidFill>
                  <a:srgbClr val="000000"/>
                </a:solidFill>
                <a:effectLst/>
                <a:uFillTx/>
                <a:latin typeface="Calibri"/>
              </a:rPr>
              <a:t>zaman, </a:t>
            </a:r>
            <a:r>
              <a:rPr lang="en-US" sz="1550" b="0" u="none" strike="noStrike" dirty="0" err="1">
                <a:solidFill>
                  <a:srgbClr val="000000"/>
                </a:solidFill>
                <a:effectLst/>
                <a:uFillTx/>
                <a:latin typeface="Calibri"/>
              </a:rPr>
              <a:t>ivme</a:t>
            </a:r>
            <a:r>
              <a:rPr lang="en-US" sz="1550" b="0" u="none" strike="noStrike" dirty="0">
                <a:solidFill>
                  <a:srgbClr val="000000"/>
                </a:solidFill>
                <a:effectLst/>
                <a:uFillTx/>
                <a:latin typeface="Calibri"/>
              </a:rPr>
              <a:t> – zaman, </a:t>
            </a:r>
            <a:r>
              <a:rPr lang="en-US" sz="1550" b="0" u="none" strike="noStrike" dirty="0" err="1">
                <a:solidFill>
                  <a:srgbClr val="000000"/>
                </a:solidFill>
                <a:effectLst/>
                <a:uFillTx/>
                <a:latin typeface="Calibri"/>
              </a:rPr>
              <a:t>irtifa</a:t>
            </a:r>
            <a:r>
              <a:rPr lang="en-US" sz="1550" b="0" u="none" strike="noStrike" dirty="0">
                <a:solidFill>
                  <a:srgbClr val="000000"/>
                </a:solidFill>
                <a:effectLst/>
                <a:uFillTx/>
                <a:latin typeface="Calibri"/>
              </a:rPr>
              <a:t>– zaman, Euler </a:t>
            </a:r>
            <a:r>
              <a:rPr lang="en-US" sz="1550" b="0" u="none" strike="noStrike" dirty="0" err="1">
                <a:solidFill>
                  <a:srgbClr val="000000"/>
                </a:solidFill>
                <a:effectLst/>
                <a:uFillTx/>
                <a:latin typeface="Calibri"/>
              </a:rPr>
              <a:t>açıları</a:t>
            </a:r>
            <a:r>
              <a:rPr lang="en-US" sz="1550" b="0" u="none" strike="noStrike" dirty="0">
                <a:solidFill>
                  <a:srgbClr val="000000"/>
                </a:solidFill>
                <a:effectLst/>
                <a:uFillTx/>
                <a:latin typeface="Calibri"/>
              </a:rPr>
              <a:t> – zaman</a:t>
            </a:r>
            <a:r>
              <a:rPr lang="tr-TR" sz="1550" b="0" u="none" strike="noStrike" dirty="0">
                <a:solidFill>
                  <a:srgbClr val="000000"/>
                </a:solidFill>
                <a:effectLst/>
                <a:uFillTx/>
                <a:latin typeface="Calibri"/>
              </a:rPr>
              <a:t>, kontrol girişleri (itki kuvvetleri), pqr (Açısal Hız)-zaman, bozucu etki olarak verilen değişkenlerin zamana bağlı grafiği vb. </a:t>
            </a:r>
            <a:r>
              <a:rPr lang="en-US" sz="1550" b="0" u="none" strike="noStrike" dirty="0" err="1">
                <a:solidFill>
                  <a:srgbClr val="000000"/>
                </a:solidFill>
                <a:effectLst/>
                <a:uFillTx/>
                <a:latin typeface="Calibri"/>
              </a:rPr>
              <a:t>payla</a:t>
            </a:r>
            <a:r>
              <a:rPr lang="tr-TR" sz="1550" b="0" u="none" strike="noStrike" dirty="0">
                <a:solidFill>
                  <a:srgbClr val="000000"/>
                </a:solidFill>
                <a:effectLst/>
                <a:uFillTx/>
                <a:latin typeface="Calibri"/>
              </a:rPr>
              <a:t>şmaları ve bu grafikleri kullanarak tartışma yapmaları gerekmektedir. </a:t>
            </a:r>
            <a:endParaRPr lang="tr-TR" sz="1550" b="0" u="none" strike="noStrike" dirty="0">
              <a:solidFill>
                <a:srgbClr val="000000"/>
              </a:solidFill>
              <a:effectLst/>
              <a:uFillTx/>
              <a:latin typeface="Arial"/>
            </a:endParaRPr>
          </a:p>
          <a:p>
            <a:pPr marL="1052640" lvl="2" indent="-250560" algn="just">
              <a:lnSpc>
                <a:spcPct val="100000"/>
              </a:lnSpc>
              <a:buClr>
                <a:srgbClr val="000000"/>
              </a:buClr>
              <a:buFont typeface="Arial"/>
              <a:buChar char="•"/>
            </a:pPr>
            <a:r>
              <a:rPr lang="tr-TR" sz="1550" b="0" u="none" strike="noStrike" dirty="0">
                <a:solidFill>
                  <a:srgbClr val="000000"/>
                </a:solidFill>
                <a:effectLst/>
                <a:uFillTx/>
                <a:latin typeface="Calibri"/>
              </a:rPr>
              <a:t>p: Roll (Yuvarlanma), q: Pitch (Yunuslama), r: Yaw (Yalpalama) Açısal Hızları </a:t>
            </a:r>
            <a:endParaRPr lang="tr-TR" sz="1550" b="0" u="none" strike="noStrike" dirty="0">
              <a:solidFill>
                <a:srgbClr val="000000"/>
              </a:solidFill>
              <a:effectLst/>
              <a:uFillTx/>
              <a:latin typeface="Arial"/>
            </a:endParaRPr>
          </a:p>
          <a:p>
            <a:pPr marL="651600" lvl="1" indent="-250560" algn="just">
              <a:lnSpc>
                <a:spcPct val="100000"/>
              </a:lnSpc>
              <a:buClr>
                <a:srgbClr val="000000"/>
              </a:buClr>
              <a:buFont typeface="Arial"/>
              <a:buChar char="•"/>
            </a:pPr>
            <a:r>
              <a:rPr lang="en-US" sz="1550" b="0" u="none" strike="noStrike" dirty="0">
                <a:solidFill>
                  <a:srgbClr val="000000"/>
                </a:solidFill>
                <a:effectLst/>
                <a:uFillTx/>
                <a:latin typeface="Calibri"/>
              </a:rPr>
              <a:t>Bu </a:t>
            </a:r>
            <a:r>
              <a:rPr lang="en-US" sz="1550" b="0" u="none" strike="noStrike" dirty="0" err="1">
                <a:solidFill>
                  <a:srgbClr val="000000"/>
                </a:solidFill>
                <a:effectLst/>
                <a:uFillTx/>
                <a:latin typeface="Calibri"/>
              </a:rPr>
              <a:t>rapor</a:t>
            </a:r>
            <a:r>
              <a:rPr lang="en-US" sz="1550" b="0" u="none" strike="noStrike" dirty="0">
                <a:solidFill>
                  <a:srgbClr val="000000"/>
                </a:solidFill>
                <a:effectLst/>
                <a:uFillTx/>
                <a:latin typeface="Calibri"/>
              </a:rPr>
              <a:t> </a:t>
            </a:r>
            <a:r>
              <a:rPr lang="en-US" sz="1550" b="0" u="none" strike="noStrike" dirty="0" err="1">
                <a:solidFill>
                  <a:srgbClr val="000000"/>
                </a:solidFill>
                <a:effectLst/>
                <a:uFillTx/>
                <a:latin typeface="Calibri"/>
              </a:rPr>
              <a:t>teslim</a:t>
            </a:r>
            <a:r>
              <a:rPr lang="en-US" sz="1550" b="0" u="none" strike="noStrike" dirty="0">
                <a:solidFill>
                  <a:srgbClr val="000000"/>
                </a:solidFill>
                <a:effectLst/>
                <a:uFillTx/>
                <a:latin typeface="Calibri"/>
              </a:rPr>
              <a:t> </a:t>
            </a:r>
            <a:r>
              <a:rPr lang="en-US" sz="1550" b="0" u="none" strike="noStrike" dirty="0" err="1">
                <a:solidFill>
                  <a:srgbClr val="000000"/>
                </a:solidFill>
                <a:effectLst/>
                <a:uFillTx/>
                <a:latin typeface="Calibri"/>
              </a:rPr>
              <a:t>edilirken</a:t>
            </a:r>
            <a:r>
              <a:rPr lang="en-US" sz="1550" b="0" u="none" strike="noStrike" dirty="0">
                <a:solidFill>
                  <a:srgbClr val="000000"/>
                </a:solidFill>
                <a:effectLst/>
                <a:uFillTx/>
                <a:latin typeface="Calibri"/>
              </a:rPr>
              <a:t> </a:t>
            </a:r>
            <a:r>
              <a:rPr lang="tr-TR" sz="1550" b="0" u="none" strike="noStrike" dirty="0">
                <a:solidFill>
                  <a:srgbClr val="000000"/>
                </a:solidFill>
                <a:effectLst/>
                <a:uFillTx/>
                <a:latin typeface="Calibri"/>
              </a:rPr>
              <a:t>benzetim </a:t>
            </a:r>
            <a:r>
              <a:rPr lang="en-US" sz="1550" b="0" u="sng" strike="noStrike" dirty="0" err="1">
                <a:solidFill>
                  <a:srgbClr val="000000"/>
                </a:solidFill>
                <a:effectLst/>
                <a:uFillTx/>
                <a:latin typeface="Calibri"/>
              </a:rPr>
              <a:t>kod</a:t>
            </a:r>
            <a:r>
              <a:rPr lang="tr-TR" sz="1550" b="0" u="sng" strike="noStrike" dirty="0">
                <a:solidFill>
                  <a:srgbClr val="000000"/>
                </a:solidFill>
                <a:effectLst/>
                <a:uFillTx/>
                <a:latin typeface="Calibri"/>
              </a:rPr>
              <a:t>u</a:t>
            </a:r>
            <a:r>
              <a:rPr lang="en-US" sz="1550" b="0" u="sng" strike="noStrike" dirty="0">
                <a:solidFill>
                  <a:srgbClr val="000000"/>
                </a:solidFill>
                <a:effectLst/>
                <a:uFillTx/>
                <a:latin typeface="Calibri"/>
              </a:rPr>
              <a:t> </a:t>
            </a:r>
            <a:r>
              <a:rPr lang="en-US" sz="1550" b="0" u="sng" strike="noStrike" dirty="0" err="1">
                <a:solidFill>
                  <a:srgbClr val="000000"/>
                </a:solidFill>
                <a:effectLst/>
                <a:uFillTx/>
                <a:latin typeface="Calibri"/>
              </a:rPr>
              <a:t>yazılmış</a:t>
            </a:r>
            <a:r>
              <a:rPr lang="en-US" sz="1550" b="0" u="none" strike="noStrike" dirty="0">
                <a:solidFill>
                  <a:srgbClr val="000000"/>
                </a:solidFill>
                <a:effectLst/>
                <a:uFillTx/>
                <a:latin typeface="Calibri"/>
              </a:rPr>
              <a:t>, </a:t>
            </a:r>
            <a:r>
              <a:rPr lang="en-US" sz="1550" b="0" u="sng" strike="noStrike" dirty="0" err="1">
                <a:solidFill>
                  <a:srgbClr val="000000"/>
                </a:solidFill>
                <a:effectLst/>
                <a:uFillTx/>
                <a:latin typeface="Calibri"/>
              </a:rPr>
              <a:t>doğrulanmış</a:t>
            </a:r>
            <a:r>
              <a:rPr lang="en-US" sz="1550" b="0" u="none" strike="noStrike" dirty="0">
                <a:solidFill>
                  <a:srgbClr val="000000"/>
                </a:solidFill>
                <a:effectLst/>
                <a:uFillTx/>
                <a:latin typeface="Calibri"/>
              </a:rPr>
              <a:t> </a:t>
            </a:r>
            <a:r>
              <a:rPr lang="en-US" sz="1550" b="0" u="none" strike="noStrike" dirty="0" err="1">
                <a:solidFill>
                  <a:srgbClr val="000000"/>
                </a:solidFill>
                <a:effectLst/>
                <a:uFillTx/>
                <a:latin typeface="Calibri"/>
              </a:rPr>
              <a:t>ve</a:t>
            </a:r>
            <a:r>
              <a:rPr lang="en-US" sz="1550" b="0" u="none" strike="noStrike" dirty="0">
                <a:solidFill>
                  <a:srgbClr val="000000"/>
                </a:solidFill>
                <a:effectLst/>
                <a:uFillTx/>
                <a:latin typeface="Calibri"/>
              </a:rPr>
              <a:t> </a:t>
            </a:r>
            <a:r>
              <a:rPr lang="en-US" sz="1550" b="0" u="none" strike="noStrike" dirty="0" err="1">
                <a:solidFill>
                  <a:srgbClr val="000000"/>
                </a:solidFill>
                <a:effectLst/>
                <a:uFillTx/>
                <a:latin typeface="Calibri"/>
              </a:rPr>
              <a:t>tasarım</a:t>
            </a:r>
            <a:r>
              <a:rPr lang="en-US" sz="1550" b="0" u="none" strike="noStrike" dirty="0">
                <a:solidFill>
                  <a:srgbClr val="000000"/>
                </a:solidFill>
                <a:effectLst/>
                <a:uFillTx/>
                <a:latin typeface="Calibri"/>
              </a:rPr>
              <a:t> </a:t>
            </a:r>
            <a:r>
              <a:rPr lang="en-US" sz="1550" b="0" u="none" strike="noStrike" dirty="0" err="1">
                <a:solidFill>
                  <a:srgbClr val="000000"/>
                </a:solidFill>
                <a:effectLst/>
                <a:uFillTx/>
                <a:latin typeface="Calibri"/>
              </a:rPr>
              <a:t>yapılırken</a:t>
            </a:r>
            <a:r>
              <a:rPr lang="en-US" sz="1550" b="0" u="none" strike="noStrike" dirty="0">
                <a:solidFill>
                  <a:srgbClr val="000000"/>
                </a:solidFill>
                <a:effectLst/>
                <a:uFillTx/>
                <a:latin typeface="Calibri"/>
              </a:rPr>
              <a:t> </a:t>
            </a:r>
            <a:r>
              <a:rPr lang="en-US" sz="1550" b="0" u="none" strike="noStrike" dirty="0" err="1">
                <a:solidFill>
                  <a:srgbClr val="000000"/>
                </a:solidFill>
                <a:effectLst/>
                <a:uFillTx/>
                <a:latin typeface="Calibri"/>
              </a:rPr>
              <a:t>bu</a:t>
            </a:r>
            <a:r>
              <a:rPr lang="en-US" sz="1550" b="0" u="none" strike="noStrike" dirty="0">
                <a:solidFill>
                  <a:srgbClr val="000000"/>
                </a:solidFill>
                <a:effectLst/>
                <a:uFillTx/>
                <a:latin typeface="Calibri"/>
              </a:rPr>
              <a:t> </a:t>
            </a:r>
            <a:r>
              <a:rPr lang="en-US" sz="1550" b="0" u="none" strike="noStrike" dirty="0" err="1">
                <a:solidFill>
                  <a:srgbClr val="000000"/>
                </a:solidFill>
                <a:effectLst/>
                <a:uFillTx/>
                <a:latin typeface="Calibri"/>
              </a:rPr>
              <a:t>kod</a:t>
            </a:r>
            <a:r>
              <a:rPr lang="en-US" sz="1550" b="0" u="none" strike="noStrike" dirty="0">
                <a:solidFill>
                  <a:srgbClr val="000000"/>
                </a:solidFill>
                <a:effectLst/>
                <a:uFillTx/>
                <a:latin typeface="Calibri"/>
              </a:rPr>
              <a:t> </a:t>
            </a:r>
            <a:r>
              <a:rPr lang="en-US" sz="1550" b="0" u="none" strike="noStrike" dirty="0" err="1">
                <a:solidFill>
                  <a:srgbClr val="000000"/>
                </a:solidFill>
                <a:effectLst/>
                <a:uFillTx/>
                <a:latin typeface="Calibri"/>
              </a:rPr>
              <a:t>kullanılmış</a:t>
            </a:r>
            <a:r>
              <a:rPr lang="en-US" sz="1550" b="0" u="none" strike="noStrike" dirty="0">
                <a:solidFill>
                  <a:srgbClr val="000000"/>
                </a:solidFill>
                <a:effectLst/>
                <a:uFillTx/>
                <a:latin typeface="Calibri"/>
              </a:rPr>
              <a:t> </a:t>
            </a:r>
            <a:r>
              <a:rPr lang="en-US" sz="1550" b="0" u="none" strike="noStrike" dirty="0" err="1">
                <a:solidFill>
                  <a:srgbClr val="000000"/>
                </a:solidFill>
                <a:effectLst/>
                <a:uFillTx/>
                <a:latin typeface="Calibri"/>
              </a:rPr>
              <a:t>olmalıdır</a:t>
            </a:r>
            <a:r>
              <a:rPr lang="en-US" sz="1550" b="0" u="none" strike="noStrike" dirty="0">
                <a:solidFill>
                  <a:srgbClr val="000000"/>
                </a:solidFill>
                <a:effectLst/>
                <a:uFillTx/>
                <a:latin typeface="Calibri"/>
              </a:rPr>
              <a:t>. </a:t>
            </a:r>
            <a:endParaRPr lang="tr-TR" sz="1550" b="0" u="none" strike="noStrike" dirty="0">
              <a:solidFill>
                <a:srgbClr val="000000"/>
              </a:solidFill>
              <a:effectLst/>
              <a:uFillTx/>
              <a:latin typeface="Arial"/>
            </a:endParaRPr>
          </a:p>
          <a:p>
            <a:pPr marL="651600" lvl="1" indent="-250560" algn="just">
              <a:lnSpc>
                <a:spcPct val="100000"/>
              </a:lnSpc>
              <a:buClr>
                <a:srgbClr val="000000"/>
              </a:buClr>
              <a:buFont typeface="Arial"/>
              <a:buChar char="•"/>
            </a:pPr>
            <a:r>
              <a:rPr lang="tr-TR" sz="1550" b="0" u="none" strike="noStrike" dirty="0">
                <a:solidFill>
                  <a:srgbClr val="000000"/>
                </a:solidFill>
                <a:effectLst/>
                <a:uFillTx/>
                <a:latin typeface="Calibri"/>
              </a:rPr>
              <a:t>Çalışır durumda olan benzetim kodu (örnek simulink model dosyası) rapor ile birlikte teslim edilmelidir.</a:t>
            </a:r>
            <a:endParaRPr lang="en-US" sz="1550" b="0" u="none" strike="noStrike" dirty="0">
              <a:solidFill>
                <a:srgbClr val="000000"/>
              </a:solidFill>
              <a:effectLst/>
              <a:uFillTx/>
              <a:latin typeface="Calibri"/>
            </a:endParaRPr>
          </a:p>
          <a:p>
            <a:pPr algn="just">
              <a:lnSpc>
                <a:spcPct val="100000"/>
              </a:lnSpc>
            </a:pPr>
            <a:endParaRPr lang="tr-TR" sz="1550" b="0" u="none" strike="noStrike" dirty="0">
              <a:solidFill>
                <a:srgbClr val="000000"/>
              </a:solidFill>
              <a:effectLst/>
              <a:uFillTx/>
              <a:latin typeface="Arial"/>
            </a:endParaRPr>
          </a:p>
          <a:p>
            <a:pPr algn="just">
              <a:lnSpc>
                <a:spcPct val="100000"/>
              </a:lnSpc>
            </a:pPr>
            <a:r>
              <a:rPr lang="en-US" sz="1550" b="0" u="none" strike="noStrike" dirty="0" err="1">
                <a:solidFill>
                  <a:srgbClr val="000000"/>
                </a:solidFill>
                <a:effectLst/>
                <a:uFillTx/>
                <a:latin typeface="Calibri"/>
              </a:rPr>
              <a:t>Yukarıdaki</a:t>
            </a:r>
            <a:r>
              <a:rPr lang="en-US" sz="1550" b="0" u="none" strike="noStrike" dirty="0">
                <a:solidFill>
                  <a:srgbClr val="000000"/>
                </a:solidFill>
                <a:effectLst/>
                <a:uFillTx/>
                <a:latin typeface="Calibri"/>
              </a:rPr>
              <a:t> </a:t>
            </a:r>
            <a:r>
              <a:rPr lang="en-US" sz="1550" b="0" u="none" strike="noStrike" dirty="0" err="1">
                <a:solidFill>
                  <a:srgbClr val="000000"/>
                </a:solidFill>
                <a:effectLst/>
                <a:uFillTx/>
                <a:latin typeface="Calibri"/>
              </a:rPr>
              <a:t>hedefleri</a:t>
            </a:r>
            <a:r>
              <a:rPr lang="en-US" sz="1550" b="0" u="none" strike="noStrike" dirty="0">
                <a:solidFill>
                  <a:srgbClr val="000000"/>
                </a:solidFill>
                <a:effectLst/>
                <a:uFillTx/>
                <a:latin typeface="Calibri"/>
              </a:rPr>
              <a:t> </a:t>
            </a:r>
            <a:r>
              <a:rPr lang="en-US" sz="1550" b="0" u="none" strike="noStrike" dirty="0" err="1">
                <a:solidFill>
                  <a:srgbClr val="000000"/>
                </a:solidFill>
                <a:effectLst/>
                <a:uFillTx/>
                <a:latin typeface="Calibri"/>
              </a:rPr>
              <a:t>sağlayacak</a:t>
            </a:r>
            <a:r>
              <a:rPr lang="en-US" sz="1550" b="0" u="none" strike="noStrike" dirty="0">
                <a:solidFill>
                  <a:srgbClr val="000000"/>
                </a:solidFill>
                <a:effectLst/>
                <a:uFillTx/>
                <a:latin typeface="Calibri"/>
              </a:rPr>
              <a:t> </a:t>
            </a:r>
            <a:r>
              <a:rPr lang="en-US" sz="1550" b="0" u="none" strike="noStrike" dirty="0" err="1">
                <a:solidFill>
                  <a:srgbClr val="000000"/>
                </a:solidFill>
                <a:effectLst/>
                <a:uFillTx/>
                <a:latin typeface="Calibri"/>
              </a:rPr>
              <a:t>şekilde</a:t>
            </a:r>
            <a:r>
              <a:rPr lang="en-US" sz="1550" b="0" u="none" strike="noStrike" dirty="0">
                <a:solidFill>
                  <a:srgbClr val="000000"/>
                </a:solidFill>
                <a:effectLst/>
                <a:uFillTx/>
                <a:latin typeface="Calibri"/>
              </a:rPr>
              <a:t> </a:t>
            </a:r>
            <a:r>
              <a:rPr lang="tr-TR" sz="1550" b="0" u="none" strike="noStrike" dirty="0">
                <a:solidFill>
                  <a:srgbClr val="000000"/>
                </a:solidFill>
                <a:effectLst/>
                <a:uFillTx/>
                <a:latin typeface="Calibri"/>
              </a:rPr>
              <a:t>detaylı bir rapor hazırlanmalıdır </a:t>
            </a:r>
            <a:r>
              <a:rPr lang="en-US" sz="1550" b="0" u="none" strike="noStrike" dirty="0">
                <a:solidFill>
                  <a:srgbClr val="000000"/>
                </a:solidFill>
                <a:effectLst/>
                <a:uFillTx/>
                <a:latin typeface="Calibri"/>
              </a:rPr>
              <a:t>(</a:t>
            </a:r>
            <a:r>
              <a:rPr lang="tr-TR" sz="1550" b="0" u="none" strike="noStrike" dirty="0">
                <a:solidFill>
                  <a:srgbClr val="000000"/>
                </a:solidFill>
                <a:effectLst/>
                <a:uFillTx/>
                <a:latin typeface="Calibri"/>
              </a:rPr>
              <a:t>Son m</a:t>
            </a:r>
            <a:r>
              <a:rPr lang="en-US" sz="1550" b="0" u="none" strike="noStrike" dirty="0" err="1">
                <a:solidFill>
                  <a:srgbClr val="000000"/>
                </a:solidFill>
                <a:effectLst/>
                <a:uFillTx/>
                <a:latin typeface="Calibri"/>
              </a:rPr>
              <a:t>atematiksel</a:t>
            </a:r>
            <a:r>
              <a:rPr lang="en-US" sz="1550" b="0" u="none" strike="noStrike" dirty="0">
                <a:solidFill>
                  <a:srgbClr val="000000"/>
                </a:solidFill>
                <a:effectLst/>
                <a:uFillTx/>
                <a:latin typeface="Calibri"/>
              </a:rPr>
              <a:t> model </a:t>
            </a:r>
            <a:r>
              <a:rPr lang="en-US" sz="1550" b="0" u="none" strike="noStrike" dirty="0" err="1">
                <a:solidFill>
                  <a:srgbClr val="000000"/>
                </a:solidFill>
                <a:effectLst/>
                <a:uFillTx/>
                <a:latin typeface="Calibri"/>
              </a:rPr>
              <a:t>oluşturulması</a:t>
            </a:r>
            <a:r>
              <a:rPr lang="en-US" sz="1550" b="0" u="none" strike="noStrike" dirty="0">
                <a:solidFill>
                  <a:srgbClr val="000000"/>
                </a:solidFill>
                <a:effectLst/>
                <a:uFillTx/>
                <a:latin typeface="Calibri"/>
              </a:rPr>
              <a:t>, </a:t>
            </a:r>
            <a:r>
              <a:rPr lang="en-US" sz="1550" b="0" u="none" strike="noStrike" dirty="0" err="1">
                <a:solidFill>
                  <a:srgbClr val="000000"/>
                </a:solidFill>
                <a:effectLst/>
                <a:uFillTx/>
                <a:latin typeface="Calibri"/>
              </a:rPr>
              <a:t>kullanılacak</a:t>
            </a:r>
            <a:r>
              <a:rPr lang="en-US" sz="1550" b="0" u="none" strike="noStrike" dirty="0">
                <a:solidFill>
                  <a:srgbClr val="000000"/>
                </a:solidFill>
                <a:effectLst/>
                <a:uFillTx/>
                <a:latin typeface="Calibri"/>
              </a:rPr>
              <a:t> </a:t>
            </a:r>
            <a:r>
              <a:rPr lang="en-US" sz="1550" b="0" u="none" strike="noStrike" dirty="0" err="1">
                <a:solidFill>
                  <a:srgbClr val="000000"/>
                </a:solidFill>
                <a:effectLst/>
                <a:uFillTx/>
                <a:latin typeface="Calibri"/>
              </a:rPr>
              <a:t>olan</a:t>
            </a:r>
            <a:r>
              <a:rPr lang="en-US" sz="1550" b="0" u="none" strike="noStrike" dirty="0">
                <a:solidFill>
                  <a:srgbClr val="000000"/>
                </a:solidFill>
                <a:effectLst/>
                <a:uFillTx/>
                <a:latin typeface="Calibri"/>
              </a:rPr>
              <a:t> </a:t>
            </a:r>
            <a:r>
              <a:rPr lang="en-US" sz="1550" b="0" u="none" strike="noStrike" dirty="0" err="1">
                <a:solidFill>
                  <a:srgbClr val="000000"/>
                </a:solidFill>
                <a:effectLst/>
                <a:uFillTx/>
                <a:latin typeface="Calibri"/>
              </a:rPr>
              <a:t>denklem</a:t>
            </a:r>
            <a:r>
              <a:rPr lang="en-US" sz="1550" b="0" u="none" strike="noStrike" dirty="0">
                <a:solidFill>
                  <a:srgbClr val="000000"/>
                </a:solidFill>
                <a:effectLst/>
                <a:uFillTx/>
                <a:latin typeface="Calibri"/>
              </a:rPr>
              <a:t> </a:t>
            </a:r>
            <a:r>
              <a:rPr lang="en-US" sz="1550" b="0" u="none" strike="noStrike" dirty="0" err="1">
                <a:solidFill>
                  <a:srgbClr val="000000"/>
                </a:solidFill>
                <a:effectLst/>
                <a:uFillTx/>
                <a:latin typeface="Calibri"/>
              </a:rPr>
              <a:t>setlerinin</a:t>
            </a:r>
            <a:r>
              <a:rPr lang="en-US" sz="1550" b="0" u="none" strike="noStrike" dirty="0">
                <a:solidFill>
                  <a:srgbClr val="000000"/>
                </a:solidFill>
                <a:effectLst/>
                <a:uFillTx/>
                <a:latin typeface="Calibri"/>
              </a:rPr>
              <a:t> </a:t>
            </a:r>
            <a:r>
              <a:rPr lang="en-US" sz="1550" b="0" u="none" strike="noStrike" dirty="0" err="1">
                <a:solidFill>
                  <a:srgbClr val="000000"/>
                </a:solidFill>
                <a:effectLst/>
                <a:uFillTx/>
                <a:latin typeface="Calibri"/>
              </a:rPr>
              <a:t>belirlenmesi</a:t>
            </a:r>
            <a:r>
              <a:rPr lang="en-US" sz="1550" b="0" u="none" strike="noStrike" dirty="0">
                <a:solidFill>
                  <a:srgbClr val="000000"/>
                </a:solidFill>
                <a:effectLst/>
                <a:uFillTx/>
                <a:latin typeface="Calibri"/>
              </a:rPr>
              <a:t>, </a:t>
            </a:r>
            <a:r>
              <a:rPr lang="en-US" sz="1550" b="0" u="none" strike="noStrike" dirty="0" err="1">
                <a:solidFill>
                  <a:srgbClr val="000000"/>
                </a:solidFill>
                <a:effectLst/>
                <a:uFillTx/>
                <a:latin typeface="Calibri"/>
              </a:rPr>
              <a:t>algoritmanın</a:t>
            </a:r>
            <a:r>
              <a:rPr lang="en-US" sz="1550" b="0" u="none" strike="noStrike" dirty="0">
                <a:solidFill>
                  <a:srgbClr val="000000"/>
                </a:solidFill>
                <a:effectLst/>
                <a:uFillTx/>
                <a:latin typeface="Calibri"/>
              </a:rPr>
              <a:t> </a:t>
            </a:r>
            <a:r>
              <a:rPr lang="tr-TR" sz="1550" b="0" u="none" strike="noStrike" dirty="0">
                <a:solidFill>
                  <a:srgbClr val="000000"/>
                </a:solidFill>
                <a:effectLst/>
                <a:uFillTx/>
                <a:latin typeface="Calibri"/>
              </a:rPr>
              <a:t>ve benzetim modelin detayı (Örnek: Eğer benzetim programı olarak Simulink kullanılıyorsa blok diyagramlarının gösterimi ve tanıtımı), kontrol sistemi tasarımı «detaylı matematik modeli» vb.  </a:t>
            </a:r>
            <a:endParaRPr lang="tr-TR" sz="1550" b="0" u="none" strike="noStrike" dirty="0">
              <a:solidFill>
                <a:srgbClr val="000000"/>
              </a:solidFill>
              <a:effectLst/>
              <a:uFillTx/>
              <a:latin typeface="Arial"/>
            </a:endParaRPr>
          </a:p>
          <a:p>
            <a:pPr algn="just">
              <a:lnSpc>
                <a:spcPct val="100000"/>
              </a:lnSpc>
            </a:pPr>
            <a:r>
              <a:rPr lang="tr-TR" sz="1550" b="0" u="none" strike="noStrike" dirty="0">
                <a:solidFill>
                  <a:srgbClr val="000000"/>
                </a:solidFill>
                <a:effectLst/>
                <a:uFillTx/>
                <a:latin typeface="Calibri"/>
              </a:rPr>
              <a:t>bilgiler verilmelidir)</a:t>
            </a:r>
            <a:endParaRPr lang="tr-TR" sz="1550" b="0" u="none" strike="noStrike" dirty="0">
              <a:solidFill>
                <a:srgbClr val="000000"/>
              </a:solidFill>
              <a:effectLst/>
              <a:uFillTx/>
              <a:latin typeface="Arial"/>
            </a:endParaRPr>
          </a:p>
          <a:p>
            <a:pPr algn="just">
              <a:lnSpc>
                <a:spcPct val="100000"/>
              </a:lnSpc>
            </a:pPr>
            <a:endParaRPr lang="tr-TR" sz="1550" b="0" u="none" strike="noStrike" dirty="0">
              <a:solidFill>
                <a:srgbClr val="000000"/>
              </a:solidFill>
              <a:effectLst/>
              <a:uFillTx/>
              <a:latin typeface="Arial"/>
            </a:endParaRPr>
          </a:p>
          <a:p>
            <a:pPr algn="just">
              <a:lnSpc>
                <a:spcPct val="100000"/>
              </a:lnSpc>
            </a:pPr>
            <a:r>
              <a:rPr lang="tr-TR" sz="1550" b="0" u="none" strike="noStrike" dirty="0">
                <a:solidFill>
                  <a:srgbClr val="FF0000"/>
                </a:solidFill>
                <a:effectLst/>
                <a:uFillTx/>
                <a:latin typeface="Calibri"/>
              </a:rPr>
              <a:t>ÖNEMLİ NOT: </a:t>
            </a:r>
            <a:r>
              <a:rPr lang="tr-TR" sz="1550" b="0" u="none" strike="noStrike" dirty="0">
                <a:solidFill>
                  <a:srgbClr val="000000"/>
                </a:solidFill>
                <a:effectLst/>
                <a:uFillTx/>
                <a:latin typeface="Calibri"/>
              </a:rPr>
              <a:t>Raporda herkes tarafından bilinen bilgi tekrarından kaçınılması gerekmektedir. Kitap ve/veya muhtelif kaynaklardan kopyala-yapıştır usulü verilecek herhangi bir bilgi (metin, şekil, diyagram vb.) değerlendirmeye alınmayacaktır. Raporda kendi özgün çalışmalarınızın sonuçları beklenmektedir. </a:t>
            </a:r>
            <a:endParaRPr lang="tr-TR" sz="1550" b="0" u="none" strike="noStrike" dirty="0">
              <a:solidFill>
                <a:srgbClr val="000000"/>
              </a:solidFill>
              <a:effectLst/>
              <a:uFillTx/>
              <a:latin typeface="Arial"/>
            </a:endParaRPr>
          </a:p>
        </p:txBody>
      </p:sp>
      <p:sp>
        <p:nvSpPr>
          <p:cNvPr id="452" name="PlaceHolder 4"/>
          <p:cNvSpPr>
            <a:spLocks noGrp="1"/>
          </p:cNvSpPr>
          <p:nvPr>
            <p:ph type="ftr" idx="124"/>
          </p:nvPr>
        </p:nvSpPr>
        <p:spPr>
          <a:xfrm>
            <a:off x="3542040" y="6890040"/>
            <a:ext cx="3608640" cy="320040"/>
          </a:xfrm>
          <a:prstGeom prst="rect">
            <a:avLst/>
          </a:prstGeom>
          <a:noFill/>
          <a:ln w="0">
            <a:noFill/>
          </a:ln>
        </p:spPr>
        <p:txBody>
          <a:bodyPr lIns="0" tIns="0" rIns="0" bIns="0" anchor="t">
            <a:noAutofit/>
          </a:bodyPr>
          <a:lstStyle>
            <a:lvl1pPr indent="0" algn="ctr">
              <a:lnSpc>
                <a:spcPct val="100000"/>
              </a:lnSpc>
              <a:buNone/>
              <a:defRPr lang="tr-TR" sz="1050" b="0" u="none" strike="noStrike">
                <a:solidFill>
                  <a:srgbClr val="898989"/>
                </a:solidFill>
                <a:effectLst/>
                <a:uFillTx/>
                <a:latin typeface="Calibri"/>
              </a:defRPr>
            </a:lvl1pPr>
          </a:lstStyle>
          <a:p>
            <a:pPr indent="0" algn="ctr">
              <a:lnSpc>
                <a:spcPct val="100000"/>
              </a:lnSpc>
              <a:buNone/>
            </a:pPr>
            <a:r>
              <a:rPr lang="tr-TR" sz="1050" b="0" u="none" strike="noStrike" dirty="0">
                <a:solidFill>
                  <a:srgbClr val="898989"/>
                </a:solidFill>
                <a:effectLst/>
                <a:uFillTx/>
                <a:latin typeface="Calibri"/>
              </a:rPr>
              <a:t>2026 TEKNOFEST DİKEY İNİŞLİ ROKET YARIŞMASI</a:t>
            </a:r>
            <a:br>
              <a:rPr sz="1050" dirty="0"/>
            </a:br>
            <a:r>
              <a:rPr lang="tr-TR" sz="1050" b="0" u="none" strike="noStrike" dirty="0">
                <a:solidFill>
                  <a:srgbClr val="898989"/>
                </a:solidFill>
                <a:effectLst/>
                <a:uFillTx/>
                <a:latin typeface="Calibri"/>
              </a:rPr>
              <a:t> </a:t>
            </a:r>
            <a:r>
              <a:rPr lang="en-US" sz="1050" b="0" u="none" strike="noStrike" dirty="0">
                <a:solidFill>
                  <a:srgbClr val="898989"/>
                </a:solidFill>
                <a:effectLst/>
                <a:uFillTx/>
                <a:latin typeface="Calibri"/>
              </a:rPr>
              <a:t>KRİTİK</a:t>
            </a:r>
            <a:r>
              <a:rPr lang="tr-TR" sz="1050" b="0" u="none" strike="noStrike" dirty="0">
                <a:solidFill>
                  <a:srgbClr val="898989"/>
                </a:solidFill>
                <a:effectLst/>
                <a:uFillTx/>
                <a:latin typeface="Calibri"/>
              </a:rPr>
              <a:t> TASARIM RAPORU (</a:t>
            </a:r>
            <a:r>
              <a:rPr lang="en-US" sz="1050" b="0" u="none" strike="noStrike" dirty="0">
                <a:solidFill>
                  <a:srgbClr val="898989"/>
                </a:solidFill>
                <a:effectLst/>
                <a:uFillTx/>
                <a:latin typeface="Calibri"/>
              </a:rPr>
              <a:t>K</a:t>
            </a:r>
            <a:r>
              <a:rPr lang="tr-TR" sz="1050" b="0" u="none" strike="noStrike" dirty="0">
                <a:solidFill>
                  <a:srgbClr val="898989"/>
                </a:solidFill>
                <a:effectLst/>
                <a:uFillTx/>
                <a:latin typeface="Calibri"/>
              </a:rPr>
              <a:t>TR)</a:t>
            </a:r>
            <a:endParaRPr lang="tr-TR" sz="1050" b="0" u="none" strike="noStrike" dirty="0">
              <a:solidFill>
                <a:srgbClr val="000000"/>
              </a:solidFill>
              <a:effectLst/>
              <a:uFillTx/>
              <a:latin typeface="Times New Roman"/>
            </a:endParaRPr>
          </a:p>
        </p:txBody>
      </p:sp>
      <p:sp>
        <p:nvSpPr>
          <p:cNvPr id="453" name="TextBox 8"/>
          <p:cNvSpPr/>
          <p:nvPr/>
        </p:nvSpPr>
        <p:spPr>
          <a:xfrm>
            <a:off x="6480" y="544680"/>
            <a:ext cx="1027440" cy="569880"/>
          </a:xfrm>
          <a:prstGeom prst="rect">
            <a:avLst/>
          </a:prstGeom>
          <a:noFill/>
          <a:ln w="0">
            <a:solidFill>
              <a:srgbClr val="000000"/>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tr-TR" sz="1550" b="0" u="none" strike="noStrike">
                <a:solidFill>
                  <a:srgbClr val="000000"/>
                </a:solidFill>
                <a:effectLst/>
                <a:uFillTx/>
                <a:latin typeface="Calibri"/>
              </a:rPr>
              <a:t>Takım Logosu</a:t>
            </a:r>
            <a:endParaRPr lang="tr-TR" sz="1550" b="0" u="none" strike="noStrike">
              <a:solidFill>
                <a:srgbClr val="000000"/>
              </a:solidFill>
              <a:effectLst/>
              <a:uFillTx/>
              <a:latin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 name="PlaceHolder 1"/>
          <p:cNvSpPr>
            <a:spLocks noGrp="1"/>
          </p:cNvSpPr>
          <p:nvPr>
            <p:ph type="title"/>
          </p:nvPr>
        </p:nvSpPr>
        <p:spPr>
          <a:xfrm>
            <a:off x="897120" y="432720"/>
            <a:ext cx="8898480" cy="658440"/>
          </a:xfrm>
          <a:prstGeom prst="rect">
            <a:avLst/>
          </a:prstGeom>
          <a:noFill/>
          <a:ln w="0">
            <a:noFill/>
          </a:ln>
        </p:spPr>
        <p:txBody>
          <a:bodyPr lIns="0" tIns="0" rIns="0" bIns="0" anchor="b">
            <a:noAutofit/>
          </a:bodyPr>
          <a:lstStyle/>
          <a:p>
            <a:pPr indent="0" algn="ctr">
              <a:lnSpc>
                <a:spcPct val="100000"/>
              </a:lnSpc>
              <a:buNone/>
            </a:pPr>
            <a:r>
              <a:rPr lang="tr-TR" sz="3950" b="1" u="none" strike="noStrike">
                <a:solidFill>
                  <a:srgbClr val="0070C0"/>
                </a:solidFill>
                <a:effectLst/>
                <a:uFillTx/>
                <a:latin typeface="Calibri"/>
              </a:rPr>
              <a:t>6 Serbestlik Dereceli Uçuş Benzetimi</a:t>
            </a:r>
            <a:endParaRPr lang="tr-TR" sz="3950" b="0" u="none" strike="noStrike">
              <a:solidFill>
                <a:srgbClr val="000000"/>
              </a:solidFill>
              <a:effectLst/>
              <a:uFillTx/>
              <a:latin typeface="Calibri"/>
            </a:endParaRPr>
          </a:p>
        </p:txBody>
      </p:sp>
      <p:cxnSp>
        <p:nvCxnSpPr>
          <p:cNvPr id="455" name="Straight Connector 4"/>
          <p:cNvCxnSpPr/>
          <p:nvPr/>
        </p:nvCxnSpPr>
        <p:spPr>
          <a:xfrm flipV="1">
            <a:off x="0" y="1352520"/>
            <a:ext cx="10693440" cy="23040"/>
          </a:xfrm>
          <a:prstGeom prst="straightConnector1">
            <a:avLst/>
          </a:prstGeom>
          <a:ln w="38100">
            <a:solidFill>
              <a:srgbClr val="4A7EBB"/>
            </a:solidFill>
            <a:round/>
          </a:ln>
        </p:spPr>
      </p:cxnSp>
      <p:cxnSp>
        <p:nvCxnSpPr>
          <p:cNvPr id="456" name="Straight Connector 5"/>
          <p:cNvCxnSpPr/>
          <p:nvPr/>
        </p:nvCxnSpPr>
        <p:spPr>
          <a:xfrm flipV="1">
            <a:off x="0" y="6790680"/>
            <a:ext cx="10693440" cy="22680"/>
          </a:xfrm>
          <a:prstGeom prst="straightConnector1">
            <a:avLst/>
          </a:prstGeom>
          <a:ln w="38100">
            <a:solidFill>
              <a:srgbClr val="4A7EBB"/>
            </a:solidFill>
            <a:round/>
          </a:ln>
        </p:spPr>
      </p:cxnSp>
      <p:sp>
        <p:nvSpPr>
          <p:cNvPr id="457" name="PlaceHolder 2"/>
          <p:cNvSpPr>
            <a:spLocks noGrp="1"/>
          </p:cNvSpPr>
          <p:nvPr>
            <p:ph type="sldNum" idx="125"/>
          </p:nvPr>
        </p:nvSpPr>
        <p:spPr>
          <a:xfrm>
            <a:off x="9724320" y="6981840"/>
            <a:ext cx="201600" cy="16092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CD1DCB3E-2F7C-40EF-8D3F-D85942AAC812}" type="slidenum">
              <a:rPr lang="tr-TR" sz="1050" b="0" u="none" strike="noStrike">
                <a:solidFill>
                  <a:srgbClr val="898989"/>
                </a:solidFill>
                <a:effectLst/>
                <a:uFillTx/>
                <a:latin typeface="Calibri"/>
              </a:rPr>
              <a:t>37</a:t>
            </a:fld>
            <a:endParaRPr lang="tr-TR" sz="1050" b="0" u="none" strike="noStrike">
              <a:solidFill>
                <a:srgbClr val="000000"/>
              </a:solidFill>
              <a:effectLst/>
              <a:uFillTx/>
              <a:latin typeface="Times New Roman"/>
            </a:endParaRPr>
          </a:p>
        </p:txBody>
      </p:sp>
      <p:sp>
        <p:nvSpPr>
          <p:cNvPr id="458" name="PlaceHolder 3"/>
          <p:cNvSpPr>
            <a:spLocks noGrp="1"/>
          </p:cNvSpPr>
          <p:nvPr>
            <p:ph type="dt" idx="126"/>
          </p:nvPr>
        </p:nvSpPr>
        <p:spPr>
          <a:xfrm>
            <a:off x="802800" y="6981840"/>
            <a:ext cx="1320840" cy="16128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E6754A46-B0EC-4486-BDDA-0BB27BDC776A}" type="datetime2">
              <a:rPr lang="tr-TR" sz="1050" b="0" u="none" strike="noStrike">
                <a:solidFill>
                  <a:srgbClr val="898989"/>
                </a:solidFill>
                <a:effectLst/>
                <a:uFillTx/>
                <a:latin typeface="Calibri"/>
              </a:rPr>
              <a:t>21 Nisan 2026 Salı</a:t>
            </a:fld>
            <a:endParaRPr lang="tr-TR" sz="1050" b="0" u="none" strike="noStrike">
              <a:solidFill>
                <a:srgbClr val="000000"/>
              </a:solidFill>
              <a:effectLst/>
              <a:uFillTx/>
              <a:latin typeface="Times New Roman"/>
            </a:endParaRPr>
          </a:p>
        </p:txBody>
      </p:sp>
      <p:pic>
        <p:nvPicPr>
          <p:cNvPr id="459" name="Picture 6"/>
          <p:cNvPicPr/>
          <p:nvPr/>
        </p:nvPicPr>
        <p:blipFill>
          <a:blip r:embed="rId3"/>
          <a:stretch/>
        </p:blipFill>
        <p:spPr>
          <a:xfrm>
            <a:off x="9630360" y="276120"/>
            <a:ext cx="1062720" cy="1062720"/>
          </a:xfrm>
          <a:prstGeom prst="rect">
            <a:avLst/>
          </a:prstGeom>
          <a:noFill/>
          <a:ln w="0">
            <a:noFill/>
          </a:ln>
        </p:spPr>
      </p:pic>
      <p:sp>
        <p:nvSpPr>
          <p:cNvPr id="460" name="Rectangle 14"/>
          <p:cNvSpPr/>
          <p:nvPr/>
        </p:nvSpPr>
        <p:spPr>
          <a:xfrm>
            <a:off x="6480" y="6516000"/>
            <a:ext cx="10216800" cy="277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tr-TR" sz="1200" b="0" i="1" u="none" strike="noStrike" dirty="0">
                <a:solidFill>
                  <a:srgbClr val="000000"/>
                </a:solidFill>
                <a:effectLst/>
                <a:uFillTx/>
                <a:latin typeface="Calibri"/>
              </a:rPr>
              <a:t>Bu bölümde şartnamede yer alan </a:t>
            </a:r>
            <a:r>
              <a:rPr lang="tr-TR" sz="1200" b="1" i="1" u="none" strike="noStrike" dirty="0">
                <a:solidFill>
                  <a:srgbClr val="000000"/>
                </a:solidFill>
                <a:effectLst/>
                <a:uFillTx/>
                <a:latin typeface="Calibri"/>
              </a:rPr>
              <a:t>4.2.a, 4.2.b</a:t>
            </a:r>
            <a:r>
              <a:rPr lang="tr-TR" sz="1200" b="1" i="1" dirty="0">
                <a:solidFill>
                  <a:srgbClr val="000000"/>
                </a:solidFill>
              </a:rPr>
              <a:t>, 4.2.c, 4.2.d </a:t>
            </a:r>
            <a:r>
              <a:rPr lang="tr-TR" sz="1200" b="1" i="1" u="none" strike="noStrike" dirty="0">
                <a:solidFill>
                  <a:srgbClr val="000000"/>
                </a:solidFill>
                <a:effectLst/>
                <a:uFillTx/>
                <a:latin typeface="Calibri"/>
              </a:rPr>
              <a:t>ve 4.2.k</a:t>
            </a:r>
            <a:r>
              <a:rPr lang="tr-TR" sz="1200" b="0" i="1" u="none" strike="noStrike" dirty="0">
                <a:solidFill>
                  <a:srgbClr val="000000"/>
                </a:solidFill>
                <a:effectLst/>
                <a:uFillTx/>
                <a:latin typeface="Calibri"/>
              </a:rPr>
              <a:t> numaralı gereksinimlerin karşılanıp karşılanmadığı kontrol edilecektir.</a:t>
            </a:r>
            <a:endParaRPr lang="tr-TR" sz="1200" b="0" u="none" strike="noStrike" dirty="0">
              <a:solidFill>
                <a:srgbClr val="000000"/>
              </a:solidFill>
              <a:effectLst/>
              <a:uFillTx/>
              <a:latin typeface="Arial"/>
            </a:endParaRPr>
          </a:p>
        </p:txBody>
      </p:sp>
      <p:cxnSp>
        <p:nvCxnSpPr>
          <p:cNvPr id="461" name="Straight Connector 4"/>
          <p:cNvCxnSpPr/>
          <p:nvPr/>
        </p:nvCxnSpPr>
        <p:spPr>
          <a:xfrm flipV="1">
            <a:off x="0" y="1352520"/>
            <a:ext cx="10693440" cy="23040"/>
          </a:xfrm>
          <a:prstGeom prst="straightConnector1">
            <a:avLst/>
          </a:prstGeom>
          <a:ln w="38100">
            <a:solidFill>
              <a:srgbClr val="4A7EBB"/>
            </a:solidFill>
            <a:round/>
          </a:ln>
        </p:spPr>
      </p:cxnSp>
      <p:sp>
        <p:nvSpPr>
          <p:cNvPr id="462" name="Metin kutusu 18"/>
          <p:cNvSpPr/>
          <p:nvPr/>
        </p:nvSpPr>
        <p:spPr>
          <a:xfrm>
            <a:off x="2855880" y="1919160"/>
            <a:ext cx="4682880" cy="5698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a:lnSpc>
                <a:spcPct val="100000"/>
              </a:lnSpc>
            </a:pPr>
            <a:r>
              <a:rPr lang="tr-TR" sz="1550" b="0" u="none" strike="noStrike">
                <a:solidFill>
                  <a:srgbClr val="000000"/>
                </a:solidFill>
                <a:effectLst/>
                <a:uFillTx/>
                <a:latin typeface="Calibri"/>
              </a:rPr>
              <a:t> 6 Serbestlik Dereceli Uçuş Benzetimi Analiz Sonuçları -1-</a:t>
            </a:r>
            <a:br>
              <a:rPr sz="1550"/>
            </a:br>
            <a:endParaRPr lang="tr-TR" sz="1550" b="0" u="none" strike="noStrike">
              <a:solidFill>
                <a:srgbClr val="000000"/>
              </a:solidFill>
              <a:effectLst/>
              <a:uFillTx/>
              <a:latin typeface="Arial"/>
            </a:endParaRPr>
          </a:p>
        </p:txBody>
      </p:sp>
      <p:sp>
        <p:nvSpPr>
          <p:cNvPr id="463" name="Dikdörtgen 20"/>
          <p:cNvSpPr/>
          <p:nvPr/>
        </p:nvSpPr>
        <p:spPr>
          <a:xfrm>
            <a:off x="169560" y="2324160"/>
            <a:ext cx="3372480" cy="3471120"/>
          </a:xfrm>
          <a:prstGeom prst="rect">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tr-TR" sz="2400" b="1" u="none" strike="noStrike">
                <a:solidFill>
                  <a:schemeClr val="lt1"/>
                </a:solidFill>
                <a:effectLst/>
                <a:uFillTx/>
                <a:latin typeface="Calibri"/>
              </a:rPr>
              <a:t>İrtifa-Zaman</a:t>
            </a:r>
            <a:endParaRPr lang="tr-TR" sz="2400" b="0" u="none" strike="noStrike">
              <a:solidFill>
                <a:srgbClr val="FFFFFF"/>
              </a:solidFill>
              <a:effectLst/>
              <a:uFillTx/>
              <a:latin typeface="Arial"/>
            </a:endParaRPr>
          </a:p>
          <a:p>
            <a:pPr algn="ctr">
              <a:lnSpc>
                <a:spcPct val="100000"/>
              </a:lnSpc>
            </a:pPr>
            <a:r>
              <a:rPr lang="tr-TR" sz="2400" b="1" u="none" strike="noStrike">
                <a:solidFill>
                  <a:schemeClr val="lt1"/>
                </a:solidFill>
                <a:effectLst/>
                <a:uFillTx/>
                <a:latin typeface="Calibri"/>
              </a:rPr>
              <a:t>Grafiği</a:t>
            </a:r>
            <a:endParaRPr lang="tr-TR" sz="2400" b="0" u="none" strike="noStrike">
              <a:solidFill>
                <a:srgbClr val="FFFFFF"/>
              </a:solidFill>
              <a:effectLst/>
              <a:uFillTx/>
              <a:latin typeface="Arial"/>
            </a:endParaRPr>
          </a:p>
        </p:txBody>
      </p:sp>
      <p:cxnSp>
        <p:nvCxnSpPr>
          <p:cNvPr id="464" name="Düz Ok Bağlayıcısı 21"/>
          <p:cNvCxnSpPr/>
          <p:nvPr/>
        </p:nvCxnSpPr>
        <p:spPr>
          <a:xfrm flipV="1">
            <a:off x="455040" y="2470320"/>
            <a:ext cx="19800" cy="2925000"/>
          </a:xfrm>
          <a:prstGeom prst="straightConnector1">
            <a:avLst/>
          </a:prstGeom>
          <a:ln>
            <a:solidFill>
              <a:srgbClr val="000000"/>
            </a:solidFill>
            <a:round/>
            <a:tailEnd type="triangle" w="med" len="med"/>
          </a:ln>
        </p:spPr>
      </p:cxnSp>
      <p:cxnSp>
        <p:nvCxnSpPr>
          <p:cNvPr id="465" name="Düz Ok Bağlayıcısı 22"/>
          <p:cNvCxnSpPr/>
          <p:nvPr/>
        </p:nvCxnSpPr>
        <p:spPr>
          <a:xfrm flipV="1">
            <a:off x="464760" y="5394960"/>
            <a:ext cx="2885400" cy="10080"/>
          </a:xfrm>
          <a:prstGeom prst="straightConnector1">
            <a:avLst/>
          </a:prstGeom>
          <a:ln>
            <a:solidFill>
              <a:srgbClr val="000000"/>
            </a:solidFill>
            <a:round/>
            <a:tailEnd type="triangle" w="med" len="med"/>
          </a:ln>
        </p:spPr>
      </p:cxnSp>
      <p:sp>
        <p:nvSpPr>
          <p:cNvPr id="466" name="Metin kutusu 23"/>
          <p:cNvSpPr/>
          <p:nvPr/>
        </p:nvSpPr>
        <p:spPr>
          <a:xfrm>
            <a:off x="1450080" y="5463720"/>
            <a:ext cx="1197000" cy="369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tr-TR" sz="1800" b="0" u="none" strike="noStrike">
                <a:solidFill>
                  <a:srgbClr val="000000"/>
                </a:solidFill>
                <a:effectLst/>
                <a:uFillTx/>
                <a:latin typeface="Arial"/>
              </a:rPr>
              <a:t>Zaman [s]</a:t>
            </a:r>
          </a:p>
        </p:txBody>
      </p:sp>
      <p:sp>
        <p:nvSpPr>
          <p:cNvPr id="467" name="Metin kutusu 24"/>
          <p:cNvSpPr/>
          <p:nvPr/>
        </p:nvSpPr>
        <p:spPr>
          <a:xfrm rot="16200000">
            <a:off x="-209160" y="3748680"/>
            <a:ext cx="1082520" cy="369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tr-TR" sz="1800" b="0" u="none" strike="noStrike">
                <a:solidFill>
                  <a:srgbClr val="000000"/>
                </a:solidFill>
                <a:effectLst/>
                <a:uFillTx/>
                <a:latin typeface="Arial"/>
              </a:rPr>
              <a:t>Hız [m/s]</a:t>
            </a:r>
          </a:p>
        </p:txBody>
      </p:sp>
      <p:sp>
        <p:nvSpPr>
          <p:cNvPr id="468" name="Dikdörtgen 25"/>
          <p:cNvSpPr/>
          <p:nvPr/>
        </p:nvSpPr>
        <p:spPr>
          <a:xfrm>
            <a:off x="3681000" y="2324160"/>
            <a:ext cx="3372480" cy="3471120"/>
          </a:xfrm>
          <a:prstGeom prst="rect">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tr-TR" sz="2400" b="1" u="none" strike="noStrike">
                <a:solidFill>
                  <a:schemeClr val="lt1"/>
                </a:solidFill>
                <a:effectLst/>
                <a:uFillTx/>
                <a:latin typeface="Calibri"/>
              </a:rPr>
              <a:t>Hız-Zaman </a:t>
            </a:r>
            <a:endParaRPr lang="tr-TR" sz="2400" b="0" u="none" strike="noStrike">
              <a:solidFill>
                <a:srgbClr val="FFFFFF"/>
              </a:solidFill>
              <a:effectLst/>
              <a:uFillTx/>
              <a:latin typeface="Arial"/>
            </a:endParaRPr>
          </a:p>
          <a:p>
            <a:pPr algn="ctr">
              <a:lnSpc>
                <a:spcPct val="100000"/>
              </a:lnSpc>
            </a:pPr>
            <a:r>
              <a:rPr lang="tr-TR" sz="2400" b="1" u="none" strike="noStrike">
                <a:solidFill>
                  <a:schemeClr val="lt1"/>
                </a:solidFill>
                <a:effectLst/>
                <a:uFillTx/>
                <a:latin typeface="Calibri"/>
              </a:rPr>
              <a:t>Grafiği</a:t>
            </a:r>
            <a:endParaRPr lang="tr-TR" sz="2400" b="0" u="none" strike="noStrike">
              <a:solidFill>
                <a:srgbClr val="FFFFFF"/>
              </a:solidFill>
              <a:effectLst/>
              <a:uFillTx/>
              <a:latin typeface="Arial"/>
            </a:endParaRPr>
          </a:p>
        </p:txBody>
      </p:sp>
      <p:cxnSp>
        <p:nvCxnSpPr>
          <p:cNvPr id="469" name="Düz Ok Bağlayıcısı 26"/>
          <p:cNvCxnSpPr/>
          <p:nvPr/>
        </p:nvCxnSpPr>
        <p:spPr>
          <a:xfrm flipV="1">
            <a:off x="3966480" y="2470320"/>
            <a:ext cx="19800" cy="2925000"/>
          </a:xfrm>
          <a:prstGeom prst="straightConnector1">
            <a:avLst/>
          </a:prstGeom>
          <a:ln>
            <a:solidFill>
              <a:srgbClr val="000000"/>
            </a:solidFill>
            <a:round/>
            <a:tailEnd type="triangle" w="med" len="med"/>
          </a:ln>
        </p:spPr>
      </p:cxnSp>
      <p:cxnSp>
        <p:nvCxnSpPr>
          <p:cNvPr id="470" name="Düz Ok Bağlayıcısı 27"/>
          <p:cNvCxnSpPr/>
          <p:nvPr/>
        </p:nvCxnSpPr>
        <p:spPr>
          <a:xfrm flipV="1">
            <a:off x="3976200" y="5394960"/>
            <a:ext cx="2885760" cy="10080"/>
          </a:xfrm>
          <a:prstGeom prst="straightConnector1">
            <a:avLst/>
          </a:prstGeom>
          <a:ln>
            <a:solidFill>
              <a:srgbClr val="000000"/>
            </a:solidFill>
            <a:round/>
            <a:tailEnd type="triangle" w="med" len="med"/>
          </a:ln>
        </p:spPr>
      </p:cxnSp>
      <p:sp>
        <p:nvSpPr>
          <p:cNvPr id="471" name="Metin kutusu 28"/>
          <p:cNvSpPr/>
          <p:nvPr/>
        </p:nvSpPr>
        <p:spPr>
          <a:xfrm>
            <a:off x="4961880" y="5463720"/>
            <a:ext cx="1197000" cy="369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tr-TR" sz="1800" b="0" u="none" strike="noStrike">
                <a:solidFill>
                  <a:srgbClr val="000000"/>
                </a:solidFill>
                <a:effectLst/>
                <a:uFillTx/>
                <a:latin typeface="Arial"/>
              </a:rPr>
              <a:t>Zaman [s]</a:t>
            </a:r>
          </a:p>
        </p:txBody>
      </p:sp>
      <p:sp>
        <p:nvSpPr>
          <p:cNvPr id="472" name="Metin kutusu 29"/>
          <p:cNvSpPr/>
          <p:nvPr/>
        </p:nvSpPr>
        <p:spPr>
          <a:xfrm rot="16200000">
            <a:off x="3346200" y="3748320"/>
            <a:ext cx="993600" cy="369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tr-TR" sz="1800" b="0" u="none" strike="noStrike">
                <a:solidFill>
                  <a:srgbClr val="000000"/>
                </a:solidFill>
                <a:effectLst/>
                <a:uFillTx/>
                <a:latin typeface="Arial"/>
              </a:rPr>
              <a:t>İvme [g]</a:t>
            </a:r>
          </a:p>
        </p:txBody>
      </p:sp>
      <p:sp>
        <p:nvSpPr>
          <p:cNvPr id="473" name="Dikdörtgen 30"/>
          <p:cNvSpPr/>
          <p:nvPr/>
        </p:nvSpPr>
        <p:spPr>
          <a:xfrm>
            <a:off x="7192800" y="2324160"/>
            <a:ext cx="3372480" cy="3471120"/>
          </a:xfrm>
          <a:prstGeom prst="rect">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tr-TR" sz="2400" b="1" u="none" strike="noStrike">
                <a:solidFill>
                  <a:schemeClr val="lt1"/>
                </a:solidFill>
                <a:effectLst/>
                <a:uFillTx/>
                <a:latin typeface="Calibri"/>
              </a:rPr>
              <a:t>İvme-Zaman </a:t>
            </a:r>
            <a:br>
              <a:rPr sz="2400"/>
            </a:br>
            <a:r>
              <a:rPr lang="tr-TR" sz="2400" b="1" u="none" strike="noStrike">
                <a:solidFill>
                  <a:schemeClr val="lt1"/>
                </a:solidFill>
                <a:effectLst/>
                <a:uFillTx/>
                <a:latin typeface="Calibri"/>
              </a:rPr>
              <a:t>Grafiği</a:t>
            </a:r>
            <a:endParaRPr lang="tr-TR" sz="2400" b="0" u="none" strike="noStrike">
              <a:solidFill>
                <a:srgbClr val="FFFFFF"/>
              </a:solidFill>
              <a:effectLst/>
              <a:uFillTx/>
              <a:latin typeface="Arial"/>
            </a:endParaRPr>
          </a:p>
        </p:txBody>
      </p:sp>
      <p:cxnSp>
        <p:nvCxnSpPr>
          <p:cNvPr id="474" name="Düz Ok Bağlayıcısı 31"/>
          <p:cNvCxnSpPr/>
          <p:nvPr/>
        </p:nvCxnSpPr>
        <p:spPr>
          <a:xfrm flipV="1">
            <a:off x="7477920" y="2470320"/>
            <a:ext cx="20160" cy="2925000"/>
          </a:xfrm>
          <a:prstGeom prst="straightConnector1">
            <a:avLst/>
          </a:prstGeom>
          <a:ln>
            <a:solidFill>
              <a:srgbClr val="000000"/>
            </a:solidFill>
            <a:round/>
            <a:tailEnd type="triangle" w="med" len="med"/>
          </a:ln>
        </p:spPr>
      </p:cxnSp>
      <p:cxnSp>
        <p:nvCxnSpPr>
          <p:cNvPr id="475" name="Düz Ok Bağlayıcısı 32"/>
          <p:cNvCxnSpPr/>
          <p:nvPr/>
        </p:nvCxnSpPr>
        <p:spPr>
          <a:xfrm flipV="1">
            <a:off x="7488000" y="5394960"/>
            <a:ext cx="2885400" cy="10080"/>
          </a:xfrm>
          <a:prstGeom prst="straightConnector1">
            <a:avLst/>
          </a:prstGeom>
          <a:ln>
            <a:solidFill>
              <a:srgbClr val="000000"/>
            </a:solidFill>
            <a:round/>
            <a:tailEnd type="triangle" w="med" len="med"/>
          </a:ln>
        </p:spPr>
      </p:cxnSp>
      <p:sp>
        <p:nvSpPr>
          <p:cNvPr id="476" name="Metin kutusu 33"/>
          <p:cNvSpPr/>
          <p:nvPr/>
        </p:nvSpPr>
        <p:spPr>
          <a:xfrm>
            <a:off x="8473320" y="5463720"/>
            <a:ext cx="1197000" cy="369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tr-TR" sz="1800" b="0" u="none" strike="noStrike">
                <a:solidFill>
                  <a:srgbClr val="000000"/>
                </a:solidFill>
                <a:effectLst/>
                <a:uFillTx/>
                <a:latin typeface="Arial"/>
              </a:rPr>
              <a:t>Zaman [s]</a:t>
            </a:r>
          </a:p>
        </p:txBody>
      </p:sp>
      <p:sp>
        <p:nvSpPr>
          <p:cNvPr id="477" name="Metin kutusu 34"/>
          <p:cNvSpPr/>
          <p:nvPr/>
        </p:nvSpPr>
        <p:spPr>
          <a:xfrm rot="16200000">
            <a:off x="6851880" y="3748680"/>
            <a:ext cx="1006200" cy="369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tr-TR" sz="1800" b="0" u="none" strike="noStrike">
                <a:solidFill>
                  <a:srgbClr val="000000"/>
                </a:solidFill>
                <a:effectLst/>
                <a:uFillTx/>
                <a:latin typeface="Arial"/>
              </a:rPr>
              <a:t>İrtifa [m]</a:t>
            </a:r>
          </a:p>
        </p:txBody>
      </p:sp>
      <p:sp>
        <p:nvSpPr>
          <p:cNvPr id="478" name="PlaceHolder 4"/>
          <p:cNvSpPr>
            <a:spLocks noGrp="1"/>
          </p:cNvSpPr>
          <p:nvPr>
            <p:ph type="ftr" idx="127"/>
          </p:nvPr>
        </p:nvSpPr>
        <p:spPr>
          <a:xfrm>
            <a:off x="3542040" y="6890040"/>
            <a:ext cx="3608640" cy="320040"/>
          </a:xfrm>
          <a:prstGeom prst="rect">
            <a:avLst/>
          </a:prstGeom>
          <a:noFill/>
          <a:ln w="0">
            <a:noFill/>
          </a:ln>
        </p:spPr>
        <p:txBody>
          <a:bodyPr lIns="0" tIns="0" rIns="0" bIns="0" anchor="t">
            <a:noAutofit/>
          </a:bodyPr>
          <a:lstStyle>
            <a:lvl1pPr indent="0" algn="ctr">
              <a:lnSpc>
                <a:spcPct val="100000"/>
              </a:lnSpc>
              <a:buNone/>
              <a:defRPr lang="tr-TR" sz="1050" b="0" u="none" strike="noStrike">
                <a:solidFill>
                  <a:srgbClr val="898989"/>
                </a:solidFill>
                <a:effectLst/>
                <a:uFillTx/>
                <a:latin typeface="Calibri"/>
              </a:defRPr>
            </a:lvl1pPr>
          </a:lstStyle>
          <a:p>
            <a:pPr indent="0" algn="ctr">
              <a:lnSpc>
                <a:spcPct val="100000"/>
              </a:lnSpc>
              <a:buNone/>
            </a:pPr>
            <a:r>
              <a:rPr lang="tr-TR" sz="1050" b="0" u="none" strike="noStrike" dirty="0">
                <a:solidFill>
                  <a:srgbClr val="898989"/>
                </a:solidFill>
                <a:effectLst/>
                <a:uFillTx/>
                <a:latin typeface="Calibri"/>
              </a:rPr>
              <a:t>2026 TEKNOFEST DİKEY İNİŞLİ ROKET YARIŞMASI</a:t>
            </a:r>
            <a:br>
              <a:rPr sz="1050" dirty="0"/>
            </a:br>
            <a:r>
              <a:rPr lang="tr-TR" sz="1050" b="0" u="none" strike="noStrike" dirty="0">
                <a:solidFill>
                  <a:srgbClr val="898989"/>
                </a:solidFill>
                <a:effectLst/>
                <a:uFillTx/>
                <a:latin typeface="Calibri"/>
              </a:rPr>
              <a:t> </a:t>
            </a:r>
            <a:r>
              <a:rPr lang="en-US" sz="1050" b="0" u="none" strike="noStrike" dirty="0">
                <a:solidFill>
                  <a:srgbClr val="898989"/>
                </a:solidFill>
                <a:effectLst/>
                <a:uFillTx/>
                <a:latin typeface="Calibri"/>
              </a:rPr>
              <a:t>KRİTİK</a:t>
            </a:r>
            <a:r>
              <a:rPr lang="tr-TR" sz="1050" b="0" u="none" strike="noStrike" dirty="0">
                <a:solidFill>
                  <a:srgbClr val="898989"/>
                </a:solidFill>
                <a:effectLst/>
                <a:uFillTx/>
                <a:latin typeface="Calibri"/>
              </a:rPr>
              <a:t> TASARIM RAPORU (</a:t>
            </a:r>
            <a:r>
              <a:rPr lang="en-US" sz="1050" b="0" u="none" strike="noStrike" dirty="0">
                <a:solidFill>
                  <a:srgbClr val="898989"/>
                </a:solidFill>
                <a:effectLst/>
                <a:uFillTx/>
                <a:latin typeface="Calibri"/>
              </a:rPr>
              <a:t>K</a:t>
            </a:r>
            <a:r>
              <a:rPr lang="tr-TR" sz="1050" b="0" u="none" strike="noStrike" dirty="0">
                <a:solidFill>
                  <a:srgbClr val="898989"/>
                </a:solidFill>
                <a:effectLst/>
                <a:uFillTx/>
                <a:latin typeface="Calibri"/>
              </a:rPr>
              <a:t>TR)</a:t>
            </a:r>
            <a:endParaRPr lang="tr-TR" sz="1050" b="0" u="none" strike="noStrike" dirty="0">
              <a:solidFill>
                <a:srgbClr val="000000"/>
              </a:solidFill>
              <a:effectLst/>
              <a:uFillTx/>
              <a:latin typeface="Times New Roman"/>
            </a:endParaRPr>
          </a:p>
        </p:txBody>
      </p:sp>
      <p:sp>
        <p:nvSpPr>
          <p:cNvPr id="479" name="TextBox 8"/>
          <p:cNvSpPr/>
          <p:nvPr/>
        </p:nvSpPr>
        <p:spPr>
          <a:xfrm>
            <a:off x="6480" y="544680"/>
            <a:ext cx="1027440" cy="569880"/>
          </a:xfrm>
          <a:prstGeom prst="rect">
            <a:avLst/>
          </a:prstGeom>
          <a:noFill/>
          <a:ln w="0">
            <a:solidFill>
              <a:srgbClr val="000000"/>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tr-TR" sz="1550" b="0" u="none" strike="noStrike">
                <a:solidFill>
                  <a:srgbClr val="000000"/>
                </a:solidFill>
                <a:effectLst/>
                <a:uFillTx/>
                <a:latin typeface="Calibri"/>
              </a:rPr>
              <a:t>Takım Logosu</a:t>
            </a:r>
            <a:endParaRPr lang="tr-TR" sz="1550" b="0" u="none" strike="noStrike">
              <a:solidFill>
                <a:srgbClr val="000000"/>
              </a:solidFill>
              <a:effectLst/>
              <a:uFillTx/>
              <a:latin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 name="PlaceHolder 1"/>
          <p:cNvSpPr>
            <a:spLocks noGrp="1"/>
          </p:cNvSpPr>
          <p:nvPr>
            <p:ph type="title"/>
          </p:nvPr>
        </p:nvSpPr>
        <p:spPr>
          <a:xfrm>
            <a:off x="897120" y="432720"/>
            <a:ext cx="8898480" cy="658440"/>
          </a:xfrm>
          <a:prstGeom prst="rect">
            <a:avLst/>
          </a:prstGeom>
          <a:noFill/>
          <a:ln w="0">
            <a:noFill/>
          </a:ln>
        </p:spPr>
        <p:txBody>
          <a:bodyPr lIns="0" tIns="0" rIns="0" bIns="0" anchor="b">
            <a:noAutofit/>
          </a:bodyPr>
          <a:lstStyle/>
          <a:p>
            <a:pPr indent="0" algn="ctr">
              <a:lnSpc>
                <a:spcPct val="100000"/>
              </a:lnSpc>
              <a:buNone/>
            </a:pPr>
            <a:r>
              <a:rPr lang="tr-TR" sz="3950" b="1" u="none" strike="noStrike">
                <a:solidFill>
                  <a:srgbClr val="0070C0"/>
                </a:solidFill>
                <a:effectLst/>
                <a:uFillTx/>
                <a:latin typeface="Calibri"/>
              </a:rPr>
              <a:t>6 Serbestlik Dereceli Uçuş Benzetimi</a:t>
            </a:r>
            <a:endParaRPr lang="tr-TR" sz="3950" b="0" u="none" strike="noStrike">
              <a:solidFill>
                <a:srgbClr val="000000"/>
              </a:solidFill>
              <a:effectLst/>
              <a:uFillTx/>
              <a:latin typeface="Calibri"/>
            </a:endParaRPr>
          </a:p>
        </p:txBody>
      </p:sp>
      <p:cxnSp>
        <p:nvCxnSpPr>
          <p:cNvPr id="481" name="Straight Connector 4"/>
          <p:cNvCxnSpPr/>
          <p:nvPr/>
        </p:nvCxnSpPr>
        <p:spPr>
          <a:xfrm flipV="1">
            <a:off x="0" y="1352520"/>
            <a:ext cx="10693440" cy="23040"/>
          </a:xfrm>
          <a:prstGeom prst="straightConnector1">
            <a:avLst/>
          </a:prstGeom>
          <a:ln w="38100">
            <a:solidFill>
              <a:srgbClr val="4A7EBB"/>
            </a:solidFill>
            <a:round/>
          </a:ln>
        </p:spPr>
      </p:cxnSp>
      <p:cxnSp>
        <p:nvCxnSpPr>
          <p:cNvPr id="482" name="Straight Connector 5"/>
          <p:cNvCxnSpPr/>
          <p:nvPr/>
        </p:nvCxnSpPr>
        <p:spPr>
          <a:xfrm flipV="1">
            <a:off x="0" y="6790680"/>
            <a:ext cx="10693440" cy="22680"/>
          </a:xfrm>
          <a:prstGeom prst="straightConnector1">
            <a:avLst/>
          </a:prstGeom>
          <a:ln w="38100">
            <a:solidFill>
              <a:srgbClr val="4A7EBB"/>
            </a:solidFill>
            <a:round/>
          </a:ln>
        </p:spPr>
      </p:cxnSp>
      <p:sp>
        <p:nvSpPr>
          <p:cNvPr id="483" name="PlaceHolder 2"/>
          <p:cNvSpPr>
            <a:spLocks noGrp="1"/>
          </p:cNvSpPr>
          <p:nvPr>
            <p:ph type="sldNum" idx="128"/>
          </p:nvPr>
        </p:nvSpPr>
        <p:spPr>
          <a:xfrm>
            <a:off x="9724320" y="6981840"/>
            <a:ext cx="201600" cy="16092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AD6236E0-BE80-45ED-ADD3-691966CA07B8}" type="slidenum">
              <a:rPr lang="tr-TR" sz="1050" b="0" u="none" strike="noStrike">
                <a:solidFill>
                  <a:srgbClr val="898989"/>
                </a:solidFill>
                <a:effectLst/>
                <a:uFillTx/>
                <a:latin typeface="Calibri"/>
              </a:rPr>
              <a:t>38</a:t>
            </a:fld>
            <a:endParaRPr lang="tr-TR" sz="1050" b="0" u="none" strike="noStrike">
              <a:solidFill>
                <a:srgbClr val="000000"/>
              </a:solidFill>
              <a:effectLst/>
              <a:uFillTx/>
              <a:latin typeface="Times New Roman"/>
            </a:endParaRPr>
          </a:p>
        </p:txBody>
      </p:sp>
      <p:sp>
        <p:nvSpPr>
          <p:cNvPr id="484" name="PlaceHolder 3"/>
          <p:cNvSpPr>
            <a:spLocks noGrp="1"/>
          </p:cNvSpPr>
          <p:nvPr>
            <p:ph type="dt" idx="129"/>
          </p:nvPr>
        </p:nvSpPr>
        <p:spPr>
          <a:xfrm>
            <a:off x="802800" y="6981840"/>
            <a:ext cx="1320840" cy="16128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A908F6DC-E264-4F76-837A-41975578EF47}" type="datetime2">
              <a:rPr lang="tr-TR" sz="1050" b="0" u="none" strike="noStrike">
                <a:solidFill>
                  <a:srgbClr val="898989"/>
                </a:solidFill>
                <a:effectLst/>
                <a:uFillTx/>
                <a:latin typeface="Calibri"/>
              </a:rPr>
              <a:t>21 Nisan 2026 Salı</a:t>
            </a:fld>
            <a:endParaRPr lang="tr-TR" sz="1050" b="0" u="none" strike="noStrike">
              <a:solidFill>
                <a:srgbClr val="000000"/>
              </a:solidFill>
              <a:effectLst/>
              <a:uFillTx/>
              <a:latin typeface="Times New Roman"/>
            </a:endParaRPr>
          </a:p>
        </p:txBody>
      </p:sp>
      <p:pic>
        <p:nvPicPr>
          <p:cNvPr id="485" name="Picture 6"/>
          <p:cNvPicPr/>
          <p:nvPr/>
        </p:nvPicPr>
        <p:blipFill>
          <a:blip r:embed="rId3"/>
          <a:stretch/>
        </p:blipFill>
        <p:spPr>
          <a:xfrm>
            <a:off x="9630360" y="276120"/>
            <a:ext cx="1062720" cy="1062720"/>
          </a:xfrm>
          <a:prstGeom prst="rect">
            <a:avLst/>
          </a:prstGeom>
          <a:noFill/>
          <a:ln w="0">
            <a:noFill/>
          </a:ln>
        </p:spPr>
      </p:pic>
      <p:cxnSp>
        <p:nvCxnSpPr>
          <p:cNvPr id="486" name="Straight Connector 4"/>
          <p:cNvCxnSpPr/>
          <p:nvPr/>
        </p:nvCxnSpPr>
        <p:spPr>
          <a:xfrm flipV="1">
            <a:off x="0" y="1352520"/>
            <a:ext cx="10693440" cy="23040"/>
          </a:xfrm>
          <a:prstGeom prst="straightConnector1">
            <a:avLst/>
          </a:prstGeom>
          <a:ln w="38100">
            <a:solidFill>
              <a:srgbClr val="4A7EBB"/>
            </a:solidFill>
            <a:round/>
          </a:ln>
        </p:spPr>
      </p:cxnSp>
      <p:sp>
        <p:nvSpPr>
          <p:cNvPr id="487" name="Metin kutusu 18"/>
          <p:cNvSpPr/>
          <p:nvPr/>
        </p:nvSpPr>
        <p:spPr>
          <a:xfrm>
            <a:off x="2855880" y="1919160"/>
            <a:ext cx="4682880" cy="5698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a:lnSpc>
                <a:spcPct val="100000"/>
              </a:lnSpc>
            </a:pPr>
            <a:r>
              <a:rPr lang="tr-TR" sz="1550" b="0" u="none" strike="noStrike">
                <a:solidFill>
                  <a:srgbClr val="000000"/>
                </a:solidFill>
                <a:effectLst/>
                <a:uFillTx/>
                <a:latin typeface="Calibri"/>
              </a:rPr>
              <a:t> 6 Serbestlik Dereceli Uçuş Benzetimi Analiz Sonuçları -2-</a:t>
            </a:r>
            <a:br>
              <a:rPr sz="1550"/>
            </a:br>
            <a:endParaRPr lang="tr-TR" sz="1550" b="0" u="none" strike="noStrike">
              <a:solidFill>
                <a:srgbClr val="000000"/>
              </a:solidFill>
              <a:effectLst/>
              <a:uFillTx/>
              <a:latin typeface="Arial"/>
            </a:endParaRPr>
          </a:p>
        </p:txBody>
      </p:sp>
      <p:sp>
        <p:nvSpPr>
          <p:cNvPr id="488" name="Dikdörtgen 20"/>
          <p:cNvSpPr/>
          <p:nvPr/>
        </p:nvSpPr>
        <p:spPr>
          <a:xfrm>
            <a:off x="169560" y="2324160"/>
            <a:ext cx="3372480" cy="3471120"/>
          </a:xfrm>
          <a:prstGeom prst="rect">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tr-TR" sz="2450" b="1" u="none" strike="noStrike">
                <a:solidFill>
                  <a:schemeClr val="lt1"/>
                </a:solidFill>
                <a:effectLst/>
                <a:uFillTx/>
                <a:latin typeface="Calibri"/>
              </a:rPr>
              <a:t>Yaw-Zaman </a:t>
            </a:r>
            <a:endParaRPr lang="tr-TR" sz="2450" b="0" u="none" strike="noStrike">
              <a:solidFill>
                <a:srgbClr val="FFFFFF"/>
              </a:solidFill>
              <a:effectLst/>
              <a:uFillTx/>
              <a:latin typeface="Arial"/>
            </a:endParaRPr>
          </a:p>
          <a:p>
            <a:pPr algn="ctr">
              <a:lnSpc>
                <a:spcPct val="100000"/>
              </a:lnSpc>
            </a:pPr>
            <a:r>
              <a:rPr lang="tr-TR" sz="2450" b="1" u="none" strike="noStrike">
                <a:solidFill>
                  <a:schemeClr val="lt1"/>
                </a:solidFill>
                <a:effectLst/>
                <a:uFillTx/>
                <a:latin typeface="Calibri"/>
              </a:rPr>
              <a:t>Grafiği</a:t>
            </a:r>
            <a:endParaRPr lang="tr-TR" sz="2450" b="0" u="none" strike="noStrike">
              <a:solidFill>
                <a:srgbClr val="FFFFFF"/>
              </a:solidFill>
              <a:effectLst/>
              <a:uFillTx/>
              <a:latin typeface="Arial"/>
            </a:endParaRPr>
          </a:p>
        </p:txBody>
      </p:sp>
      <p:cxnSp>
        <p:nvCxnSpPr>
          <p:cNvPr id="489" name="Düz Ok Bağlayıcısı 21"/>
          <p:cNvCxnSpPr/>
          <p:nvPr/>
        </p:nvCxnSpPr>
        <p:spPr>
          <a:xfrm flipV="1">
            <a:off x="455040" y="2470320"/>
            <a:ext cx="19800" cy="2925000"/>
          </a:xfrm>
          <a:prstGeom prst="straightConnector1">
            <a:avLst/>
          </a:prstGeom>
          <a:ln>
            <a:solidFill>
              <a:srgbClr val="000000"/>
            </a:solidFill>
            <a:round/>
            <a:tailEnd type="triangle" w="med" len="med"/>
          </a:ln>
        </p:spPr>
      </p:cxnSp>
      <p:cxnSp>
        <p:nvCxnSpPr>
          <p:cNvPr id="490" name="Düz Ok Bağlayıcısı 22"/>
          <p:cNvCxnSpPr/>
          <p:nvPr/>
        </p:nvCxnSpPr>
        <p:spPr>
          <a:xfrm flipV="1">
            <a:off x="464760" y="5394960"/>
            <a:ext cx="2885400" cy="10080"/>
          </a:xfrm>
          <a:prstGeom prst="straightConnector1">
            <a:avLst/>
          </a:prstGeom>
          <a:ln>
            <a:solidFill>
              <a:srgbClr val="000000"/>
            </a:solidFill>
            <a:round/>
            <a:tailEnd type="triangle" w="med" len="med"/>
          </a:ln>
        </p:spPr>
      </p:cxnSp>
      <p:sp>
        <p:nvSpPr>
          <p:cNvPr id="491" name="Metin kutusu 23"/>
          <p:cNvSpPr/>
          <p:nvPr/>
        </p:nvSpPr>
        <p:spPr>
          <a:xfrm>
            <a:off x="1450080" y="5463720"/>
            <a:ext cx="1197000" cy="369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tr-TR" sz="1800" b="0" u="none" strike="noStrike">
                <a:solidFill>
                  <a:srgbClr val="000000"/>
                </a:solidFill>
                <a:effectLst/>
                <a:uFillTx/>
                <a:latin typeface="Arial"/>
              </a:rPr>
              <a:t>Zaman [s]</a:t>
            </a:r>
          </a:p>
        </p:txBody>
      </p:sp>
      <p:sp>
        <p:nvSpPr>
          <p:cNvPr id="492" name="Metin kutusu 24"/>
          <p:cNvSpPr/>
          <p:nvPr/>
        </p:nvSpPr>
        <p:spPr>
          <a:xfrm rot="16200000">
            <a:off x="-104400" y="3747960"/>
            <a:ext cx="872640" cy="369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tr-TR" sz="1800" b="0" u="none" strike="noStrike">
                <a:solidFill>
                  <a:srgbClr val="000000"/>
                </a:solidFill>
                <a:effectLst/>
                <a:uFillTx/>
                <a:latin typeface="Arial"/>
              </a:rPr>
              <a:t>Yaw [</a:t>
            </a:r>
            <a:r>
              <a:rPr lang="tr-TR" sz="1800" b="0" u="none" strike="noStrike" baseline="30000">
                <a:solidFill>
                  <a:srgbClr val="000000"/>
                </a:solidFill>
                <a:effectLst/>
                <a:uFillTx/>
                <a:latin typeface="Arial"/>
              </a:rPr>
              <a:t>o</a:t>
            </a:r>
            <a:r>
              <a:rPr lang="tr-TR" sz="1800" b="0" u="none" strike="noStrike">
                <a:solidFill>
                  <a:srgbClr val="000000"/>
                </a:solidFill>
                <a:effectLst/>
                <a:uFillTx/>
                <a:latin typeface="Arial"/>
              </a:rPr>
              <a:t>]</a:t>
            </a:r>
          </a:p>
        </p:txBody>
      </p:sp>
      <p:sp>
        <p:nvSpPr>
          <p:cNvPr id="493" name="Dikdörtgen 25"/>
          <p:cNvSpPr/>
          <p:nvPr/>
        </p:nvSpPr>
        <p:spPr>
          <a:xfrm>
            <a:off x="3681000" y="2324160"/>
            <a:ext cx="3372480" cy="3471120"/>
          </a:xfrm>
          <a:prstGeom prst="rect">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tr-TR" sz="2450" b="1" u="none" strike="noStrike">
                <a:solidFill>
                  <a:schemeClr val="lt1"/>
                </a:solidFill>
                <a:effectLst/>
                <a:uFillTx/>
                <a:latin typeface="Calibri"/>
              </a:rPr>
              <a:t>Pitch-Zaman </a:t>
            </a:r>
            <a:br>
              <a:rPr sz="2450"/>
            </a:br>
            <a:r>
              <a:rPr lang="tr-TR" sz="2450" b="1" u="none" strike="noStrike">
                <a:solidFill>
                  <a:schemeClr val="lt1"/>
                </a:solidFill>
                <a:effectLst/>
                <a:uFillTx/>
                <a:latin typeface="Calibri"/>
              </a:rPr>
              <a:t>Grafiği</a:t>
            </a:r>
            <a:endParaRPr lang="tr-TR" sz="2450" b="0" u="none" strike="noStrike">
              <a:solidFill>
                <a:srgbClr val="FFFFFF"/>
              </a:solidFill>
              <a:effectLst/>
              <a:uFillTx/>
              <a:latin typeface="Arial"/>
            </a:endParaRPr>
          </a:p>
        </p:txBody>
      </p:sp>
      <p:cxnSp>
        <p:nvCxnSpPr>
          <p:cNvPr id="494" name="Düz Ok Bağlayıcısı 26"/>
          <p:cNvCxnSpPr/>
          <p:nvPr/>
        </p:nvCxnSpPr>
        <p:spPr>
          <a:xfrm flipV="1">
            <a:off x="3966480" y="2470320"/>
            <a:ext cx="19800" cy="2925000"/>
          </a:xfrm>
          <a:prstGeom prst="straightConnector1">
            <a:avLst/>
          </a:prstGeom>
          <a:ln>
            <a:solidFill>
              <a:srgbClr val="000000"/>
            </a:solidFill>
            <a:round/>
            <a:tailEnd type="triangle" w="med" len="med"/>
          </a:ln>
        </p:spPr>
      </p:cxnSp>
      <p:cxnSp>
        <p:nvCxnSpPr>
          <p:cNvPr id="495" name="Düz Ok Bağlayıcısı 27"/>
          <p:cNvCxnSpPr/>
          <p:nvPr/>
        </p:nvCxnSpPr>
        <p:spPr>
          <a:xfrm flipV="1">
            <a:off x="3976200" y="5394960"/>
            <a:ext cx="2885760" cy="10080"/>
          </a:xfrm>
          <a:prstGeom prst="straightConnector1">
            <a:avLst/>
          </a:prstGeom>
          <a:ln>
            <a:solidFill>
              <a:srgbClr val="000000"/>
            </a:solidFill>
            <a:round/>
            <a:tailEnd type="triangle" w="med" len="med"/>
          </a:ln>
        </p:spPr>
      </p:cxnSp>
      <p:sp>
        <p:nvSpPr>
          <p:cNvPr id="496" name="Metin kutusu 28"/>
          <p:cNvSpPr/>
          <p:nvPr/>
        </p:nvSpPr>
        <p:spPr>
          <a:xfrm>
            <a:off x="4961880" y="5463720"/>
            <a:ext cx="1197000" cy="369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tr-TR" sz="1800" b="0" u="none" strike="noStrike">
                <a:solidFill>
                  <a:srgbClr val="000000"/>
                </a:solidFill>
                <a:effectLst/>
                <a:uFillTx/>
                <a:latin typeface="Arial"/>
              </a:rPr>
              <a:t>Zaman [s]</a:t>
            </a:r>
          </a:p>
        </p:txBody>
      </p:sp>
      <p:sp>
        <p:nvSpPr>
          <p:cNvPr id="497" name="Metin kutusu 29"/>
          <p:cNvSpPr/>
          <p:nvPr/>
        </p:nvSpPr>
        <p:spPr>
          <a:xfrm rot="16200000">
            <a:off x="3366360" y="3748320"/>
            <a:ext cx="953280" cy="369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tr-TR" sz="1800" b="0" u="none" strike="noStrike">
                <a:solidFill>
                  <a:srgbClr val="000000"/>
                </a:solidFill>
                <a:effectLst/>
                <a:uFillTx/>
                <a:latin typeface="Arial"/>
              </a:rPr>
              <a:t>Pitch [</a:t>
            </a:r>
            <a:r>
              <a:rPr lang="tr-TR" sz="1800" b="0" u="none" strike="noStrike" baseline="30000">
                <a:solidFill>
                  <a:srgbClr val="000000"/>
                </a:solidFill>
                <a:effectLst/>
                <a:uFillTx/>
                <a:latin typeface="Arial"/>
              </a:rPr>
              <a:t>o</a:t>
            </a:r>
            <a:r>
              <a:rPr lang="tr-TR" sz="1800" b="0" u="none" strike="noStrike">
                <a:solidFill>
                  <a:srgbClr val="000000"/>
                </a:solidFill>
                <a:effectLst/>
                <a:uFillTx/>
                <a:latin typeface="Arial"/>
              </a:rPr>
              <a:t>]</a:t>
            </a:r>
          </a:p>
        </p:txBody>
      </p:sp>
      <p:sp>
        <p:nvSpPr>
          <p:cNvPr id="498" name="Dikdörtgen 30"/>
          <p:cNvSpPr/>
          <p:nvPr/>
        </p:nvSpPr>
        <p:spPr>
          <a:xfrm>
            <a:off x="7192800" y="2324160"/>
            <a:ext cx="3372480" cy="3471120"/>
          </a:xfrm>
          <a:prstGeom prst="rect">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tr-TR" sz="2450" b="1" u="none" strike="noStrike">
                <a:solidFill>
                  <a:schemeClr val="lt1"/>
                </a:solidFill>
                <a:effectLst/>
                <a:uFillTx/>
                <a:latin typeface="Calibri"/>
              </a:rPr>
              <a:t> Roll-Zaman</a:t>
            </a:r>
            <a:endParaRPr lang="tr-TR" sz="2450" b="0" u="none" strike="noStrike">
              <a:solidFill>
                <a:srgbClr val="FFFFFF"/>
              </a:solidFill>
              <a:effectLst/>
              <a:uFillTx/>
              <a:latin typeface="Arial"/>
            </a:endParaRPr>
          </a:p>
          <a:p>
            <a:pPr algn="ctr">
              <a:lnSpc>
                <a:spcPct val="100000"/>
              </a:lnSpc>
            </a:pPr>
            <a:r>
              <a:rPr lang="tr-TR" sz="2450" b="1" u="none" strike="noStrike">
                <a:solidFill>
                  <a:schemeClr val="lt1"/>
                </a:solidFill>
                <a:effectLst/>
                <a:uFillTx/>
                <a:latin typeface="Calibri"/>
              </a:rPr>
              <a:t>Grafiği</a:t>
            </a:r>
            <a:endParaRPr lang="tr-TR" sz="2450" b="0" u="none" strike="noStrike">
              <a:solidFill>
                <a:srgbClr val="FFFFFF"/>
              </a:solidFill>
              <a:effectLst/>
              <a:uFillTx/>
              <a:latin typeface="Arial"/>
            </a:endParaRPr>
          </a:p>
        </p:txBody>
      </p:sp>
      <p:cxnSp>
        <p:nvCxnSpPr>
          <p:cNvPr id="499" name="Düz Ok Bağlayıcısı 31"/>
          <p:cNvCxnSpPr/>
          <p:nvPr/>
        </p:nvCxnSpPr>
        <p:spPr>
          <a:xfrm flipV="1">
            <a:off x="7477920" y="2470320"/>
            <a:ext cx="20160" cy="2925000"/>
          </a:xfrm>
          <a:prstGeom prst="straightConnector1">
            <a:avLst/>
          </a:prstGeom>
          <a:ln>
            <a:solidFill>
              <a:srgbClr val="000000"/>
            </a:solidFill>
            <a:round/>
            <a:tailEnd type="triangle" w="med" len="med"/>
          </a:ln>
        </p:spPr>
      </p:cxnSp>
      <p:cxnSp>
        <p:nvCxnSpPr>
          <p:cNvPr id="500" name="Düz Ok Bağlayıcısı 32"/>
          <p:cNvCxnSpPr/>
          <p:nvPr/>
        </p:nvCxnSpPr>
        <p:spPr>
          <a:xfrm flipV="1">
            <a:off x="7488000" y="5394960"/>
            <a:ext cx="2885400" cy="10080"/>
          </a:xfrm>
          <a:prstGeom prst="straightConnector1">
            <a:avLst/>
          </a:prstGeom>
          <a:ln>
            <a:solidFill>
              <a:srgbClr val="000000"/>
            </a:solidFill>
            <a:round/>
            <a:tailEnd type="triangle" w="med" len="med"/>
          </a:ln>
        </p:spPr>
      </p:cxnSp>
      <p:sp>
        <p:nvSpPr>
          <p:cNvPr id="501" name="Metin kutusu 33"/>
          <p:cNvSpPr/>
          <p:nvPr/>
        </p:nvSpPr>
        <p:spPr>
          <a:xfrm>
            <a:off x="8473320" y="5463720"/>
            <a:ext cx="1197000" cy="369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tr-TR" sz="1800" b="0" u="none" strike="noStrike">
                <a:solidFill>
                  <a:srgbClr val="000000"/>
                </a:solidFill>
                <a:effectLst/>
                <a:uFillTx/>
                <a:latin typeface="Arial"/>
              </a:rPr>
              <a:t>Zaman [s]</a:t>
            </a:r>
          </a:p>
        </p:txBody>
      </p:sp>
      <p:sp>
        <p:nvSpPr>
          <p:cNvPr id="502" name="Metin kutusu 34"/>
          <p:cNvSpPr/>
          <p:nvPr/>
        </p:nvSpPr>
        <p:spPr>
          <a:xfrm rot="16200000">
            <a:off x="6935400" y="3747960"/>
            <a:ext cx="838800" cy="369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tr-TR" sz="1800" b="0" u="none" strike="noStrike">
                <a:solidFill>
                  <a:srgbClr val="000000"/>
                </a:solidFill>
                <a:effectLst/>
                <a:uFillTx/>
                <a:latin typeface="Arial"/>
              </a:rPr>
              <a:t>Roll [</a:t>
            </a:r>
            <a:r>
              <a:rPr lang="tr-TR" sz="1800" b="0" u="none" strike="noStrike" baseline="30000">
                <a:solidFill>
                  <a:srgbClr val="000000"/>
                </a:solidFill>
                <a:effectLst/>
                <a:uFillTx/>
                <a:latin typeface="Arial"/>
              </a:rPr>
              <a:t>o</a:t>
            </a:r>
            <a:r>
              <a:rPr lang="tr-TR" sz="1800" b="0" u="none" strike="noStrike">
                <a:solidFill>
                  <a:srgbClr val="000000"/>
                </a:solidFill>
                <a:effectLst/>
                <a:uFillTx/>
                <a:latin typeface="Arial"/>
              </a:rPr>
              <a:t>]</a:t>
            </a:r>
          </a:p>
        </p:txBody>
      </p:sp>
      <p:sp>
        <p:nvSpPr>
          <p:cNvPr id="503" name="PlaceHolder 4"/>
          <p:cNvSpPr>
            <a:spLocks noGrp="1"/>
          </p:cNvSpPr>
          <p:nvPr>
            <p:ph type="ftr" idx="130"/>
          </p:nvPr>
        </p:nvSpPr>
        <p:spPr>
          <a:xfrm>
            <a:off x="3542040" y="6890040"/>
            <a:ext cx="3608640" cy="320040"/>
          </a:xfrm>
          <a:prstGeom prst="rect">
            <a:avLst/>
          </a:prstGeom>
          <a:noFill/>
          <a:ln w="0">
            <a:noFill/>
          </a:ln>
        </p:spPr>
        <p:txBody>
          <a:bodyPr lIns="0" tIns="0" rIns="0" bIns="0" anchor="t">
            <a:noAutofit/>
          </a:bodyPr>
          <a:lstStyle>
            <a:lvl1pPr indent="0" algn="ctr">
              <a:lnSpc>
                <a:spcPct val="100000"/>
              </a:lnSpc>
              <a:buNone/>
              <a:defRPr lang="tr-TR" sz="1050" b="0" u="none" strike="noStrike">
                <a:solidFill>
                  <a:srgbClr val="898989"/>
                </a:solidFill>
                <a:effectLst/>
                <a:uFillTx/>
                <a:latin typeface="Calibri"/>
              </a:defRPr>
            </a:lvl1pPr>
          </a:lstStyle>
          <a:p>
            <a:pPr indent="0" algn="ctr">
              <a:lnSpc>
                <a:spcPct val="100000"/>
              </a:lnSpc>
              <a:buNone/>
            </a:pPr>
            <a:r>
              <a:rPr lang="tr-TR" sz="1050" b="0" u="none" strike="noStrike" dirty="0">
                <a:solidFill>
                  <a:srgbClr val="898989"/>
                </a:solidFill>
                <a:effectLst/>
                <a:uFillTx/>
                <a:latin typeface="Calibri"/>
              </a:rPr>
              <a:t>2026 TEKNOFEST DİKEY İNİŞLİ ROKET YARIŞMASI</a:t>
            </a:r>
            <a:br>
              <a:rPr sz="1050" dirty="0"/>
            </a:br>
            <a:r>
              <a:rPr lang="tr-TR" sz="1050" b="0" u="none" strike="noStrike" dirty="0">
                <a:solidFill>
                  <a:srgbClr val="898989"/>
                </a:solidFill>
                <a:effectLst/>
                <a:uFillTx/>
                <a:latin typeface="Calibri"/>
              </a:rPr>
              <a:t> </a:t>
            </a:r>
            <a:r>
              <a:rPr lang="en-US" sz="1050" b="0" u="none" strike="noStrike" dirty="0">
                <a:solidFill>
                  <a:srgbClr val="898989"/>
                </a:solidFill>
                <a:effectLst/>
                <a:uFillTx/>
                <a:latin typeface="Calibri"/>
              </a:rPr>
              <a:t>KRİTİK</a:t>
            </a:r>
            <a:r>
              <a:rPr lang="tr-TR" sz="1050" b="0" u="none" strike="noStrike" dirty="0">
                <a:solidFill>
                  <a:srgbClr val="898989"/>
                </a:solidFill>
                <a:effectLst/>
                <a:uFillTx/>
                <a:latin typeface="Calibri"/>
              </a:rPr>
              <a:t> TASARIM RAPORU (</a:t>
            </a:r>
            <a:r>
              <a:rPr lang="en-US" sz="1050" b="0" u="none" strike="noStrike" dirty="0">
                <a:solidFill>
                  <a:srgbClr val="898989"/>
                </a:solidFill>
                <a:effectLst/>
                <a:uFillTx/>
                <a:latin typeface="Calibri"/>
              </a:rPr>
              <a:t>K</a:t>
            </a:r>
            <a:r>
              <a:rPr lang="tr-TR" sz="1050" b="0" u="none" strike="noStrike" dirty="0">
                <a:solidFill>
                  <a:srgbClr val="898989"/>
                </a:solidFill>
                <a:effectLst/>
                <a:uFillTx/>
                <a:latin typeface="Calibri"/>
              </a:rPr>
              <a:t>TR)</a:t>
            </a:r>
            <a:endParaRPr lang="tr-TR" sz="1050" b="0" u="none" strike="noStrike" dirty="0">
              <a:solidFill>
                <a:srgbClr val="000000"/>
              </a:solidFill>
              <a:effectLst/>
              <a:uFillTx/>
              <a:latin typeface="Times New Roman"/>
            </a:endParaRPr>
          </a:p>
        </p:txBody>
      </p:sp>
      <p:sp>
        <p:nvSpPr>
          <p:cNvPr id="504" name="TextBox 8"/>
          <p:cNvSpPr/>
          <p:nvPr/>
        </p:nvSpPr>
        <p:spPr>
          <a:xfrm>
            <a:off x="6480" y="544680"/>
            <a:ext cx="1027440" cy="569880"/>
          </a:xfrm>
          <a:prstGeom prst="rect">
            <a:avLst/>
          </a:prstGeom>
          <a:noFill/>
          <a:ln w="0">
            <a:solidFill>
              <a:srgbClr val="000000"/>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tr-TR" sz="1550" b="0" u="none" strike="noStrike">
                <a:solidFill>
                  <a:srgbClr val="000000"/>
                </a:solidFill>
                <a:effectLst/>
                <a:uFillTx/>
                <a:latin typeface="Calibri"/>
              </a:rPr>
              <a:t>Takım Logosu</a:t>
            </a:r>
            <a:endParaRPr lang="tr-TR" sz="1550" b="0" u="none" strike="noStrike">
              <a:solidFill>
                <a:srgbClr val="000000"/>
              </a:solidFill>
              <a:effectLst/>
              <a:uFillTx/>
              <a:latin typeface="Arial"/>
            </a:endParaRPr>
          </a:p>
        </p:txBody>
      </p:sp>
      <p:sp>
        <p:nvSpPr>
          <p:cNvPr id="505" name="Rectangle 14"/>
          <p:cNvSpPr/>
          <p:nvPr/>
        </p:nvSpPr>
        <p:spPr>
          <a:xfrm>
            <a:off x="6480" y="6516000"/>
            <a:ext cx="10216800" cy="277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tr-TR" sz="1200" b="0" i="1" u="none" strike="noStrike" dirty="0">
                <a:solidFill>
                  <a:srgbClr val="000000"/>
                </a:solidFill>
                <a:effectLst/>
                <a:uFillTx/>
                <a:latin typeface="Calibri"/>
              </a:rPr>
              <a:t>Bu bölümde şartnamede yer alan </a:t>
            </a:r>
            <a:r>
              <a:rPr lang="tr-TR" sz="1200" b="1" i="1" u="none" strike="noStrike" dirty="0">
                <a:solidFill>
                  <a:srgbClr val="000000"/>
                </a:solidFill>
                <a:effectLst/>
                <a:uFillTx/>
                <a:latin typeface="Calibri"/>
              </a:rPr>
              <a:t>4.2.a, 4.2.b, 4.2.c</a:t>
            </a:r>
            <a:r>
              <a:rPr lang="tr-TR" sz="1200" b="1" i="1" dirty="0">
                <a:solidFill>
                  <a:srgbClr val="000000"/>
                </a:solidFill>
              </a:rPr>
              <a:t>, 4.2.d ve </a:t>
            </a:r>
            <a:r>
              <a:rPr lang="tr-TR" sz="1200" b="1" i="1" u="none" strike="noStrike" dirty="0">
                <a:solidFill>
                  <a:srgbClr val="000000"/>
                </a:solidFill>
                <a:effectLst/>
                <a:uFillTx/>
                <a:latin typeface="Calibri"/>
              </a:rPr>
              <a:t>4.2.k</a:t>
            </a:r>
            <a:r>
              <a:rPr lang="tr-TR" sz="1200" b="0" i="1" u="none" strike="noStrike" dirty="0">
                <a:solidFill>
                  <a:srgbClr val="000000"/>
                </a:solidFill>
                <a:effectLst/>
                <a:uFillTx/>
                <a:latin typeface="Calibri"/>
              </a:rPr>
              <a:t> numaralı gereksinimlerin karşılanıp karşılanmadığı kontrol edilecektir.</a:t>
            </a:r>
            <a:endParaRPr lang="tr-TR" sz="1200" b="0" u="none" strike="noStrike" dirty="0">
              <a:solidFill>
                <a:srgbClr val="000000"/>
              </a:solidFill>
              <a:effectLst/>
              <a:uFillTx/>
              <a:latin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 name="PlaceHolder 1"/>
          <p:cNvSpPr>
            <a:spLocks noGrp="1"/>
          </p:cNvSpPr>
          <p:nvPr>
            <p:ph type="title"/>
          </p:nvPr>
        </p:nvSpPr>
        <p:spPr>
          <a:xfrm>
            <a:off x="897120" y="432720"/>
            <a:ext cx="8898480" cy="658440"/>
          </a:xfrm>
          <a:prstGeom prst="rect">
            <a:avLst/>
          </a:prstGeom>
          <a:noFill/>
          <a:ln w="0">
            <a:noFill/>
          </a:ln>
        </p:spPr>
        <p:txBody>
          <a:bodyPr lIns="0" tIns="0" rIns="0" bIns="0" anchor="b">
            <a:noAutofit/>
          </a:bodyPr>
          <a:lstStyle/>
          <a:p>
            <a:pPr indent="0" algn="ctr">
              <a:lnSpc>
                <a:spcPct val="100000"/>
              </a:lnSpc>
              <a:buNone/>
            </a:pPr>
            <a:r>
              <a:rPr lang="tr-TR" sz="3950" b="1" u="none" strike="noStrike">
                <a:solidFill>
                  <a:srgbClr val="0070C0"/>
                </a:solidFill>
                <a:effectLst/>
                <a:uFillTx/>
                <a:latin typeface="Calibri"/>
              </a:rPr>
              <a:t>6 Serbestlik Dereceli Uçuş Benzetimi</a:t>
            </a:r>
            <a:endParaRPr lang="tr-TR" sz="3950" b="0" u="none" strike="noStrike">
              <a:solidFill>
                <a:srgbClr val="000000"/>
              </a:solidFill>
              <a:effectLst/>
              <a:uFillTx/>
              <a:latin typeface="Calibri"/>
            </a:endParaRPr>
          </a:p>
        </p:txBody>
      </p:sp>
      <p:cxnSp>
        <p:nvCxnSpPr>
          <p:cNvPr id="507" name="Straight Connector 4"/>
          <p:cNvCxnSpPr/>
          <p:nvPr/>
        </p:nvCxnSpPr>
        <p:spPr>
          <a:xfrm flipV="1">
            <a:off x="0" y="1352520"/>
            <a:ext cx="10693440" cy="23040"/>
          </a:xfrm>
          <a:prstGeom prst="straightConnector1">
            <a:avLst/>
          </a:prstGeom>
          <a:ln w="38100">
            <a:solidFill>
              <a:srgbClr val="4A7EBB"/>
            </a:solidFill>
            <a:round/>
          </a:ln>
        </p:spPr>
      </p:cxnSp>
      <p:cxnSp>
        <p:nvCxnSpPr>
          <p:cNvPr id="508" name="Straight Connector 5"/>
          <p:cNvCxnSpPr/>
          <p:nvPr/>
        </p:nvCxnSpPr>
        <p:spPr>
          <a:xfrm flipV="1">
            <a:off x="0" y="6790680"/>
            <a:ext cx="10693440" cy="22680"/>
          </a:xfrm>
          <a:prstGeom prst="straightConnector1">
            <a:avLst/>
          </a:prstGeom>
          <a:ln w="38100">
            <a:solidFill>
              <a:srgbClr val="4A7EBB"/>
            </a:solidFill>
            <a:round/>
          </a:ln>
        </p:spPr>
      </p:cxnSp>
      <p:sp>
        <p:nvSpPr>
          <p:cNvPr id="509" name="PlaceHolder 2"/>
          <p:cNvSpPr>
            <a:spLocks noGrp="1"/>
          </p:cNvSpPr>
          <p:nvPr>
            <p:ph type="sldNum" idx="131"/>
          </p:nvPr>
        </p:nvSpPr>
        <p:spPr>
          <a:xfrm>
            <a:off x="9724320" y="6981840"/>
            <a:ext cx="201600" cy="16092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BAF16B2A-1FC1-48B2-81D2-17231D055366}" type="slidenum">
              <a:rPr lang="tr-TR" sz="1050" b="0" u="none" strike="noStrike">
                <a:solidFill>
                  <a:srgbClr val="898989"/>
                </a:solidFill>
                <a:effectLst/>
                <a:uFillTx/>
                <a:latin typeface="Calibri"/>
              </a:rPr>
              <a:t>39</a:t>
            </a:fld>
            <a:endParaRPr lang="tr-TR" sz="1050" b="0" u="none" strike="noStrike">
              <a:solidFill>
                <a:srgbClr val="000000"/>
              </a:solidFill>
              <a:effectLst/>
              <a:uFillTx/>
              <a:latin typeface="Times New Roman"/>
            </a:endParaRPr>
          </a:p>
        </p:txBody>
      </p:sp>
      <p:sp>
        <p:nvSpPr>
          <p:cNvPr id="510" name="PlaceHolder 3"/>
          <p:cNvSpPr>
            <a:spLocks noGrp="1"/>
          </p:cNvSpPr>
          <p:nvPr>
            <p:ph type="dt" idx="132"/>
          </p:nvPr>
        </p:nvSpPr>
        <p:spPr>
          <a:xfrm>
            <a:off x="802800" y="6981840"/>
            <a:ext cx="1320840" cy="16128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5D3C54F5-653C-4743-8011-52FDBF873877}" type="datetime2">
              <a:rPr lang="tr-TR" sz="1050" b="0" u="none" strike="noStrike">
                <a:solidFill>
                  <a:srgbClr val="898989"/>
                </a:solidFill>
                <a:effectLst/>
                <a:uFillTx/>
                <a:latin typeface="Calibri"/>
              </a:rPr>
              <a:t>21 Nisan 2026 Salı</a:t>
            </a:fld>
            <a:endParaRPr lang="tr-TR" sz="1050" b="0" u="none" strike="noStrike">
              <a:solidFill>
                <a:srgbClr val="000000"/>
              </a:solidFill>
              <a:effectLst/>
              <a:uFillTx/>
              <a:latin typeface="Times New Roman"/>
            </a:endParaRPr>
          </a:p>
        </p:txBody>
      </p:sp>
      <p:pic>
        <p:nvPicPr>
          <p:cNvPr id="511" name="Picture 6"/>
          <p:cNvPicPr/>
          <p:nvPr/>
        </p:nvPicPr>
        <p:blipFill>
          <a:blip r:embed="rId3"/>
          <a:stretch/>
        </p:blipFill>
        <p:spPr>
          <a:xfrm>
            <a:off x="9630360" y="276120"/>
            <a:ext cx="1062720" cy="1062720"/>
          </a:xfrm>
          <a:prstGeom prst="rect">
            <a:avLst/>
          </a:prstGeom>
          <a:noFill/>
          <a:ln w="0">
            <a:noFill/>
          </a:ln>
        </p:spPr>
      </p:pic>
      <p:cxnSp>
        <p:nvCxnSpPr>
          <p:cNvPr id="512" name="Straight Connector 4"/>
          <p:cNvCxnSpPr/>
          <p:nvPr/>
        </p:nvCxnSpPr>
        <p:spPr>
          <a:xfrm flipV="1">
            <a:off x="0" y="1352520"/>
            <a:ext cx="10693440" cy="23040"/>
          </a:xfrm>
          <a:prstGeom prst="straightConnector1">
            <a:avLst/>
          </a:prstGeom>
          <a:ln w="38100">
            <a:solidFill>
              <a:srgbClr val="4A7EBB"/>
            </a:solidFill>
            <a:round/>
          </a:ln>
        </p:spPr>
      </p:cxnSp>
      <p:sp>
        <p:nvSpPr>
          <p:cNvPr id="513" name="Metin kutusu 18"/>
          <p:cNvSpPr/>
          <p:nvPr/>
        </p:nvSpPr>
        <p:spPr>
          <a:xfrm>
            <a:off x="2855880" y="1919160"/>
            <a:ext cx="4682880" cy="5698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a:lnSpc>
                <a:spcPct val="100000"/>
              </a:lnSpc>
            </a:pPr>
            <a:r>
              <a:rPr lang="tr-TR" sz="1550" b="0" u="none" strike="noStrike">
                <a:solidFill>
                  <a:srgbClr val="000000"/>
                </a:solidFill>
                <a:effectLst/>
                <a:uFillTx/>
                <a:latin typeface="Calibri"/>
              </a:rPr>
              <a:t> 6 Serbestlik Dereceli Uçuş Benzetimi Analiz Sonuçları -3-</a:t>
            </a:r>
            <a:br>
              <a:rPr sz="1550"/>
            </a:br>
            <a:endParaRPr lang="tr-TR" sz="1550" b="0" u="none" strike="noStrike">
              <a:solidFill>
                <a:srgbClr val="000000"/>
              </a:solidFill>
              <a:effectLst/>
              <a:uFillTx/>
              <a:latin typeface="Arial"/>
            </a:endParaRPr>
          </a:p>
        </p:txBody>
      </p:sp>
      <p:sp>
        <p:nvSpPr>
          <p:cNvPr id="514" name="Dikdörtgen 20"/>
          <p:cNvSpPr/>
          <p:nvPr/>
        </p:nvSpPr>
        <p:spPr>
          <a:xfrm>
            <a:off x="169560" y="2324160"/>
            <a:ext cx="3372480" cy="3471120"/>
          </a:xfrm>
          <a:prstGeom prst="rect">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tr-TR" sz="2450" b="1" u="none" strike="noStrike">
                <a:solidFill>
                  <a:schemeClr val="lt1"/>
                </a:solidFill>
                <a:effectLst/>
                <a:uFillTx/>
                <a:latin typeface="Calibri"/>
              </a:rPr>
              <a:t>p-Zaman </a:t>
            </a:r>
            <a:endParaRPr lang="tr-TR" sz="2450" b="0" u="none" strike="noStrike">
              <a:solidFill>
                <a:srgbClr val="FFFFFF"/>
              </a:solidFill>
              <a:effectLst/>
              <a:uFillTx/>
              <a:latin typeface="Arial"/>
            </a:endParaRPr>
          </a:p>
          <a:p>
            <a:pPr algn="ctr">
              <a:lnSpc>
                <a:spcPct val="100000"/>
              </a:lnSpc>
            </a:pPr>
            <a:r>
              <a:rPr lang="tr-TR" sz="2450" b="1" u="none" strike="noStrike">
                <a:solidFill>
                  <a:schemeClr val="lt1"/>
                </a:solidFill>
                <a:effectLst/>
                <a:uFillTx/>
                <a:latin typeface="Calibri"/>
              </a:rPr>
              <a:t>Grafiği</a:t>
            </a:r>
            <a:endParaRPr lang="tr-TR" sz="2450" b="0" u="none" strike="noStrike">
              <a:solidFill>
                <a:srgbClr val="FFFFFF"/>
              </a:solidFill>
              <a:effectLst/>
              <a:uFillTx/>
              <a:latin typeface="Arial"/>
            </a:endParaRPr>
          </a:p>
        </p:txBody>
      </p:sp>
      <p:cxnSp>
        <p:nvCxnSpPr>
          <p:cNvPr id="515" name="Düz Ok Bağlayıcısı 21"/>
          <p:cNvCxnSpPr/>
          <p:nvPr/>
        </p:nvCxnSpPr>
        <p:spPr>
          <a:xfrm flipV="1">
            <a:off x="455040" y="2470320"/>
            <a:ext cx="19800" cy="2925000"/>
          </a:xfrm>
          <a:prstGeom prst="straightConnector1">
            <a:avLst/>
          </a:prstGeom>
          <a:ln>
            <a:solidFill>
              <a:srgbClr val="000000"/>
            </a:solidFill>
            <a:round/>
            <a:tailEnd type="triangle" w="med" len="med"/>
          </a:ln>
        </p:spPr>
      </p:cxnSp>
      <p:cxnSp>
        <p:nvCxnSpPr>
          <p:cNvPr id="516" name="Düz Ok Bağlayıcısı 22"/>
          <p:cNvCxnSpPr/>
          <p:nvPr/>
        </p:nvCxnSpPr>
        <p:spPr>
          <a:xfrm flipV="1">
            <a:off x="464760" y="5394960"/>
            <a:ext cx="2885400" cy="10080"/>
          </a:xfrm>
          <a:prstGeom prst="straightConnector1">
            <a:avLst/>
          </a:prstGeom>
          <a:ln>
            <a:solidFill>
              <a:srgbClr val="000000"/>
            </a:solidFill>
            <a:round/>
            <a:tailEnd type="triangle" w="med" len="med"/>
          </a:ln>
        </p:spPr>
      </p:cxnSp>
      <p:sp>
        <p:nvSpPr>
          <p:cNvPr id="517" name="Metin kutusu 23"/>
          <p:cNvSpPr/>
          <p:nvPr/>
        </p:nvSpPr>
        <p:spPr>
          <a:xfrm>
            <a:off x="1450080" y="5463720"/>
            <a:ext cx="1197000" cy="369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tr-TR" sz="1800" b="0" u="none" strike="noStrike">
                <a:solidFill>
                  <a:srgbClr val="000000"/>
                </a:solidFill>
                <a:effectLst/>
                <a:uFillTx/>
                <a:latin typeface="Arial"/>
              </a:rPr>
              <a:t>Zaman [s]</a:t>
            </a:r>
          </a:p>
        </p:txBody>
      </p:sp>
      <p:sp>
        <p:nvSpPr>
          <p:cNvPr id="518" name="Metin kutusu 24"/>
          <p:cNvSpPr/>
          <p:nvPr/>
        </p:nvSpPr>
        <p:spPr>
          <a:xfrm rot="16200000">
            <a:off x="-171360" y="3748320"/>
            <a:ext cx="1006560" cy="369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tr-TR" sz="1800" b="0" u="none" strike="noStrike">
                <a:solidFill>
                  <a:srgbClr val="000000"/>
                </a:solidFill>
                <a:effectLst/>
                <a:uFillTx/>
                <a:latin typeface="Arial"/>
              </a:rPr>
              <a:t>p [rad/s]</a:t>
            </a:r>
          </a:p>
        </p:txBody>
      </p:sp>
      <p:sp>
        <p:nvSpPr>
          <p:cNvPr id="519" name="Dikdörtgen 25"/>
          <p:cNvSpPr/>
          <p:nvPr/>
        </p:nvSpPr>
        <p:spPr>
          <a:xfrm>
            <a:off x="3681000" y="2324160"/>
            <a:ext cx="3372480" cy="3471120"/>
          </a:xfrm>
          <a:prstGeom prst="rect">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tr-TR" sz="2450" b="1" u="none" strike="noStrike">
                <a:solidFill>
                  <a:schemeClr val="lt1"/>
                </a:solidFill>
                <a:effectLst/>
                <a:uFillTx/>
                <a:latin typeface="Calibri"/>
              </a:rPr>
              <a:t>q-Zaman </a:t>
            </a:r>
            <a:br>
              <a:rPr sz="2450"/>
            </a:br>
            <a:r>
              <a:rPr lang="tr-TR" sz="2450" b="1" u="none" strike="noStrike">
                <a:solidFill>
                  <a:schemeClr val="lt1"/>
                </a:solidFill>
                <a:effectLst/>
                <a:uFillTx/>
                <a:latin typeface="Calibri"/>
              </a:rPr>
              <a:t>Grafiği</a:t>
            </a:r>
            <a:endParaRPr lang="tr-TR" sz="2450" b="0" u="none" strike="noStrike">
              <a:solidFill>
                <a:srgbClr val="FFFFFF"/>
              </a:solidFill>
              <a:effectLst/>
              <a:uFillTx/>
              <a:latin typeface="Arial"/>
            </a:endParaRPr>
          </a:p>
        </p:txBody>
      </p:sp>
      <p:cxnSp>
        <p:nvCxnSpPr>
          <p:cNvPr id="520" name="Düz Ok Bağlayıcısı 26"/>
          <p:cNvCxnSpPr/>
          <p:nvPr/>
        </p:nvCxnSpPr>
        <p:spPr>
          <a:xfrm flipV="1">
            <a:off x="3966480" y="2470320"/>
            <a:ext cx="19800" cy="2925000"/>
          </a:xfrm>
          <a:prstGeom prst="straightConnector1">
            <a:avLst/>
          </a:prstGeom>
          <a:ln>
            <a:solidFill>
              <a:srgbClr val="000000"/>
            </a:solidFill>
            <a:round/>
            <a:tailEnd type="triangle" w="med" len="med"/>
          </a:ln>
        </p:spPr>
      </p:cxnSp>
      <p:cxnSp>
        <p:nvCxnSpPr>
          <p:cNvPr id="521" name="Düz Ok Bağlayıcısı 27"/>
          <p:cNvCxnSpPr/>
          <p:nvPr/>
        </p:nvCxnSpPr>
        <p:spPr>
          <a:xfrm flipV="1">
            <a:off x="3976200" y="5394960"/>
            <a:ext cx="2885760" cy="10080"/>
          </a:xfrm>
          <a:prstGeom prst="straightConnector1">
            <a:avLst/>
          </a:prstGeom>
          <a:ln>
            <a:solidFill>
              <a:srgbClr val="000000"/>
            </a:solidFill>
            <a:round/>
            <a:tailEnd type="triangle" w="med" len="med"/>
          </a:ln>
        </p:spPr>
      </p:cxnSp>
      <p:sp>
        <p:nvSpPr>
          <p:cNvPr id="522" name="Metin kutusu 28"/>
          <p:cNvSpPr/>
          <p:nvPr/>
        </p:nvSpPr>
        <p:spPr>
          <a:xfrm>
            <a:off x="4961880" y="5463720"/>
            <a:ext cx="1197000" cy="369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tr-TR" sz="1800" b="0" u="none" strike="noStrike">
                <a:solidFill>
                  <a:srgbClr val="000000"/>
                </a:solidFill>
                <a:effectLst/>
                <a:uFillTx/>
                <a:latin typeface="Arial"/>
              </a:rPr>
              <a:t>Zaman [s]</a:t>
            </a:r>
          </a:p>
        </p:txBody>
      </p:sp>
      <p:sp>
        <p:nvSpPr>
          <p:cNvPr id="523" name="Metin kutusu 29"/>
          <p:cNvSpPr/>
          <p:nvPr/>
        </p:nvSpPr>
        <p:spPr>
          <a:xfrm rot="16200000">
            <a:off x="3339720" y="3748320"/>
            <a:ext cx="1006560" cy="369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tr-TR" sz="1800" b="0" u="none" strike="noStrike">
                <a:solidFill>
                  <a:srgbClr val="000000"/>
                </a:solidFill>
                <a:effectLst/>
                <a:uFillTx/>
                <a:latin typeface="Arial"/>
              </a:rPr>
              <a:t>q [rad/s]</a:t>
            </a:r>
          </a:p>
        </p:txBody>
      </p:sp>
      <p:sp>
        <p:nvSpPr>
          <p:cNvPr id="524" name="Dikdörtgen 30"/>
          <p:cNvSpPr/>
          <p:nvPr/>
        </p:nvSpPr>
        <p:spPr>
          <a:xfrm>
            <a:off x="7192800" y="2324160"/>
            <a:ext cx="3372480" cy="3471120"/>
          </a:xfrm>
          <a:prstGeom prst="rect">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tr-TR" sz="2450" b="1" u="none" strike="noStrike">
                <a:solidFill>
                  <a:schemeClr val="lt1"/>
                </a:solidFill>
                <a:effectLst/>
                <a:uFillTx/>
                <a:latin typeface="Calibri"/>
              </a:rPr>
              <a:t> r-Zaman</a:t>
            </a:r>
            <a:endParaRPr lang="tr-TR" sz="2450" b="0" u="none" strike="noStrike">
              <a:solidFill>
                <a:srgbClr val="FFFFFF"/>
              </a:solidFill>
              <a:effectLst/>
              <a:uFillTx/>
              <a:latin typeface="Arial"/>
            </a:endParaRPr>
          </a:p>
          <a:p>
            <a:pPr algn="ctr">
              <a:lnSpc>
                <a:spcPct val="100000"/>
              </a:lnSpc>
            </a:pPr>
            <a:r>
              <a:rPr lang="tr-TR" sz="2450" b="1" u="none" strike="noStrike">
                <a:solidFill>
                  <a:schemeClr val="lt1"/>
                </a:solidFill>
                <a:effectLst/>
                <a:uFillTx/>
                <a:latin typeface="Calibri"/>
              </a:rPr>
              <a:t>Grafiği</a:t>
            </a:r>
            <a:endParaRPr lang="tr-TR" sz="2450" b="0" u="none" strike="noStrike">
              <a:solidFill>
                <a:srgbClr val="FFFFFF"/>
              </a:solidFill>
              <a:effectLst/>
              <a:uFillTx/>
              <a:latin typeface="Arial"/>
            </a:endParaRPr>
          </a:p>
        </p:txBody>
      </p:sp>
      <p:cxnSp>
        <p:nvCxnSpPr>
          <p:cNvPr id="525" name="Düz Ok Bağlayıcısı 31"/>
          <p:cNvCxnSpPr/>
          <p:nvPr/>
        </p:nvCxnSpPr>
        <p:spPr>
          <a:xfrm flipV="1">
            <a:off x="7477920" y="2470320"/>
            <a:ext cx="20160" cy="2925000"/>
          </a:xfrm>
          <a:prstGeom prst="straightConnector1">
            <a:avLst/>
          </a:prstGeom>
          <a:ln>
            <a:solidFill>
              <a:srgbClr val="000000"/>
            </a:solidFill>
            <a:round/>
            <a:tailEnd type="triangle" w="med" len="med"/>
          </a:ln>
        </p:spPr>
      </p:cxnSp>
      <p:cxnSp>
        <p:nvCxnSpPr>
          <p:cNvPr id="526" name="Düz Ok Bağlayıcısı 32"/>
          <p:cNvCxnSpPr/>
          <p:nvPr/>
        </p:nvCxnSpPr>
        <p:spPr>
          <a:xfrm flipV="1">
            <a:off x="7488000" y="5394960"/>
            <a:ext cx="2885400" cy="10080"/>
          </a:xfrm>
          <a:prstGeom prst="straightConnector1">
            <a:avLst/>
          </a:prstGeom>
          <a:ln>
            <a:solidFill>
              <a:srgbClr val="000000"/>
            </a:solidFill>
            <a:round/>
            <a:tailEnd type="triangle" w="med" len="med"/>
          </a:ln>
        </p:spPr>
      </p:cxnSp>
      <p:sp>
        <p:nvSpPr>
          <p:cNvPr id="527" name="Metin kutusu 33"/>
          <p:cNvSpPr/>
          <p:nvPr/>
        </p:nvSpPr>
        <p:spPr>
          <a:xfrm>
            <a:off x="8473320" y="5463720"/>
            <a:ext cx="1197000" cy="369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tr-TR" sz="1800" b="0" u="none" strike="noStrike">
                <a:solidFill>
                  <a:srgbClr val="000000"/>
                </a:solidFill>
                <a:effectLst/>
                <a:uFillTx/>
                <a:latin typeface="Arial"/>
              </a:rPr>
              <a:t>Zaman [s]</a:t>
            </a:r>
          </a:p>
        </p:txBody>
      </p:sp>
      <p:sp>
        <p:nvSpPr>
          <p:cNvPr id="528" name="Metin kutusu 34"/>
          <p:cNvSpPr/>
          <p:nvPr/>
        </p:nvSpPr>
        <p:spPr>
          <a:xfrm rot="16200000">
            <a:off x="6845400" y="3748320"/>
            <a:ext cx="1019160" cy="369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tr-TR" sz="1800" b="0" u="none" strike="noStrike">
                <a:solidFill>
                  <a:srgbClr val="000000"/>
                </a:solidFill>
                <a:effectLst/>
                <a:uFillTx/>
                <a:latin typeface="Arial"/>
              </a:rPr>
              <a:t>r [rad/s] </a:t>
            </a:r>
          </a:p>
        </p:txBody>
      </p:sp>
      <p:sp>
        <p:nvSpPr>
          <p:cNvPr id="529" name="PlaceHolder 4"/>
          <p:cNvSpPr>
            <a:spLocks noGrp="1"/>
          </p:cNvSpPr>
          <p:nvPr>
            <p:ph type="ftr" idx="133"/>
          </p:nvPr>
        </p:nvSpPr>
        <p:spPr>
          <a:xfrm>
            <a:off x="3542040" y="6890040"/>
            <a:ext cx="3608640" cy="320040"/>
          </a:xfrm>
          <a:prstGeom prst="rect">
            <a:avLst/>
          </a:prstGeom>
          <a:noFill/>
          <a:ln w="0">
            <a:noFill/>
          </a:ln>
        </p:spPr>
        <p:txBody>
          <a:bodyPr lIns="0" tIns="0" rIns="0" bIns="0" anchor="t">
            <a:noAutofit/>
          </a:bodyPr>
          <a:lstStyle>
            <a:lvl1pPr indent="0" algn="ctr">
              <a:lnSpc>
                <a:spcPct val="100000"/>
              </a:lnSpc>
              <a:buNone/>
              <a:defRPr lang="tr-TR" sz="1050" b="0" u="none" strike="noStrike">
                <a:solidFill>
                  <a:srgbClr val="898989"/>
                </a:solidFill>
                <a:effectLst/>
                <a:uFillTx/>
                <a:latin typeface="Calibri"/>
              </a:defRPr>
            </a:lvl1pPr>
          </a:lstStyle>
          <a:p>
            <a:pPr indent="0" algn="ctr">
              <a:lnSpc>
                <a:spcPct val="100000"/>
              </a:lnSpc>
              <a:buNone/>
            </a:pPr>
            <a:r>
              <a:rPr lang="tr-TR" sz="1050" b="0" u="none" strike="noStrike" dirty="0">
                <a:solidFill>
                  <a:srgbClr val="898989"/>
                </a:solidFill>
                <a:effectLst/>
                <a:uFillTx/>
                <a:latin typeface="Calibri"/>
              </a:rPr>
              <a:t>2026 TEKNOFEST DİKEY İNİŞLİ ROKET YARIŞMASI</a:t>
            </a:r>
            <a:br>
              <a:rPr sz="1050" dirty="0"/>
            </a:br>
            <a:r>
              <a:rPr lang="tr-TR" sz="1050" b="0" u="none" strike="noStrike" dirty="0">
                <a:solidFill>
                  <a:srgbClr val="898989"/>
                </a:solidFill>
                <a:effectLst/>
                <a:uFillTx/>
                <a:latin typeface="Calibri"/>
              </a:rPr>
              <a:t> </a:t>
            </a:r>
            <a:r>
              <a:rPr lang="en-US" sz="1050" b="0" u="none" strike="noStrike" dirty="0">
                <a:solidFill>
                  <a:srgbClr val="898989"/>
                </a:solidFill>
                <a:effectLst/>
                <a:uFillTx/>
                <a:latin typeface="Calibri"/>
              </a:rPr>
              <a:t>KRİTİK</a:t>
            </a:r>
            <a:r>
              <a:rPr lang="tr-TR" sz="1050" b="0" u="none" strike="noStrike" dirty="0">
                <a:solidFill>
                  <a:srgbClr val="898989"/>
                </a:solidFill>
                <a:effectLst/>
                <a:uFillTx/>
                <a:latin typeface="Calibri"/>
              </a:rPr>
              <a:t> TASARIM RAPORU (</a:t>
            </a:r>
            <a:r>
              <a:rPr lang="en-US" sz="1050" b="0" u="none" strike="noStrike" dirty="0">
                <a:solidFill>
                  <a:srgbClr val="898989"/>
                </a:solidFill>
                <a:effectLst/>
                <a:uFillTx/>
                <a:latin typeface="Calibri"/>
              </a:rPr>
              <a:t>K</a:t>
            </a:r>
            <a:r>
              <a:rPr lang="tr-TR" sz="1050" b="0" u="none" strike="noStrike" dirty="0">
                <a:solidFill>
                  <a:srgbClr val="898989"/>
                </a:solidFill>
                <a:effectLst/>
                <a:uFillTx/>
                <a:latin typeface="Calibri"/>
              </a:rPr>
              <a:t>TR)</a:t>
            </a:r>
            <a:endParaRPr lang="tr-TR" sz="1050" b="0" u="none" strike="noStrike" dirty="0">
              <a:solidFill>
                <a:srgbClr val="000000"/>
              </a:solidFill>
              <a:effectLst/>
              <a:uFillTx/>
              <a:latin typeface="Times New Roman"/>
            </a:endParaRPr>
          </a:p>
        </p:txBody>
      </p:sp>
      <p:sp>
        <p:nvSpPr>
          <p:cNvPr id="530" name="TextBox 8"/>
          <p:cNvSpPr/>
          <p:nvPr/>
        </p:nvSpPr>
        <p:spPr>
          <a:xfrm>
            <a:off x="6480" y="544680"/>
            <a:ext cx="1027440" cy="569880"/>
          </a:xfrm>
          <a:prstGeom prst="rect">
            <a:avLst/>
          </a:prstGeom>
          <a:noFill/>
          <a:ln w="0">
            <a:solidFill>
              <a:srgbClr val="000000"/>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tr-TR" sz="1550" b="0" u="none" strike="noStrike">
                <a:solidFill>
                  <a:srgbClr val="000000"/>
                </a:solidFill>
                <a:effectLst/>
                <a:uFillTx/>
                <a:latin typeface="Calibri"/>
              </a:rPr>
              <a:t>Takım Logosu</a:t>
            </a:r>
            <a:endParaRPr lang="tr-TR" sz="1550" b="0" u="none" strike="noStrike">
              <a:solidFill>
                <a:srgbClr val="000000"/>
              </a:solidFill>
              <a:effectLst/>
              <a:uFillTx/>
              <a:latin typeface="Arial"/>
            </a:endParaRPr>
          </a:p>
        </p:txBody>
      </p:sp>
      <p:sp>
        <p:nvSpPr>
          <p:cNvPr id="531" name="Rectangle 14"/>
          <p:cNvSpPr/>
          <p:nvPr/>
        </p:nvSpPr>
        <p:spPr>
          <a:xfrm>
            <a:off x="6480" y="6516000"/>
            <a:ext cx="10140480" cy="277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tr-TR" sz="1200" b="0" i="1" u="none" strike="noStrike" dirty="0">
                <a:solidFill>
                  <a:srgbClr val="000000"/>
                </a:solidFill>
                <a:effectLst/>
                <a:uFillTx/>
                <a:latin typeface="Calibri"/>
              </a:rPr>
              <a:t>Bu bölümde şartnamede yer alan </a:t>
            </a:r>
            <a:r>
              <a:rPr lang="tr-TR" sz="1200" b="1" i="1" u="none" strike="noStrike" dirty="0">
                <a:solidFill>
                  <a:srgbClr val="000000"/>
                </a:solidFill>
                <a:effectLst/>
                <a:uFillTx/>
                <a:latin typeface="Calibri"/>
              </a:rPr>
              <a:t>4.2.a, </a:t>
            </a:r>
            <a:r>
              <a:rPr lang="tr-TR" sz="1200" b="1" i="1" dirty="0">
                <a:solidFill>
                  <a:srgbClr val="000000"/>
                </a:solidFill>
              </a:rPr>
              <a:t>4.2.b, 4.2.c, 4.2.d</a:t>
            </a:r>
            <a:r>
              <a:rPr lang="tr-TR" sz="1200" b="1" i="1" u="none" strike="noStrike" dirty="0">
                <a:solidFill>
                  <a:srgbClr val="000000"/>
                </a:solidFill>
                <a:effectLst/>
                <a:uFillTx/>
                <a:latin typeface="Calibri"/>
              </a:rPr>
              <a:t> ve 4.2.k</a:t>
            </a:r>
            <a:r>
              <a:rPr lang="tr-TR" sz="1200" b="0" i="1" u="none" strike="noStrike" dirty="0">
                <a:solidFill>
                  <a:srgbClr val="000000"/>
                </a:solidFill>
                <a:effectLst/>
                <a:uFillTx/>
                <a:latin typeface="Calibri"/>
              </a:rPr>
              <a:t> numaralı gereksinimlerin karşılanıp karşılanmadığı kontrol edilecektir.</a:t>
            </a:r>
            <a:endParaRPr lang="tr-TR" sz="1200" b="0" u="none" strike="noStrike" dirty="0">
              <a:solidFill>
                <a:srgbClr val="000000"/>
              </a:solidFill>
              <a:effectLst/>
              <a:uFillTx/>
              <a:latin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 name="PlaceHolder 1"/>
          <p:cNvSpPr>
            <a:spLocks noGrp="1"/>
          </p:cNvSpPr>
          <p:nvPr>
            <p:ph type="title"/>
          </p:nvPr>
        </p:nvSpPr>
        <p:spPr>
          <a:xfrm>
            <a:off x="1235160" y="494640"/>
            <a:ext cx="8019720" cy="658440"/>
          </a:xfrm>
          <a:prstGeom prst="rect">
            <a:avLst/>
          </a:prstGeom>
          <a:noFill/>
          <a:ln w="0">
            <a:noFill/>
          </a:ln>
        </p:spPr>
        <p:txBody>
          <a:bodyPr lIns="0" tIns="0" rIns="0" bIns="0" anchor="b">
            <a:noAutofit/>
          </a:bodyPr>
          <a:lstStyle/>
          <a:p>
            <a:pPr indent="0" algn="ctr">
              <a:lnSpc>
                <a:spcPct val="100000"/>
              </a:lnSpc>
              <a:buNone/>
            </a:pPr>
            <a:r>
              <a:rPr lang="tr-TR" sz="3950" b="1" u="none" strike="noStrike">
                <a:solidFill>
                  <a:srgbClr val="0070C0"/>
                </a:solidFill>
                <a:effectLst/>
                <a:uFillTx/>
                <a:latin typeface="Calibri"/>
              </a:rPr>
              <a:t> Güdüm Kontrol Sistemi - Detay </a:t>
            </a:r>
            <a:endParaRPr lang="tr-TR" sz="3950" b="0" u="none" strike="noStrike">
              <a:solidFill>
                <a:srgbClr val="000000"/>
              </a:solidFill>
              <a:effectLst/>
              <a:uFillTx/>
              <a:latin typeface="Calibri"/>
            </a:endParaRPr>
          </a:p>
        </p:txBody>
      </p:sp>
      <p:cxnSp>
        <p:nvCxnSpPr>
          <p:cNvPr id="533" name="Straight Connector 4"/>
          <p:cNvCxnSpPr/>
          <p:nvPr/>
        </p:nvCxnSpPr>
        <p:spPr>
          <a:xfrm flipV="1">
            <a:off x="0" y="1352520"/>
            <a:ext cx="10693440" cy="23040"/>
          </a:xfrm>
          <a:prstGeom prst="straightConnector1">
            <a:avLst/>
          </a:prstGeom>
          <a:ln w="38100">
            <a:solidFill>
              <a:srgbClr val="4A7EBB"/>
            </a:solidFill>
            <a:round/>
          </a:ln>
        </p:spPr>
      </p:cxnSp>
      <p:cxnSp>
        <p:nvCxnSpPr>
          <p:cNvPr id="534" name="Straight Connector 5"/>
          <p:cNvCxnSpPr/>
          <p:nvPr/>
        </p:nvCxnSpPr>
        <p:spPr>
          <a:xfrm flipV="1">
            <a:off x="0" y="6790680"/>
            <a:ext cx="10693440" cy="22680"/>
          </a:xfrm>
          <a:prstGeom prst="straightConnector1">
            <a:avLst/>
          </a:prstGeom>
          <a:ln w="38100">
            <a:solidFill>
              <a:srgbClr val="4A7EBB"/>
            </a:solidFill>
            <a:round/>
          </a:ln>
        </p:spPr>
      </p:cxnSp>
      <p:sp>
        <p:nvSpPr>
          <p:cNvPr id="535" name="PlaceHolder 2"/>
          <p:cNvSpPr>
            <a:spLocks noGrp="1"/>
          </p:cNvSpPr>
          <p:nvPr>
            <p:ph type="sldNum" idx="134"/>
          </p:nvPr>
        </p:nvSpPr>
        <p:spPr>
          <a:xfrm>
            <a:off x="9724320" y="6981840"/>
            <a:ext cx="201600" cy="16092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C4DC9C9A-B9F0-4394-BDD2-80ED63D6E127}" type="slidenum">
              <a:rPr lang="tr-TR" sz="1050" b="0" u="none" strike="noStrike">
                <a:solidFill>
                  <a:srgbClr val="898989"/>
                </a:solidFill>
                <a:effectLst/>
                <a:uFillTx/>
                <a:latin typeface="Calibri"/>
              </a:rPr>
              <a:t>40</a:t>
            </a:fld>
            <a:endParaRPr lang="tr-TR" sz="1050" b="0" u="none" strike="noStrike">
              <a:solidFill>
                <a:srgbClr val="000000"/>
              </a:solidFill>
              <a:effectLst/>
              <a:uFillTx/>
              <a:latin typeface="Times New Roman"/>
            </a:endParaRPr>
          </a:p>
        </p:txBody>
      </p:sp>
      <p:sp>
        <p:nvSpPr>
          <p:cNvPr id="536" name="PlaceHolder 3"/>
          <p:cNvSpPr>
            <a:spLocks noGrp="1"/>
          </p:cNvSpPr>
          <p:nvPr>
            <p:ph type="dt" idx="135"/>
          </p:nvPr>
        </p:nvSpPr>
        <p:spPr>
          <a:xfrm>
            <a:off x="802800" y="6981840"/>
            <a:ext cx="1320840" cy="16128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2794F44C-CA4F-44F7-A591-62DD85A6C3AE}" type="datetime2">
              <a:rPr lang="tr-TR" sz="1050" b="0" u="none" strike="noStrike">
                <a:solidFill>
                  <a:srgbClr val="898989"/>
                </a:solidFill>
                <a:effectLst/>
                <a:uFillTx/>
                <a:latin typeface="Calibri"/>
              </a:rPr>
              <a:t>21 Nisan 2026 Salı</a:t>
            </a:fld>
            <a:endParaRPr lang="tr-TR" sz="1050" b="0" u="none" strike="noStrike">
              <a:solidFill>
                <a:srgbClr val="000000"/>
              </a:solidFill>
              <a:effectLst/>
              <a:uFillTx/>
              <a:latin typeface="Times New Roman"/>
            </a:endParaRPr>
          </a:p>
        </p:txBody>
      </p:sp>
      <p:pic>
        <p:nvPicPr>
          <p:cNvPr id="537" name="Picture 6"/>
          <p:cNvPicPr/>
          <p:nvPr/>
        </p:nvPicPr>
        <p:blipFill>
          <a:blip r:embed="rId3"/>
          <a:stretch/>
        </p:blipFill>
        <p:spPr>
          <a:xfrm>
            <a:off x="9630360" y="276120"/>
            <a:ext cx="1062720" cy="1062720"/>
          </a:xfrm>
          <a:prstGeom prst="rect">
            <a:avLst/>
          </a:prstGeom>
          <a:noFill/>
          <a:ln w="0">
            <a:noFill/>
          </a:ln>
        </p:spPr>
      </p:pic>
      <p:sp>
        <p:nvSpPr>
          <p:cNvPr id="538" name="Rectangle 6"/>
          <p:cNvSpPr/>
          <p:nvPr/>
        </p:nvSpPr>
        <p:spPr>
          <a:xfrm>
            <a:off x="6480" y="1920960"/>
            <a:ext cx="10533600" cy="3596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50000"/>
              </a:lnSpc>
            </a:pPr>
            <a:r>
              <a:rPr lang="tr-TR" sz="1550" b="1" u="none" strike="noStrike">
                <a:solidFill>
                  <a:srgbClr val="002060"/>
                </a:solidFill>
                <a:effectLst/>
                <a:uFillTx/>
                <a:latin typeface="Calibri"/>
              </a:rPr>
              <a:t>Alt Sistem İçerik Detaylarında belirtilmiş olan tüm bilgileri içermelidir.</a:t>
            </a:r>
            <a:endParaRPr lang="tr-TR" sz="1550" b="0" u="none" strike="noStrike">
              <a:solidFill>
                <a:srgbClr val="000000"/>
              </a:solidFill>
              <a:effectLst/>
              <a:uFillTx/>
              <a:latin typeface="Arial"/>
            </a:endParaRPr>
          </a:p>
          <a:p>
            <a:pPr marL="250560" indent="-250560">
              <a:lnSpc>
                <a:spcPct val="150000"/>
              </a:lnSpc>
              <a:spcAft>
                <a:spcPts val="527"/>
              </a:spcAft>
              <a:buClr>
                <a:srgbClr val="000000"/>
              </a:buClr>
              <a:buFont typeface="Arial"/>
              <a:buChar char="•"/>
            </a:pPr>
            <a:r>
              <a:rPr lang="tr-TR" sz="1550" b="0" u="none" strike="noStrike">
                <a:solidFill>
                  <a:srgbClr val="000000"/>
                </a:solidFill>
                <a:effectLst/>
                <a:uFillTx/>
                <a:latin typeface="Calibri"/>
              </a:rPr>
              <a:t>Güdüm Kontrol- Otopilot sisteminin ayrıntıları bu bölümde açıklanmalı ve seçilen sistemin tercih edilme sebeplerinin detaylı bir şekilde açıklanması gerekmektedir. </a:t>
            </a:r>
            <a:endParaRPr lang="tr-TR" sz="1550" b="0" u="none" strike="noStrike">
              <a:solidFill>
                <a:srgbClr val="000000"/>
              </a:solidFill>
              <a:effectLst/>
              <a:uFillTx/>
              <a:latin typeface="Arial"/>
            </a:endParaRPr>
          </a:p>
          <a:p>
            <a:pPr marL="651600" lvl="1" indent="-250560">
              <a:lnSpc>
                <a:spcPct val="150000"/>
              </a:lnSpc>
              <a:spcAft>
                <a:spcPts val="527"/>
              </a:spcAft>
              <a:buClr>
                <a:srgbClr val="000000"/>
              </a:buClr>
              <a:buFont typeface="Wingdings" charset="2"/>
              <a:buChar char=""/>
            </a:pPr>
            <a:r>
              <a:rPr lang="tr-TR" sz="1550" b="0" u="none" strike="noStrike">
                <a:solidFill>
                  <a:srgbClr val="000000"/>
                </a:solidFill>
                <a:effectLst/>
                <a:uFillTx/>
                <a:latin typeface="Calibri"/>
              </a:rPr>
              <a:t>PID, H-Sonsuz, Döngü Şekillendirme, MPC, Kayan Kipli Kontrol, Doğrusal Olmayan Dinamik Tersleme vb </a:t>
            </a:r>
            <a:r>
              <a:rPr lang="tr-TR" sz="1550" b="1" u="none" strike="noStrike">
                <a:solidFill>
                  <a:srgbClr val="000000"/>
                </a:solidFill>
                <a:effectLst/>
                <a:uFillTx/>
                <a:latin typeface="Calibri"/>
              </a:rPr>
              <a:t>(ÖRNEKTİR)</a:t>
            </a:r>
            <a:endParaRPr lang="tr-TR" sz="1550" b="0" u="none" strike="noStrike">
              <a:solidFill>
                <a:srgbClr val="000000"/>
              </a:solidFill>
              <a:effectLst/>
              <a:uFillTx/>
              <a:latin typeface="Arial"/>
            </a:endParaRPr>
          </a:p>
          <a:p>
            <a:pPr marL="250560" indent="-250560">
              <a:lnSpc>
                <a:spcPct val="150000"/>
              </a:lnSpc>
              <a:spcAft>
                <a:spcPts val="527"/>
              </a:spcAft>
              <a:buClr>
                <a:srgbClr val="000000"/>
              </a:buClr>
              <a:buFont typeface="Arial"/>
              <a:buChar char="•"/>
            </a:pPr>
            <a:r>
              <a:rPr lang="tr-TR" sz="1550" b="0" u="none" strike="noStrike">
                <a:solidFill>
                  <a:srgbClr val="000000"/>
                </a:solidFill>
                <a:effectLst/>
                <a:uFillTx/>
                <a:latin typeface="Calibri"/>
              </a:rPr>
              <a:t>Kullanılan aktif (zorunlu) ve pasif (zorunlu değil) kontrol sistemleri detaylı bir biçimde tanıtılmalıdır.</a:t>
            </a:r>
            <a:endParaRPr lang="tr-TR" sz="1550" b="0" u="none" strike="noStrike">
              <a:solidFill>
                <a:srgbClr val="000000"/>
              </a:solidFill>
              <a:effectLst/>
              <a:uFillTx/>
              <a:latin typeface="Arial"/>
            </a:endParaRPr>
          </a:p>
          <a:p>
            <a:pPr marL="250560" indent="-250560">
              <a:lnSpc>
                <a:spcPct val="150000"/>
              </a:lnSpc>
              <a:spcAft>
                <a:spcPts val="527"/>
              </a:spcAft>
              <a:buClr>
                <a:srgbClr val="000000"/>
              </a:buClr>
              <a:buFont typeface="Arial"/>
              <a:buChar char="•"/>
            </a:pPr>
            <a:r>
              <a:rPr lang="tr-TR" sz="1550" b="0" u="none" strike="noStrike">
                <a:solidFill>
                  <a:srgbClr val="000000"/>
                </a:solidFill>
                <a:effectLst/>
                <a:uFillTx/>
                <a:latin typeface="Calibri"/>
              </a:rPr>
              <a:t>Otopilot sistemi için seçilen girişler ve çıkışlar belirtilmeli ve bu giriş çıkışlar için;</a:t>
            </a:r>
            <a:endParaRPr lang="tr-TR" sz="1550" b="0" u="none" strike="noStrike">
              <a:solidFill>
                <a:srgbClr val="000000"/>
              </a:solidFill>
              <a:effectLst/>
              <a:uFillTx/>
              <a:latin typeface="Arial"/>
            </a:endParaRPr>
          </a:p>
          <a:p>
            <a:pPr marL="651600" lvl="1" indent="-250560">
              <a:lnSpc>
                <a:spcPct val="150000"/>
              </a:lnSpc>
              <a:spcAft>
                <a:spcPts val="527"/>
              </a:spcAft>
              <a:buClr>
                <a:srgbClr val="000000"/>
              </a:buClr>
              <a:buFont typeface="Wingdings" charset="2"/>
              <a:buChar char=""/>
            </a:pPr>
            <a:r>
              <a:rPr lang="tr-TR" sz="1550" b="0" u="none" strike="noStrike">
                <a:solidFill>
                  <a:srgbClr val="000000"/>
                </a:solidFill>
                <a:effectLst/>
                <a:uFillTx/>
                <a:latin typeface="Calibri"/>
              </a:rPr>
              <a:t>Kontrol edilen eksen/eksenlerin (Yaw, Pitch ve Roll) tahrik sistemlerinin ve çalışmasının gösterimi.</a:t>
            </a:r>
            <a:endParaRPr lang="tr-TR" sz="1550" b="0" u="none" strike="noStrike">
              <a:solidFill>
                <a:srgbClr val="000000"/>
              </a:solidFill>
              <a:effectLst/>
              <a:uFillTx/>
              <a:latin typeface="Arial"/>
            </a:endParaRPr>
          </a:p>
          <a:p>
            <a:pPr marL="651600" lvl="1" indent="-250560">
              <a:lnSpc>
                <a:spcPct val="150000"/>
              </a:lnSpc>
              <a:spcAft>
                <a:spcPts val="527"/>
              </a:spcAft>
              <a:buClr>
                <a:srgbClr val="000000"/>
              </a:buClr>
              <a:buFont typeface="Wingdings" charset="2"/>
              <a:buChar char=""/>
            </a:pPr>
            <a:r>
              <a:rPr lang="tr-TR" sz="1550" b="0" u="none" strike="noStrike">
                <a:solidFill>
                  <a:srgbClr val="000000"/>
                </a:solidFill>
                <a:effectLst/>
                <a:uFillTx/>
                <a:latin typeface="Calibri"/>
              </a:rPr>
              <a:t>Sensör gürültüsü, parametre belirsizliği vb. altında otopilot tasarımının kararlı çalıştığı ve gürültüyü yükseltmediği gösterilmelidir.</a:t>
            </a:r>
            <a:endParaRPr lang="tr-TR" sz="1550" b="0" u="none" strike="noStrike">
              <a:solidFill>
                <a:srgbClr val="000000"/>
              </a:solidFill>
              <a:effectLst/>
              <a:uFillTx/>
              <a:latin typeface="Arial"/>
            </a:endParaRPr>
          </a:p>
        </p:txBody>
      </p:sp>
      <p:sp>
        <p:nvSpPr>
          <p:cNvPr id="539" name="Dikdörtgen 8"/>
          <p:cNvSpPr/>
          <p:nvPr/>
        </p:nvSpPr>
        <p:spPr>
          <a:xfrm>
            <a:off x="6480" y="6473520"/>
            <a:ext cx="9987480" cy="277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lnSpc>
                <a:spcPct val="100000"/>
              </a:lnSpc>
            </a:pPr>
            <a:r>
              <a:rPr lang="tr-TR" sz="1200" b="0" i="1" u="none" strike="noStrike" dirty="0">
                <a:solidFill>
                  <a:schemeClr val="dk1"/>
                </a:solidFill>
                <a:effectLst/>
                <a:uFillTx/>
                <a:latin typeface="Calibri"/>
              </a:rPr>
              <a:t>Bu bölümde şartnamede yer alan</a:t>
            </a:r>
            <a:r>
              <a:rPr lang="tr-TR" sz="1200" b="1" i="1" dirty="0">
                <a:solidFill>
                  <a:schemeClr val="dk1"/>
                </a:solidFill>
              </a:rPr>
              <a:t> 3.3.g, 3.4.1.A, </a:t>
            </a:r>
            <a:r>
              <a:rPr lang="tr-TR" sz="1200" b="1" i="1" u="none" strike="noStrike" dirty="0">
                <a:solidFill>
                  <a:schemeClr val="dk1"/>
                </a:solidFill>
                <a:effectLst/>
                <a:uFillTx/>
                <a:latin typeface="Calibri"/>
              </a:rPr>
              <a:t>4.2.a, 4.2.c, 4.2.i ve 4.2.k </a:t>
            </a:r>
            <a:r>
              <a:rPr lang="tr-TR" sz="1200" b="0" i="1" u="none" strike="noStrike" dirty="0">
                <a:solidFill>
                  <a:schemeClr val="dk1"/>
                </a:solidFill>
                <a:effectLst/>
                <a:uFillTx/>
                <a:latin typeface="Calibri"/>
              </a:rPr>
              <a:t>numaralı gereksinimlerin karşılanıp karşılanmadığı kontrol edilecektir.</a:t>
            </a:r>
            <a:endParaRPr lang="tr-TR" sz="1200" b="0" u="none" strike="noStrike" dirty="0">
              <a:solidFill>
                <a:srgbClr val="000000"/>
              </a:solidFill>
              <a:effectLst/>
              <a:uFillTx/>
              <a:latin typeface="Arial"/>
            </a:endParaRPr>
          </a:p>
        </p:txBody>
      </p:sp>
      <p:sp>
        <p:nvSpPr>
          <p:cNvPr id="540" name="PlaceHolder 4"/>
          <p:cNvSpPr>
            <a:spLocks noGrp="1"/>
          </p:cNvSpPr>
          <p:nvPr>
            <p:ph type="ftr" idx="136"/>
          </p:nvPr>
        </p:nvSpPr>
        <p:spPr>
          <a:xfrm>
            <a:off x="3542040" y="6890040"/>
            <a:ext cx="3608640" cy="320040"/>
          </a:xfrm>
          <a:prstGeom prst="rect">
            <a:avLst/>
          </a:prstGeom>
          <a:noFill/>
          <a:ln w="0">
            <a:noFill/>
          </a:ln>
        </p:spPr>
        <p:txBody>
          <a:bodyPr lIns="0" tIns="0" rIns="0" bIns="0" anchor="t">
            <a:noAutofit/>
          </a:bodyPr>
          <a:lstStyle>
            <a:lvl1pPr indent="0" algn="ctr">
              <a:lnSpc>
                <a:spcPct val="100000"/>
              </a:lnSpc>
              <a:buNone/>
              <a:defRPr lang="tr-TR" sz="1050" b="0" u="none" strike="noStrike">
                <a:solidFill>
                  <a:srgbClr val="898989"/>
                </a:solidFill>
                <a:effectLst/>
                <a:uFillTx/>
                <a:latin typeface="Calibri"/>
              </a:defRPr>
            </a:lvl1pPr>
          </a:lstStyle>
          <a:p>
            <a:pPr indent="0" algn="ctr">
              <a:lnSpc>
                <a:spcPct val="100000"/>
              </a:lnSpc>
              <a:buNone/>
            </a:pPr>
            <a:r>
              <a:rPr lang="tr-TR" sz="1050" b="0" u="none" strike="noStrike" dirty="0">
                <a:solidFill>
                  <a:srgbClr val="898989"/>
                </a:solidFill>
                <a:effectLst/>
                <a:uFillTx/>
                <a:latin typeface="Calibri"/>
              </a:rPr>
              <a:t>2026 TEKNOFEST DİKEY İNİŞLİ ROKET YARIŞMASI</a:t>
            </a:r>
            <a:br>
              <a:rPr sz="1050" dirty="0"/>
            </a:br>
            <a:r>
              <a:rPr lang="tr-TR" sz="1050" b="0" u="none" strike="noStrike" dirty="0">
                <a:solidFill>
                  <a:srgbClr val="898989"/>
                </a:solidFill>
                <a:effectLst/>
                <a:uFillTx/>
                <a:latin typeface="Calibri"/>
              </a:rPr>
              <a:t> </a:t>
            </a:r>
            <a:r>
              <a:rPr lang="en-US" sz="1050" b="0" u="none" strike="noStrike" dirty="0">
                <a:solidFill>
                  <a:srgbClr val="898989"/>
                </a:solidFill>
                <a:effectLst/>
                <a:uFillTx/>
                <a:latin typeface="Calibri"/>
              </a:rPr>
              <a:t>KRİTİK</a:t>
            </a:r>
            <a:r>
              <a:rPr lang="tr-TR" sz="1050" b="0" u="none" strike="noStrike" dirty="0">
                <a:solidFill>
                  <a:srgbClr val="898989"/>
                </a:solidFill>
                <a:effectLst/>
                <a:uFillTx/>
                <a:latin typeface="Calibri"/>
              </a:rPr>
              <a:t> TASARIM RAPORU (</a:t>
            </a:r>
            <a:r>
              <a:rPr lang="en-US" sz="1050" b="0" u="none" strike="noStrike" dirty="0">
                <a:solidFill>
                  <a:srgbClr val="898989"/>
                </a:solidFill>
                <a:effectLst/>
                <a:uFillTx/>
                <a:latin typeface="Calibri"/>
              </a:rPr>
              <a:t>K</a:t>
            </a:r>
            <a:r>
              <a:rPr lang="tr-TR" sz="1050" b="0" u="none" strike="noStrike" dirty="0">
                <a:solidFill>
                  <a:srgbClr val="898989"/>
                </a:solidFill>
                <a:effectLst/>
                <a:uFillTx/>
                <a:latin typeface="Calibri"/>
              </a:rPr>
              <a:t>TR)</a:t>
            </a:r>
            <a:endParaRPr lang="tr-TR" sz="1050" b="0" u="none" strike="noStrike" dirty="0">
              <a:solidFill>
                <a:srgbClr val="000000"/>
              </a:solidFill>
              <a:effectLst/>
              <a:uFillTx/>
              <a:latin typeface="Times New Roman"/>
            </a:endParaRPr>
          </a:p>
        </p:txBody>
      </p:sp>
      <p:sp>
        <p:nvSpPr>
          <p:cNvPr id="541" name="TextBox 10"/>
          <p:cNvSpPr/>
          <p:nvPr/>
        </p:nvSpPr>
        <p:spPr>
          <a:xfrm>
            <a:off x="6480" y="544680"/>
            <a:ext cx="1027440" cy="569880"/>
          </a:xfrm>
          <a:prstGeom prst="rect">
            <a:avLst/>
          </a:prstGeom>
          <a:noFill/>
          <a:ln w="0">
            <a:solidFill>
              <a:srgbClr val="000000"/>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tr-TR" sz="1550" b="0" u="none" strike="noStrike">
                <a:solidFill>
                  <a:srgbClr val="000000"/>
                </a:solidFill>
                <a:effectLst/>
                <a:uFillTx/>
                <a:latin typeface="Calibri"/>
              </a:rPr>
              <a:t>Takım Logosu</a:t>
            </a:r>
            <a:endParaRPr lang="tr-TR" sz="1550" b="0" u="none" strike="noStrike">
              <a:solidFill>
                <a:srgbClr val="000000"/>
              </a:solidFill>
              <a:effectLst/>
              <a:uFillTx/>
              <a:latin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 name="PlaceHolder 1"/>
          <p:cNvSpPr>
            <a:spLocks noGrp="1"/>
          </p:cNvSpPr>
          <p:nvPr>
            <p:ph type="title"/>
          </p:nvPr>
        </p:nvSpPr>
        <p:spPr>
          <a:xfrm>
            <a:off x="1235160" y="494640"/>
            <a:ext cx="8019720" cy="658440"/>
          </a:xfrm>
          <a:prstGeom prst="rect">
            <a:avLst/>
          </a:prstGeom>
          <a:noFill/>
          <a:ln w="0">
            <a:noFill/>
          </a:ln>
        </p:spPr>
        <p:txBody>
          <a:bodyPr lIns="0" tIns="0" rIns="0" bIns="0" anchor="b">
            <a:noAutofit/>
          </a:bodyPr>
          <a:lstStyle/>
          <a:p>
            <a:pPr indent="0" algn="ctr">
              <a:lnSpc>
                <a:spcPct val="100000"/>
              </a:lnSpc>
              <a:buNone/>
            </a:pPr>
            <a:r>
              <a:rPr lang="tr-TR" sz="3950" b="1" u="none" strike="noStrike">
                <a:solidFill>
                  <a:srgbClr val="0070C0"/>
                </a:solidFill>
                <a:effectLst/>
                <a:uFillTx/>
                <a:latin typeface="Calibri"/>
              </a:rPr>
              <a:t> Güdüm Kontrol Sistemi - Detay </a:t>
            </a:r>
            <a:endParaRPr lang="tr-TR" sz="3950" b="0" u="none" strike="noStrike">
              <a:solidFill>
                <a:srgbClr val="000000"/>
              </a:solidFill>
              <a:effectLst/>
              <a:uFillTx/>
              <a:latin typeface="Calibri"/>
            </a:endParaRPr>
          </a:p>
        </p:txBody>
      </p:sp>
      <p:cxnSp>
        <p:nvCxnSpPr>
          <p:cNvPr id="543" name="Straight Connector 4"/>
          <p:cNvCxnSpPr/>
          <p:nvPr/>
        </p:nvCxnSpPr>
        <p:spPr>
          <a:xfrm flipV="1">
            <a:off x="0" y="1352520"/>
            <a:ext cx="10693440" cy="23040"/>
          </a:xfrm>
          <a:prstGeom prst="straightConnector1">
            <a:avLst/>
          </a:prstGeom>
          <a:ln w="38100">
            <a:solidFill>
              <a:srgbClr val="4A7EBB"/>
            </a:solidFill>
            <a:round/>
          </a:ln>
        </p:spPr>
      </p:cxnSp>
      <p:cxnSp>
        <p:nvCxnSpPr>
          <p:cNvPr id="544" name="Straight Connector 5"/>
          <p:cNvCxnSpPr/>
          <p:nvPr/>
        </p:nvCxnSpPr>
        <p:spPr>
          <a:xfrm flipV="1">
            <a:off x="0" y="6790680"/>
            <a:ext cx="10693440" cy="22680"/>
          </a:xfrm>
          <a:prstGeom prst="straightConnector1">
            <a:avLst/>
          </a:prstGeom>
          <a:ln w="38100">
            <a:solidFill>
              <a:srgbClr val="4A7EBB"/>
            </a:solidFill>
            <a:round/>
          </a:ln>
        </p:spPr>
      </p:cxnSp>
      <p:sp>
        <p:nvSpPr>
          <p:cNvPr id="545" name="PlaceHolder 2"/>
          <p:cNvSpPr>
            <a:spLocks noGrp="1"/>
          </p:cNvSpPr>
          <p:nvPr>
            <p:ph type="sldNum" idx="137"/>
          </p:nvPr>
        </p:nvSpPr>
        <p:spPr>
          <a:xfrm>
            <a:off x="9724320" y="6981840"/>
            <a:ext cx="201600" cy="16092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9D43F574-AF26-4EB5-9F3F-88EB9279DEDA}" type="slidenum">
              <a:rPr lang="tr-TR" sz="1050" b="0" u="none" strike="noStrike">
                <a:solidFill>
                  <a:srgbClr val="898989"/>
                </a:solidFill>
                <a:effectLst/>
                <a:uFillTx/>
                <a:latin typeface="Calibri"/>
              </a:rPr>
              <a:t>41</a:t>
            </a:fld>
            <a:endParaRPr lang="tr-TR" sz="1050" b="0" u="none" strike="noStrike">
              <a:solidFill>
                <a:srgbClr val="000000"/>
              </a:solidFill>
              <a:effectLst/>
              <a:uFillTx/>
              <a:latin typeface="Times New Roman"/>
            </a:endParaRPr>
          </a:p>
        </p:txBody>
      </p:sp>
      <p:sp>
        <p:nvSpPr>
          <p:cNvPr id="546" name="PlaceHolder 3"/>
          <p:cNvSpPr>
            <a:spLocks noGrp="1"/>
          </p:cNvSpPr>
          <p:nvPr>
            <p:ph type="dt" idx="138"/>
          </p:nvPr>
        </p:nvSpPr>
        <p:spPr>
          <a:xfrm>
            <a:off x="802800" y="6981840"/>
            <a:ext cx="1320840" cy="16128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B4A56A29-FADD-4863-8671-FEF529AF696D}" type="datetime2">
              <a:rPr lang="tr-TR" sz="1050" b="0" u="none" strike="noStrike">
                <a:solidFill>
                  <a:srgbClr val="898989"/>
                </a:solidFill>
                <a:effectLst/>
                <a:uFillTx/>
                <a:latin typeface="Calibri"/>
              </a:rPr>
              <a:t>21 Nisan 2026 Salı</a:t>
            </a:fld>
            <a:endParaRPr lang="tr-TR" sz="1050" b="0" u="none" strike="noStrike">
              <a:solidFill>
                <a:srgbClr val="000000"/>
              </a:solidFill>
              <a:effectLst/>
              <a:uFillTx/>
              <a:latin typeface="Times New Roman"/>
            </a:endParaRPr>
          </a:p>
        </p:txBody>
      </p:sp>
      <p:pic>
        <p:nvPicPr>
          <p:cNvPr id="547" name="Picture 6"/>
          <p:cNvPicPr/>
          <p:nvPr/>
        </p:nvPicPr>
        <p:blipFill>
          <a:blip r:embed="rId3"/>
          <a:stretch/>
        </p:blipFill>
        <p:spPr>
          <a:xfrm>
            <a:off x="9630360" y="276120"/>
            <a:ext cx="1062720" cy="1062720"/>
          </a:xfrm>
          <a:prstGeom prst="rect">
            <a:avLst/>
          </a:prstGeom>
          <a:noFill/>
          <a:ln w="0">
            <a:noFill/>
          </a:ln>
        </p:spPr>
      </p:pic>
      <p:sp>
        <p:nvSpPr>
          <p:cNvPr id="548" name="Rectangle 6"/>
          <p:cNvSpPr/>
          <p:nvPr/>
        </p:nvSpPr>
        <p:spPr>
          <a:xfrm>
            <a:off x="0" y="1916280"/>
            <a:ext cx="10533600" cy="3468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50000"/>
              </a:lnSpc>
            </a:pPr>
            <a:r>
              <a:rPr lang="tr-TR" sz="1550" b="1" u="none" strike="noStrike">
                <a:solidFill>
                  <a:srgbClr val="002060"/>
                </a:solidFill>
                <a:effectLst/>
                <a:uFillTx/>
                <a:latin typeface="Calibri"/>
              </a:rPr>
              <a:t>Alt Sistem İçerik Detaylarında belirtilmiş olan tüm bilgileri içermelidir.</a:t>
            </a:r>
            <a:endParaRPr lang="tr-TR" sz="1550" b="0" u="none" strike="noStrike">
              <a:solidFill>
                <a:srgbClr val="000000"/>
              </a:solidFill>
              <a:effectLst/>
              <a:uFillTx/>
              <a:latin typeface="Arial"/>
            </a:endParaRPr>
          </a:p>
          <a:p>
            <a:pPr marL="250560" indent="-250560">
              <a:lnSpc>
                <a:spcPct val="150000"/>
              </a:lnSpc>
              <a:spcAft>
                <a:spcPts val="527"/>
              </a:spcAft>
              <a:buClr>
                <a:srgbClr val="000000"/>
              </a:buClr>
              <a:buFont typeface="Arial"/>
              <a:buChar char="•"/>
            </a:pPr>
            <a:r>
              <a:rPr lang="tr-TR" sz="1550" b="0" u="none" strike="noStrike">
                <a:solidFill>
                  <a:srgbClr val="000000"/>
                </a:solidFill>
                <a:effectLst/>
                <a:uFillTx/>
                <a:latin typeface="Calibri"/>
              </a:rPr>
              <a:t>Kullanılan aktif kontrol yöntemi için gerekli kuvvet/moment hesaplanmasının ve frekans bant genişlik bilgilerinin (örnek olarak: Verilen referans girişinin takibini otopilot ne kadar sürede sağlamaktadır ) verilmesi gerekmektedir.</a:t>
            </a:r>
            <a:endParaRPr lang="tr-TR" sz="1550" b="0" u="none" strike="noStrike">
              <a:solidFill>
                <a:srgbClr val="000000"/>
              </a:solidFill>
              <a:effectLst/>
              <a:uFillTx/>
              <a:latin typeface="Arial"/>
            </a:endParaRPr>
          </a:p>
          <a:p>
            <a:pPr marL="250560" indent="-250560" algn="just">
              <a:lnSpc>
                <a:spcPct val="150000"/>
              </a:lnSpc>
              <a:spcAft>
                <a:spcPts val="527"/>
              </a:spcAft>
              <a:buClr>
                <a:srgbClr val="000000"/>
              </a:buClr>
              <a:buFont typeface="Arial"/>
              <a:buChar char="•"/>
            </a:pPr>
            <a:r>
              <a:rPr lang="tr-TR" sz="1550" b="0" u="none" strike="noStrike">
                <a:solidFill>
                  <a:srgbClr val="000000"/>
                </a:solidFill>
                <a:effectLst/>
                <a:uFillTx/>
                <a:latin typeface="Calibri"/>
              </a:rPr>
              <a:t>Kullanılan Güdüm Kontrol Yöntemi/Yöntemleri detaylı bir şekilde açıklanmalıdır. Yöntemin tercih sebebi, kontrol edilebilirlik sınırları ve bu sınırların uçuş koşullarına uygunluğu gösterilmelidir. Ayrıca kapalı çevrim sisteminin, rüzgar, modelleme hatası vb. durumlar altında kararlılığının </a:t>
            </a:r>
            <a:r>
              <a:rPr lang="tr-TR" sz="1550" b="1" u="none" strike="noStrike">
                <a:solidFill>
                  <a:srgbClr val="000000"/>
                </a:solidFill>
                <a:effectLst/>
                <a:uFillTx/>
                <a:latin typeface="Calibri"/>
              </a:rPr>
              <a:t>sayısal (Monte Carlo vb.) </a:t>
            </a:r>
            <a:r>
              <a:rPr lang="tr-TR" sz="1550" b="0" u="none" strike="noStrike">
                <a:solidFill>
                  <a:srgbClr val="000000"/>
                </a:solidFill>
                <a:effectLst/>
                <a:uFillTx/>
                <a:latin typeface="Calibri"/>
              </a:rPr>
              <a:t>veya</a:t>
            </a:r>
            <a:r>
              <a:rPr lang="tr-TR" sz="1550" b="1" u="none" strike="noStrike">
                <a:solidFill>
                  <a:srgbClr val="000000"/>
                </a:solidFill>
                <a:effectLst/>
                <a:uFillTx/>
                <a:latin typeface="Calibri"/>
              </a:rPr>
              <a:t> teorik </a:t>
            </a:r>
            <a:r>
              <a:rPr lang="tr-TR" sz="1550" b="0" u="none" strike="noStrike">
                <a:solidFill>
                  <a:srgbClr val="000000"/>
                </a:solidFill>
                <a:effectLst/>
                <a:uFillTx/>
                <a:latin typeface="Calibri"/>
              </a:rPr>
              <a:t>yöntem kullanılarak verilmesi gerekmektedir.</a:t>
            </a:r>
            <a:endParaRPr lang="tr-TR" sz="1550" b="0" u="none" strike="noStrike">
              <a:solidFill>
                <a:srgbClr val="000000"/>
              </a:solidFill>
              <a:effectLst/>
              <a:uFillTx/>
              <a:latin typeface="Arial"/>
            </a:endParaRPr>
          </a:p>
          <a:p>
            <a:pPr marL="250560" indent="-250560">
              <a:lnSpc>
                <a:spcPct val="150000"/>
              </a:lnSpc>
              <a:spcAft>
                <a:spcPts val="527"/>
              </a:spcAft>
              <a:buClr>
                <a:srgbClr val="000000"/>
              </a:buClr>
              <a:buFont typeface="Arial"/>
              <a:buChar char="•"/>
            </a:pPr>
            <a:r>
              <a:rPr lang="tr-TR" sz="1550" b="0" u="none" strike="noStrike">
                <a:solidFill>
                  <a:srgbClr val="000000"/>
                </a:solidFill>
                <a:effectLst/>
                <a:uFillTx/>
                <a:latin typeface="Calibri"/>
              </a:rPr>
              <a:t>Seçilen bir çalışma koşulu etrafında, doğrusallaştırma işlemi yapılmalı ve sonucunda elde edilen transfer fonksiyonları, kontrol sistemi ile birleştirilerek tamamlayıcı-hassaslık (complementary sensitivity) fonksiyonlarının "Bode" diyagramları verilmelidir. </a:t>
            </a:r>
            <a:endParaRPr lang="tr-TR" sz="1550" b="0" u="none" strike="noStrike">
              <a:solidFill>
                <a:srgbClr val="000000"/>
              </a:solidFill>
              <a:effectLst/>
              <a:uFillTx/>
              <a:latin typeface="Arial"/>
            </a:endParaRPr>
          </a:p>
          <a:p>
            <a:pPr marL="250560" indent="-250560">
              <a:lnSpc>
                <a:spcPct val="150000"/>
              </a:lnSpc>
              <a:buClr>
                <a:srgbClr val="000000"/>
              </a:buClr>
              <a:buFont typeface="Arial"/>
              <a:buChar char="•"/>
            </a:pPr>
            <a:r>
              <a:rPr lang="tr-TR" sz="1550" b="0" u="none" strike="noStrike">
                <a:solidFill>
                  <a:srgbClr val="000000"/>
                </a:solidFill>
                <a:effectLst/>
                <a:uFillTx/>
                <a:latin typeface="Calibri"/>
              </a:rPr>
              <a:t>Bu bölüm 6 yansıyı geçmemelidir.</a:t>
            </a:r>
            <a:endParaRPr lang="tr-TR" sz="1550" b="0" u="none" strike="noStrike">
              <a:solidFill>
                <a:srgbClr val="000000"/>
              </a:solidFill>
              <a:effectLst/>
              <a:uFillTx/>
              <a:latin typeface="Arial"/>
            </a:endParaRPr>
          </a:p>
        </p:txBody>
      </p:sp>
      <p:sp>
        <p:nvSpPr>
          <p:cNvPr id="549" name="PlaceHolder 4"/>
          <p:cNvSpPr>
            <a:spLocks noGrp="1"/>
          </p:cNvSpPr>
          <p:nvPr>
            <p:ph type="ftr" idx="139"/>
          </p:nvPr>
        </p:nvSpPr>
        <p:spPr>
          <a:xfrm>
            <a:off x="3542040" y="6890040"/>
            <a:ext cx="3608640" cy="320040"/>
          </a:xfrm>
          <a:prstGeom prst="rect">
            <a:avLst/>
          </a:prstGeom>
          <a:noFill/>
          <a:ln w="0">
            <a:noFill/>
          </a:ln>
        </p:spPr>
        <p:txBody>
          <a:bodyPr lIns="0" tIns="0" rIns="0" bIns="0" anchor="t">
            <a:noAutofit/>
          </a:bodyPr>
          <a:lstStyle>
            <a:lvl1pPr indent="0" algn="ctr">
              <a:lnSpc>
                <a:spcPct val="100000"/>
              </a:lnSpc>
              <a:buNone/>
              <a:defRPr lang="tr-TR" sz="1050" b="0" u="none" strike="noStrike">
                <a:solidFill>
                  <a:srgbClr val="898989"/>
                </a:solidFill>
                <a:effectLst/>
                <a:uFillTx/>
                <a:latin typeface="Calibri"/>
              </a:defRPr>
            </a:lvl1pPr>
          </a:lstStyle>
          <a:p>
            <a:pPr indent="0" algn="ctr">
              <a:lnSpc>
                <a:spcPct val="100000"/>
              </a:lnSpc>
              <a:buNone/>
            </a:pPr>
            <a:r>
              <a:rPr lang="tr-TR" sz="1050" b="0" u="none" strike="noStrike" dirty="0">
                <a:solidFill>
                  <a:srgbClr val="898989"/>
                </a:solidFill>
                <a:effectLst/>
                <a:uFillTx/>
                <a:latin typeface="Calibri"/>
              </a:rPr>
              <a:t>2026 TEKNOFEST DİKEY İNİŞLİ ROKET YARIŞMASI</a:t>
            </a:r>
            <a:br>
              <a:rPr sz="1050" dirty="0"/>
            </a:br>
            <a:r>
              <a:rPr lang="tr-TR" sz="1050" b="0" u="none" strike="noStrike" dirty="0">
                <a:solidFill>
                  <a:srgbClr val="898989"/>
                </a:solidFill>
                <a:effectLst/>
                <a:uFillTx/>
                <a:latin typeface="Calibri"/>
              </a:rPr>
              <a:t> </a:t>
            </a:r>
            <a:r>
              <a:rPr lang="en-US" sz="1050" b="0" u="none" strike="noStrike" dirty="0">
                <a:solidFill>
                  <a:srgbClr val="898989"/>
                </a:solidFill>
                <a:effectLst/>
                <a:uFillTx/>
                <a:latin typeface="Calibri"/>
              </a:rPr>
              <a:t>KRİTİK</a:t>
            </a:r>
            <a:r>
              <a:rPr lang="tr-TR" sz="1050" b="0" u="none" strike="noStrike" dirty="0">
                <a:solidFill>
                  <a:srgbClr val="898989"/>
                </a:solidFill>
                <a:effectLst/>
                <a:uFillTx/>
                <a:latin typeface="Calibri"/>
              </a:rPr>
              <a:t> TASARIM RAPORU (</a:t>
            </a:r>
            <a:r>
              <a:rPr lang="en-US" sz="1050" b="0" u="none" strike="noStrike" dirty="0">
                <a:solidFill>
                  <a:srgbClr val="898989"/>
                </a:solidFill>
                <a:effectLst/>
                <a:uFillTx/>
                <a:latin typeface="Calibri"/>
              </a:rPr>
              <a:t>K</a:t>
            </a:r>
            <a:r>
              <a:rPr lang="tr-TR" sz="1050" b="0" u="none" strike="noStrike" dirty="0">
                <a:solidFill>
                  <a:srgbClr val="898989"/>
                </a:solidFill>
                <a:effectLst/>
                <a:uFillTx/>
                <a:latin typeface="Calibri"/>
              </a:rPr>
              <a:t>TR)</a:t>
            </a:r>
            <a:endParaRPr lang="tr-TR" sz="1050" b="0" u="none" strike="noStrike" dirty="0">
              <a:solidFill>
                <a:srgbClr val="000000"/>
              </a:solidFill>
              <a:effectLst/>
              <a:uFillTx/>
              <a:latin typeface="Times New Roman"/>
            </a:endParaRPr>
          </a:p>
        </p:txBody>
      </p:sp>
      <p:sp>
        <p:nvSpPr>
          <p:cNvPr id="550" name="TextBox 10"/>
          <p:cNvSpPr/>
          <p:nvPr/>
        </p:nvSpPr>
        <p:spPr>
          <a:xfrm>
            <a:off x="6480" y="544680"/>
            <a:ext cx="1027440" cy="569880"/>
          </a:xfrm>
          <a:prstGeom prst="rect">
            <a:avLst/>
          </a:prstGeom>
          <a:noFill/>
          <a:ln w="0">
            <a:solidFill>
              <a:srgbClr val="000000"/>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tr-TR" sz="1550" b="0" u="none" strike="noStrike">
                <a:solidFill>
                  <a:srgbClr val="000000"/>
                </a:solidFill>
                <a:effectLst/>
                <a:uFillTx/>
                <a:latin typeface="Calibri"/>
              </a:rPr>
              <a:t>Takım Logosu</a:t>
            </a:r>
            <a:endParaRPr lang="tr-TR" sz="1550" b="0" u="none" strike="noStrike">
              <a:solidFill>
                <a:srgbClr val="000000"/>
              </a:solidFill>
              <a:effectLst/>
              <a:uFillTx/>
              <a:latin typeface="Arial"/>
            </a:endParaRPr>
          </a:p>
        </p:txBody>
      </p:sp>
      <p:sp>
        <p:nvSpPr>
          <p:cNvPr id="551" name="Dikdörtgen 12"/>
          <p:cNvSpPr/>
          <p:nvPr/>
        </p:nvSpPr>
        <p:spPr>
          <a:xfrm>
            <a:off x="6480" y="6473520"/>
            <a:ext cx="9987480" cy="277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lnSpc>
                <a:spcPct val="100000"/>
              </a:lnSpc>
            </a:pPr>
            <a:r>
              <a:rPr lang="tr-TR" sz="1200" b="0" i="1" u="none" strike="noStrike" dirty="0">
                <a:solidFill>
                  <a:schemeClr val="dk1"/>
                </a:solidFill>
                <a:effectLst/>
                <a:uFillTx/>
                <a:latin typeface="Calibri"/>
              </a:rPr>
              <a:t>Bu bölümde şartnamede yer alan</a:t>
            </a:r>
            <a:r>
              <a:rPr lang="tr-TR" sz="1200" b="1" i="1" u="none" strike="noStrike" dirty="0">
                <a:solidFill>
                  <a:schemeClr val="dk1"/>
                </a:solidFill>
                <a:effectLst/>
                <a:uFillTx/>
                <a:latin typeface="Calibri"/>
              </a:rPr>
              <a:t> 3.3.g</a:t>
            </a:r>
            <a:r>
              <a:rPr lang="tr-TR" sz="1200" b="1" i="1" dirty="0">
                <a:solidFill>
                  <a:schemeClr val="dk1"/>
                </a:solidFill>
              </a:rPr>
              <a:t>, 3.4.1.A, 4.2.a</a:t>
            </a:r>
            <a:r>
              <a:rPr lang="tr-TR" sz="1200" b="1" i="1" u="none" strike="noStrike" dirty="0">
                <a:solidFill>
                  <a:schemeClr val="dk1"/>
                </a:solidFill>
                <a:effectLst/>
                <a:uFillTx/>
                <a:latin typeface="Calibri"/>
              </a:rPr>
              <a:t>, 4.2.c, 4.2.i ve 4.2.k </a:t>
            </a:r>
            <a:r>
              <a:rPr lang="tr-TR" sz="1200" b="0" i="1" u="none" strike="noStrike" dirty="0">
                <a:solidFill>
                  <a:schemeClr val="dk1"/>
                </a:solidFill>
                <a:effectLst/>
                <a:uFillTx/>
                <a:latin typeface="Calibri"/>
              </a:rPr>
              <a:t>numaralı gereksinimlerin karşılanıp karşılanmadığı kontrol edilecektir.</a:t>
            </a:r>
            <a:endParaRPr lang="tr-TR" sz="1200" b="0" u="none" strike="noStrike" dirty="0">
              <a:solidFill>
                <a:srgbClr val="000000"/>
              </a:solidFill>
              <a:effectLst/>
              <a:uFillTx/>
              <a:latin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 name="PlaceHolder 1"/>
          <p:cNvSpPr>
            <a:spLocks noGrp="1"/>
          </p:cNvSpPr>
          <p:nvPr>
            <p:ph type="title"/>
          </p:nvPr>
        </p:nvSpPr>
        <p:spPr>
          <a:xfrm>
            <a:off x="1034280" y="494640"/>
            <a:ext cx="8447760" cy="658440"/>
          </a:xfrm>
          <a:prstGeom prst="rect">
            <a:avLst/>
          </a:prstGeom>
          <a:noFill/>
          <a:ln w="0">
            <a:noFill/>
          </a:ln>
        </p:spPr>
        <p:txBody>
          <a:bodyPr lIns="0" tIns="0" rIns="0" bIns="0" anchor="b">
            <a:noAutofit/>
          </a:bodyPr>
          <a:lstStyle/>
          <a:p>
            <a:pPr indent="0" algn="ctr">
              <a:lnSpc>
                <a:spcPct val="100000"/>
              </a:lnSpc>
              <a:buNone/>
            </a:pPr>
            <a:r>
              <a:rPr lang="tr-TR" sz="3950" b="1" u="none" strike="noStrike">
                <a:solidFill>
                  <a:srgbClr val="0070C0"/>
                </a:solidFill>
                <a:effectLst/>
                <a:uFillTx/>
                <a:latin typeface="Calibri"/>
              </a:rPr>
              <a:t> Güdüm Kontrol Sistemi - Detay </a:t>
            </a:r>
            <a:endParaRPr lang="tr-TR" sz="3950" b="0" u="none" strike="noStrike">
              <a:solidFill>
                <a:srgbClr val="000000"/>
              </a:solidFill>
              <a:effectLst/>
              <a:uFillTx/>
              <a:latin typeface="Calibri"/>
            </a:endParaRPr>
          </a:p>
        </p:txBody>
      </p:sp>
      <p:cxnSp>
        <p:nvCxnSpPr>
          <p:cNvPr id="553" name="Straight Connector 4"/>
          <p:cNvCxnSpPr/>
          <p:nvPr/>
        </p:nvCxnSpPr>
        <p:spPr>
          <a:xfrm flipV="1">
            <a:off x="0" y="1352520"/>
            <a:ext cx="10693440" cy="23040"/>
          </a:xfrm>
          <a:prstGeom prst="straightConnector1">
            <a:avLst/>
          </a:prstGeom>
          <a:ln w="38100">
            <a:solidFill>
              <a:srgbClr val="4A7EBB"/>
            </a:solidFill>
            <a:round/>
          </a:ln>
        </p:spPr>
      </p:cxnSp>
      <p:cxnSp>
        <p:nvCxnSpPr>
          <p:cNvPr id="554" name="Straight Connector 5"/>
          <p:cNvCxnSpPr/>
          <p:nvPr/>
        </p:nvCxnSpPr>
        <p:spPr>
          <a:xfrm flipV="1">
            <a:off x="0" y="6790680"/>
            <a:ext cx="10693440" cy="22680"/>
          </a:xfrm>
          <a:prstGeom prst="straightConnector1">
            <a:avLst/>
          </a:prstGeom>
          <a:ln w="38100">
            <a:solidFill>
              <a:srgbClr val="4A7EBB"/>
            </a:solidFill>
            <a:round/>
          </a:ln>
        </p:spPr>
      </p:cxnSp>
      <p:sp>
        <p:nvSpPr>
          <p:cNvPr id="555" name="PlaceHolder 2"/>
          <p:cNvSpPr>
            <a:spLocks noGrp="1"/>
          </p:cNvSpPr>
          <p:nvPr>
            <p:ph type="sldNum" idx="140"/>
          </p:nvPr>
        </p:nvSpPr>
        <p:spPr>
          <a:xfrm>
            <a:off x="9724320" y="6981840"/>
            <a:ext cx="201600" cy="16092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F44EFF0E-523C-49BD-BDEB-9B434DAE5B62}" type="slidenum">
              <a:rPr lang="tr-TR" sz="1050" b="0" u="none" strike="noStrike">
                <a:solidFill>
                  <a:srgbClr val="898989"/>
                </a:solidFill>
                <a:effectLst/>
                <a:uFillTx/>
                <a:latin typeface="Calibri"/>
              </a:rPr>
              <a:t>42</a:t>
            </a:fld>
            <a:endParaRPr lang="tr-TR" sz="1050" b="0" u="none" strike="noStrike">
              <a:solidFill>
                <a:srgbClr val="000000"/>
              </a:solidFill>
              <a:effectLst/>
              <a:uFillTx/>
              <a:latin typeface="Times New Roman"/>
            </a:endParaRPr>
          </a:p>
        </p:txBody>
      </p:sp>
      <p:sp>
        <p:nvSpPr>
          <p:cNvPr id="556" name="PlaceHolder 3"/>
          <p:cNvSpPr>
            <a:spLocks noGrp="1"/>
          </p:cNvSpPr>
          <p:nvPr>
            <p:ph type="dt" idx="141"/>
          </p:nvPr>
        </p:nvSpPr>
        <p:spPr>
          <a:xfrm>
            <a:off x="802800" y="6981840"/>
            <a:ext cx="1320840" cy="16128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DE9EDD55-E61A-43A2-B980-17751D4B1C14}" type="datetime2">
              <a:rPr lang="tr-TR" sz="1050" b="0" u="none" strike="noStrike">
                <a:solidFill>
                  <a:srgbClr val="898989"/>
                </a:solidFill>
                <a:effectLst/>
                <a:uFillTx/>
                <a:latin typeface="Calibri"/>
              </a:rPr>
              <a:t>21 Nisan 2026 Salı</a:t>
            </a:fld>
            <a:endParaRPr lang="tr-TR" sz="1050" b="0" u="none" strike="noStrike">
              <a:solidFill>
                <a:srgbClr val="000000"/>
              </a:solidFill>
              <a:effectLst/>
              <a:uFillTx/>
              <a:latin typeface="Times New Roman"/>
            </a:endParaRPr>
          </a:p>
        </p:txBody>
      </p:sp>
      <p:pic>
        <p:nvPicPr>
          <p:cNvPr id="557" name="Picture 6"/>
          <p:cNvPicPr/>
          <p:nvPr/>
        </p:nvPicPr>
        <p:blipFill>
          <a:blip r:embed="rId3"/>
          <a:stretch/>
        </p:blipFill>
        <p:spPr>
          <a:xfrm>
            <a:off x="9630360" y="276120"/>
            <a:ext cx="1062720" cy="1062720"/>
          </a:xfrm>
          <a:prstGeom prst="rect">
            <a:avLst/>
          </a:prstGeom>
          <a:noFill/>
          <a:ln w="0">
            <a:noFill/>
          </a:ln>
        </p:spPr>
      </p:pic>
      <p:sp>
        <p:nvSpPr>
          <p:cNvPr id="558" name="Metin kutusu 9"/>
          <p:cNvSpPr/>
          <p:nvPr/>
        </p:nvSpPr>
        <p:spPr>
          <a:xfrm>
            <a:off x="518040" y="2255760"/>
            <a:ext cx="9439920" cy="1523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300600" indent="-300600">
              <a:lnSpc>
                <a:spcPct val="100000"/>
              </a:lnSpc>
              <a:buClr>
                <a:srgbClr val="000000"/>
              </a:buClr>
              <a:buFont typeface="Arial"/>
              <a:buChar char="•"/>
            </a:pPr>
            <a:r>
              <a:rPr lang="tr-TR" sz="1550" b="0" u="none" strike="noStrike">
                <a:solidFill>
                  <a:srgbClr val="000000"/>
                </a:solidFill>
                <a:effectLst/>
                <a:uFillTx/>
                <a:latin typeface="Calibri"/>
              </a:rPr>
              <a:t>ÖTR raporunun ardından Güdüm Kontrol Sisteminde değişiklik </a:t>
            </a:r>
            <a:r>
              <a:rPr lang="tr-TR" sz="1550" b="1" u="sng" strike="noStrike">
                <a:solidFill>
                  <a:srgbClr val="000000"/>
                </a:solidFill>
                <a:effectLst/>
                <a:uFillTx/>
                <a:latin typeface="Calibri"/>
              </a:rPr>
              <a:t>yapıldıysa</a:t>
            </a:r>
            <a:r>
              <a:rPr lang="tr-TR" sz="1550" b="0" u="none" strike="noStrike">
                <a:solidFill>
                  <a:srgbClr val="000000"/>
                </a:solidFill>
                <a:effectLst/>
                <a:uFillTx/>
                <a:latin typeface="Calibri"/>
              </a:rPr>
              <a:t> bu bölümde sunulmalıdır.</a:t>
            </a:r>
            <a:endParaRPr lang="tr-TR" sz="1550" b="0" u="none" strike="noStrike">
              <a:solidFill>
                <a:srgbClr val="000000"/>
              </a:solidFill>
              <a:effectLst/>
              <a:uFillTx/>
              <a:latin typeface="Arial"/>
            </a:endParaRPr>
          </a:p>
          <a:p>
            <a:pPr>
              <a:lnSpc>
                <a:spcPct val="100000"/>
              </a:lnSpc>
            </a:pPr>
            <a:endParaRPr lang="tr-TR" sz="1550" b="0" u="none" strike="noStrike">
              <a:solidFill>
                <a:srgbClr val="000000"/>
              </a:solidFill>
              <a:effectLst/>
              <a:uFillTx/>
              <a:latin typeface="Arial"/>
            </a:endParaRPr>
          </a:p>
          <a:p>
            <a:pPr marL="300600" indent="-300600">
              <a:lnSpc>
                <a:spcPct val="100000"/>
              </a:lnSpc>
              <a:buClr>
                <a:srgbClr val="000000"/>
              </a:buClr>
              <a:buFont typeface="Arial"/>
              <a:buChar char="•"/>
            </a:pPr>
            <a:r>
              <a:rPr lang="tr-TR" sz="1550" b="0" u="none" strike="noStrike">
                <a:solidFill>
                  <a:srgbClr val="000000"/>
                </a:solidFill>
                <a:effectLst/>
                <a:uFillTx/>
                <a:latin typeface="Calibri"/>
              </a:rPr>
              <a:t>Bu değişimler daha sonrasında «Güdüm Kontrol Sistemi Güncelleme Tablosu» İçerisinde detaylandırılacaktır.</a:t>
            </a:r>
            <a:endParaRPr lang="tr-TR" sz="1550" b="0" u="none" strike="noStrike">
              <a:solidFill>
                <a:srgbClr val="000000"/>
              </a:solidFill>
              <a:effectLst/>
              <a:uFillTx/>
              <a:latin typeface="Arial"/>
            </a:endParaRPr>
          </a:p>
          <a:p>
            <a:pPr>
              <a:lnSpc>
                <a:spcPct val="100000"/>
              </a:lnSpc>
            </a:pPr>
            <a:endParaRPr lang="tr-TR" sz="1550" b="0" u="none" strike="noStrike">
              <a:solidFill>
                <a:srgbClr val="000000"/>
              </a:solidFill>
              <a:effectLst/>
              <a:uFillTx/>
              <a:latin typeface="Arial"/>
            </a:endParaRPr>
          </a:p>
          <a:p>
            <a:pPr>
              <a:lnSpc>
                <a:spcPct val="100000"/>
              </a:lnSpc>
            </a:pPr>
            <a:endParaRPr lang="tr-TR" sz="1550" b="0" u="none" strike="noStrike">
              <a:solidFill>
                <a:srgbClr val="000000"/>
              </a:solidFill>
              <a:effectLst/>
              <a:uFillTx/>
              <a:latin typeface="Arial"/>
            </a:endParaRPr>
          </a:p>
          <a:p>
            <a:pPr>
              <a:lnSpc>
                <a:spcPct val="100000"/>
              </a:lnSpc>
            </a:pPr>
            <a:endParaRPr lang="tr-TR" sz="1550" b="0" u="none" strike="noStrike">
              <a:solidFill>
                <a:srgbClr val="000000"/>
              </a:solidFill>
              <a:effectLst/>
              <a:uFillTx/>
              <a:latin typeface="Arial"/>
            </a:endParaRPr>
          </a:p>
        </p:txBody>
      </p:sp>
      <p:sp>
        <p:nvSpPr>
          <p:cNvPr id="559" name="PlaceHolder 4"/>
          <p:cNvSpPr>
            <a:spLocks noGrp="1"/>
          </p:cNvSpPr>
          <p:nvPr>
            <p:ph type="ftr" idx="142"/>
          </p:nvPr>
        </p:nvSpPr>
        <p:spPr>
          <a:xfrm>
            <a:off x="3542040" y="6890040"/>
            <a:ext cx="3608640" cy="320040"/>
          </a:xfrm>
          <a:prstGeom prst="rect">
            <a:avLst/>
          </a:prstGeom>
          <a:noFill/>
          <a:ln w="0">
            <a:noFill/>
          </a:ln>
        </p:spPr>
        <p:txBody>
          <a:bodyPr lIns="0" tIns="0" rIns="0" bIns="0" anchor="t">
            <a:noAutofit/>
          </a:bodyPr>
          <a:lstStyle>
            <a:lvl1pPr indent="0" algn="ctr">
              <a:lnSpc>
                <a:spcPct val="100000"/>
              </a:lnSpc>
              <a:buNone/>
              <a:defRPr lang="tr-TR" sz="1050" b="0" u="none" strike="noStrike">
                <a:solidFill>
                  <a:srgbClr val="898989"/>
                </a:solidFill>
                <a:effectLst/>
                <a:uFillTx/>
                <a:latin typeface="Calibri"/>
              </a:defRPr>
            </a:lvl1pPr>
          </a:lstStyle>
          <a:p>
            <a:pPr indent="0" algn="ctr">
              <a:lnSpc>
                <a:spcPct val="100000"/>
              </a:lnSpc>
              <a:buNone/>
            </a:pPr>
            <a:r>
              <a:rPr lang="tr-TR" sz="1050" b="0" u="none" strike="noStrike" dirty="0">
                <a:solidFill>
                  <a:srgbClr val="898989"/>
                </a:solidFill>
                <a:effectLst/>
                <a:uFillTx/>
                <a:latin typeface="Calibri"/>
              </a:rPr>
              <a:t>2026 TEKNOFEST DİKEY İNİŞLİ ROKET YARIŞMASI</a:t>
            </a:r>
            <a:br>
              <a:rPr sz="1050" dirty="0"/>
            </a:br>
            <a:r>
              <a:rPr lang="tr-TR" sz="1050" b="0" u="none" strike="noStrike" dirty="0">
                <a:solidFill>
                  <a:srgbClr val="898989"/>
                </a:solidFill>
                <a:effectLst/>
                <a:uFillTx/>
                <a:latin typeface="Calibri"/>
              </a:rPr>
              <a:t> </a:t>
            </a:r>
            <a:r>
              <a:rPr lang="en-US" sz="1050" b="0" u="none" strike="noStrike" dirty="0">
                <a:solidFill>
                  <a:srgbClr val="898989"/>
                </a:solidFill>
                <a:effectLst/>
                <a:uFillTx/>
                <a:latin typeface="Calibri"/>
              </a:rPr>
              <a:t>KRİTİK</a:t>
            </a:r>
            <a:r>
              <a:rPr lang="tr-TR" sz="1050" b="0" u="none" strike="noStrike" dirty="0">
                <a:solidFill>
                  <a:srgbClr val="898989"/>
                </a:solidFill>
                <a:effectLst/>
                <a:uFillTx/>
                <a:latin typeface="Calibri"/>
              </a:rPr>
              <a:t> TASARIM RAPORU (</a:t>
            </a:r>
            <a:r>
              <a:rPr lang="en-US" sz="1050" b="0" u="none" strike="noStrike" dirty="0">
                <a:solidFill>
                  <a:srgbClr val="898989"/>
                </a:solidFill>
                <a:effectLst/>
                <a:uFillTx/>
                <a:latin typeface="Calibri"/>
              </a:rPr>
              <a:t>K</a:t>
            </a:r>
            <a:r>
              <a:rPr lang="tr-TR" sz="1050" b="0" u="none" strike="noStrike" dirty="0">
                <a:solidFill>
                  <a:srgbClr val="898989"/>
                </a:solidFill>
                <a:effectLst/>
                <a:uFillTx/>
                <a:latin typeface="Calibri"/>
              </a:rPr>
              <a:t>TR)</a:t>
            </a:r>
            <a:endParaRPr lang="tr-TR" sz="1050" b="0" u="none" strike="noStrike" dirty="0">
              <a:solidFill>
                <a:srgbClr val="000000"/>
              </a:solidFill>
              <a:effectLst/>
              <a:uFillTx/>
              <a:latin typeface="Times New Roman"/>
            </a:endParaRPr>
          </a:p>
        </p:txBody>
      </p:sp>
      <p:sp>
        <p:nvSpPr>
          <p:cNvPr id="560" name="TextBox 8"/>
          <p:cNvSpPr/>
          <p:nvPr/>
        </p:nvSpPr>
        <p:spPr>
          <a:xfrm>
            <a:off x="6480" y="544680"/>
            <a:ext cx="1027440" cy="569880"/>
          </a:xfrm>
          <a:prstGeom prst="rect">
            <a:avLst/>
          </a:prstGeom>
          <a:noFill/>
          <a:ln w="0">
            <a:solidFill>
              <a:srgbClr val="000000"/>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tr-TR" sz="1550" b="0" u="none" strike="noStrike">
                <a:solidFill>
                  <a:srgbClr val="000000"/>
                </a:solidFill>
                <a:effectLst/>
                <a:uFillTx/>
                <a:latin typeface="Calibri"/>
              </a:rPr>
              <a:t>Takım Logosu</a:t>
            </a:r>
            <a:endParaRPr lang="tr-TR" sz="1550" b="0" u="none" strike="noStrike">
              <a:solidFill>
                <a:srgbClr val="000000"/>
              </a:solidFill>
              <a:effectLst/>
              <a:uFillTx/>
              <a:latin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1" name="PlaceHolder 1"/>
          <p:cNvSpPr>
            <a:spLocks noGrp="1"/>
          </p:cNvSpPr>
          <p:nvPr>
            <p:ph type="title"/>
          </p:nvPr>
        </p:nvSpPr>
        <p:spPr>
          <a:xfrm>
            <a:off x="1034280" y="494640"/>
            <a:ext cx="8479440" cy="658440"/>
          </a:xfrm>
          <a:prstGeom prst="rect">
            <a:avLst/>
          </a:prstGeom>
          <a:noFill/>
          <a:ln w="0">
            <a:noFill/>
          </a:ln>
        </p:spPr>
        <p:txBody>
          <a:bodyPr lIns="0" tIns="0" rIns="0" bIns="0" anchor="b">
            <a:noAutofit/>
          </a:bodyPr>
          <a:lstStyle/>
          <a:p>
            <a:pPr indent="0" algn="ctr">
              <a:lnSpc>
                <a:spcPct val="100000"/>
              </a:lnSpc>
              <a:buNone/>
            </a:pPr>
            <a:r>
              <a:rPr lang="tr-TR" sz="3950" b="1" u="none" strike="noStrike">
                <a:solidFill>
                  <a:srgbClr val="0070C0"/>
                </a:solidFill>
                <a:effectLst/>
                <a:uFillTx/>
                <a:latin typeface="Calibri"/>
              </a:rPr>
              <a:t> Güdüm Kontrol Sistemi - Detay </a:t>
            </a:r>
            <a:endParaRPr lang="tr-TR" sz="3950" b="0" u="none" strike="noStrike">
              <a:solidFill>
                <a:srgbClr val="000000"/>
              </a:solidFill>
              <a:effectLst/>
              <a:uFillTx/>
              <a:latin typeface="Calibri"/>
            </a:endParaRPr>
          </a:p>
        </p:txBody>
      </p:sp>
      <p:cxnSp>
        <p:nvCxnSpPr>
          <p:cNvPr id="562" name="Straight Connector 4"/>
          <p:cNvCxnSpPr/>
          <p:nvPr/>
        </p:nvCxnSpPr>
        <p:spPr>
          <a:xfrm flipV="1">
            <a:off x="0" y="1352520"/>
            <a:ext cx="10693440" cy="23040"/>
          </a:xfrm>
          <a:prstGeom prst="straightConnector1">
            <a:avLst/>
          </a:prstGeom>
          <a:ln w="38100">
            <a:solidFill>
              <a:srgbClr val="4A7EBB"/>
            </a:solidFill>
            <a:round/>
          </a:ln>
        </p:spPr>
      </p:cxnSp>
      <p:cxnSp>
        <p:nvCxnSpPr>
          <p:cNvPr id="563" name="Straight Connector 5"/>
          <p:cNvCxnSpPr/>
          <p:nvPr/>
        </p:nvCxnSpPr>
        <p:spPr>
          <a:xfrm flipV="1">
            <a:off x="0" y="6714360"/>
            <a:ext cx="10693440" cy="23040"/>
          </a:xfrm>
          <a:prstGeom prst="straightConnector1">
            <a:avLst/>
          </a:prstGeom>
          <a:ln w="38100">
            <a:solidFill>
              <a:srgbClr val="4A7EBB"/>
            </a:solidFill>
            <a:round/>
          </a:ln>
        </p:spPr>
      </p:cxnSp>
      <p:sp>
        <p:nvSpPr>
          <p:cNvPr id="564" name="PlaceHolder 2"/>
          <p:cNvSpPr>
            <a:spLocks noGrp="1"/>
          </p:cNvSpPr>
          <p:nvPr>
            <p:ph type="sldNum" idx="143"/>
          </p:nvPr>
        </p:nvSpPr>
        <p:spPr>
          <a:xfrm>
            <a:off x="9724320" y="6905520"/>
            <a:ext cx="201600" cy="16092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C1E226AF-C3FD-417E-BCE8-F54268854422}" type="slidenum">
              <a:rPr lang="tr-TR" sz="1050" b="0" u="none" strike="noStrike">
                <a:solidFill>
                  <a:srgbClr val="898989"/>
                </a:solidFill>
                <a:effectLst/>
                <a:uFillTx/>
                <a:latin typeface="Calibri"/>
              </a:rPr>
              <a:t>43</a:t>
            </a:fld>
            <a:endParaRPr lang="tr-TR" sz="1050" b="0" u="none" strike="noStrike">
              <a:solidFill>
                <a:srgbClr val="000000"/>
              </a:solidFill>
              <a:effectLst/>
              <a:uFillTx/>
              <a:latin typeface="Times New Roman"/>
            </a:endParaRPr>
          </a:p>
        </p:txBody>
      </p:sp>
      <p:sp>
        <p:nvSpPr>
          <p:cNvPr id="565" name="PlaceHolder 3"/>
          <p:cNvSpPr>
            <a:spLocks noGrp="1"/>
          </p:cNvSpPr>
          <p:nvPr>
            <p:ph type="dt" idx="144"/>
          </p:nvPr>
        </p:nvSpPr>
        <p:spPr>
          <a:xfrm>
            <a:off x="802800" y="6905520"/>
            <a:ext cx="1320840" cy="16128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19FE63E4-07DA-4AB7-A2C1-A8D7C26FEA2E}" type="datetime2">
              <a:rPr lang="tr-TR" sz="1050" b="0" u="none" strike="noStrike">
                <a:solidFill>
                  <a:srgbClr val="898989"/>
                </a:solidFill>
                <a:effectLst/>
                <a:uFillTx/>
                <a:latin typeface="Calibri"/>
              </a:rPr>
              <a:t>21 Nisan 2026 Salı</a:t>
            </a:fld>
            <a:endParaRPr lang="tr-TR" sz="1050" b="0" u="none" strike="noStrike">
              <a:solidFill>
                <a:srgbClr val="000000"/>
              </a:solidFill>
              <a:effectLst/>
              <a:uFillTx/>
              <a:latin typeface="Times New Roman"/>
            </a:endParaRPr>
          </a:p>
        </p:txBody>
      </p:sp>
      <p:pic>
        <p:nvPicPr>
          <p:cNvPr id="566" name="Picture 6"/>
          <p:cNvPicPr/>
          <p:nvPr/>
        </p:nvPicPr>
        <p:blipFill>
          <a:blip r:embed="rId3"/>
          <a:stretch/>
        </p:blipFill>
        <p:spPr>
          <a:xfrm>
            <a:off x="9630360" y="276120"/>
            <a:ext cx="1062720" cy="1062720"/>
          </a:xfrm>
          <a:prstGeom prst="rect">
            <a:avLst/>
          </a:prstGeom>
          <a:noFill/>
          <a:ln w="0">
            <a:noFill/>
          </a:ln>
        </p:spPr>
      </p:pic>
      <p:sp>
        <p:nvSpPr>
          <p:cNvPr id="567" name="Metin kutusu 8"/>
          <p:cNvSpPr/>
          <p:nvPr/>
        </p:nvSpPr>
        <p:spPr>
          <a:xfrm>
            <a:off x="3665160" y="2125080"/>
            <a:ext cx="3712680" cy="3312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tr-TR" sz="1550" b="0" u="none" strike="noStrike">
                <a:solidFill>
                  <a:srgbClr val="000000"/>
                </a:solidFill>
                <a:effectLst/>
                <a:uFillTx/>
                <a:latin typeface="Calibri"/>
              </a:rPr>
              <a:t>Güdüm Kontrol Sistemi Güncelleme Tablosu </a:t>
            </a:r>
            <a:endParaRPr lang="tr-TR" sz="1550" b="0" u="none" strike="noStrike">
              <a:solidFill>
                <a:srgbClr val="000000"/>
              </a:solidFill>
              <a:effectLst/>
              <a:uFillTx/>
              <a:latin typeface="Arial"/>
            </a:endParaRPr>
          </a:p>
        </p:txBody>
      </p:sp>
      <p:graphicFrame>
        <p:nvGraphicFramePr>
          <p:cNvPr id="568" name="Tablo 13"/>
          <p:cNvGraphicFramePr/>
          <p:nvPr/>
        </p:nvGraphicFramePr>
        <p:xfrm>
          <a:off x="735120" y="2701080"/>
          <a:ext cx="9471600" cy="2621280"/>
        </p:xfrm>
        <a:graphic>
          <a:graphicData uri="http://schemas.openxmlformats.org/drawingml/2006/table">
            <a:tbl>
              <a:tblPr/>
              <a:tblGrid>
                <a:gridCol w="3157200">
                  <a:extLst>
                    <a:ext uri="{9D8B030D-6E8A-4147-A177-3AD203B41FA5}">
                      <a16:colId xmlns:a16="http://schemas.microsoft.com/office/drawing/2014/main" val="20000"/>
                    </a:ext>
                  </a:extLst>
                </a:gridCol>
                <a:gridCol w="3157200">
                  <a:extLst>
                    <a:ext uri="{9D8B030D-6E8A-4147-A177-3AD203B41FA5}">
                      <a16:colId xmlns:a16="http://schemas.microsoft.com/office/drawing/2014/main" val="20001"/>
                    </a:ext>
                  </a:extLst>
                </a:gridCol>
                <a:gridCol w="3157200">
                  <a:extLst>
                    <a:ext uri="{9D8B030D-6E8A-4147-A177-3AD203B41FA5}">
                      <a16:colId xmlns:a16="http://schemas.microsoft.com/office/drawing/2014/main" val="20002"/>
                    </a:ext>
                  </a:extLst>
                </a:gridCol>
              </a:tblGrid>
              <a:tr h="325080">
                <a:tc>
                  <a:txBody>
                    <a:bodyPr/>
                    <a:lstStyle/>
                    <a:p>
                      <a:pPr algn="ctr">
                        <a:lnSpc>
                          <a:spcPct val="100000"/>
                        </a:lnSpc>
                      </a:pPr>
                      <a:r>
                        <a:rPr lang="tr-TR" sz="1550" b="0" u="none" strike="noStrike">
                          <a:solidFill>
                            <a:srgbClr val="FFFFFF"/>
                          </a:solidFill>
                          <a:effectLst/>
                          <a:uFillTx/>
                          <a:latin typeface="Calibri"/>
                        </a:rPr>
                        <a:t>Ön Tasarım</a:t>
                      </a:r>
                      <a:endParaRPr lang="tr-TR" sz="1550" b="0" u="none" strike="noStrike">
                        <a:solidFill>
                          <a:srgbClr val="FFFFFF"/>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c>
                  <a:txBody>
                    <a:bodyPr/>
                    <a:lstStyle/>
                    <a:p>
                      <a:pPr algn="ctr">
                        <a:lnSpc>
                          <a:spcPct val="100000"/>
                        </a:lnSpc>
                      </a:pPr>
                      <a:r>
                        <a:rPr lang="tr-TR" sz="1550" b="0" u="none" strike="noStrike">
                          <a:solidFill>
                            <a:srgbClr val="FFFFFF"/>
                          </a:solidFill>
                          <a:effectLst/>
                          <a:uFillTx/>
                          <a:latin typeface="Calibri"/>
                        </a:rPr>
                        <a:t>Kritik Tasarım</a:t>
                      </a:r>
                      <a:endParaRPr lang="tr-TR" sz="1550" b="0" u="none" strike="noStrike">
                        <a:solidFill>
                          <a:srgbClr val="FFFFFF"/>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c>
                  <a:txBody>
                    <a:bodyPr/>
                    <a:lstStyle/>
                    <a:p>
                      <a:pPr algn="ctr">
                        <a:lnSpc>
                          <a:spcPct val="100000"/>
                        </a:lnSpc>
                      </a:pPr>
                      <a:r>
                        <a:rPr lang="tr-TR" sz="1550" b="0" u="none" strike="noStrike">
                          <a:solidFill>
                            <a:srgbClr val="FFFFFF"/>
                          </a:solidFill>
                          <a:effectLst/>
                          <a:uFillTx/>
                          <a:latin typeface="Calibri"/>
                        </a:rPr>
                        <a:t>Yapılan değişimin açıklaması</a:t>
                      </a:r>
                      <a:endParaRPr lang="tr-TR" sz="1550" b="0" u="none" strike="noStrike">
                        <a:solidFill>
                          <a:srgbClr val="FFFFFF"/>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extLst>
                  <a:ext uri="{0D108BD9-81ED-4DB2-BD59-A6C34878D82A}">
                    <a16:rowId xmlns:a16="http://schemas.microsoft.com/office/drawing/2014/main" val="10000"/>
                  </a:ext>
                </a:extLst>
              </a:tr>
              <a:tr h="325080">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extLst>
                  <a:ext uri="{0D108BD9-81ED-4DB2-BD59-A6C34878D82A}">
                    <a16:rowId xmlns:a16="http://schemas.microsoft.com/office/drawing/2014/main" val="10001"/>
                  </a:ext>
                </a:extLst>
              </a:tr>
              <a:tr h="325080">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extLst>
                  <a:ext uri="{0D108BD9-81ED-4DB2-BD59-A6C34878D82A}">
                    <a16:rowId xmlns:a16="http://schemas.microsoft.com/office/drawing/2014/main" val="10002"/>
                  </a:ext>
                </a:extLst>
              </a:tr>
              <a:tr h="325080">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extLst>
                  <a:ext uri="{0D108BD9-81ED-4DB2-BD59-A6C34878D82A}">
                    <a16:rowId xmlns:a16="http://schemas.microsoft.com/office/drawing/2014/main" val="10003"/>
                  </a:ext>
                </a:extLst>
              </a:tr>
              <a:tr h="325080">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extLst>
                  <a:ext uri="{0D108BD9-81ED-4DB2-BD59-A6C34878D82A}">
                    <a16:rowId xmlns:a16="http://schemas.microsoft.com/office/drawing/2014/main" val="10004"/>
                  </a:ext>
                </a:extLst>
              </a:tr>
              <a:tr h="325080">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extLst>
                  <a:ext uri="{0D108BD9-81ED-4DB2-BD59-A6C34878D82A}">
                    <a16:rowId xmlns:a16="http://schemas.microsoft.com/office/drawing/2014/main" val="10005"/>
                  </a:ext>
                </a:extLst>
              </a:tr>
              <a:tr h="325080">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extLst>
                  <a:ext uri="{0D108BD9-81ED-4DB2-BD59-A6C34878D82A}">
                    <a16:rowId xmlns:a16="http://schemas.microsoft.com/office/drawing/2014/main" val="10006"/>
                  </a:ext>
                </a:extLst>
              </a:tr>
              <a:tr h="325080">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extLst>
                  <a:ext uri="{0D108BD9-81ED-4DB2-BD59-A6C34878D82A}">
                    <a16:rowId xmlns:a16="http://schemas.microsoft.com/office/drawing/2014/main" val="10007"/>
                  </a:ext>
                </a:extLst>
              </a:tr>
            </a:tbl>
          </a:graphicData>
        </a:graphic>
      </p:graphicFrame>
      <p:sp>
        <p:nvSpPr>
          <p:cNvPr id="569" name="TextBox 14"/>
          <p:cNvSpPr/>
          <p:nvPr/>
        </p:nvSpPr>
        <p:spPr>
          <a:xfrm rot="19567200">
            <a:off x="3333600" y="3655080"/>
            <a:ext cx="4025160" cy="9835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tr-TR" sz="5790" b="1" u="none" strike="noStrike">
                <a:solidFill>
                  <a:srgbClr val="FF0000"/>
                </a:solidFill>
                <a:effectLst/>
                <a:uFillTx/>
                <a:latin typeface="Arial"/>
              </a:rPr>
              <a:t>ÖRNEKTİR</a:t>
            </a:r>
            <a:endParaRPr lang="tr-TR" sz="5790" b="0" u="none" strike="noStrike">
              <a:solidFill>
                <a:srgbClr val="000000"/>
              </a:solidFill>
              <a:effectLst/>
              <a:uFillTx/>
              <a:latin typeface="Arial"/>
            </a:endParaRPr>
          </a:p>
        </p:txBody>
      </p:sp>
      <p:sp>
        <p:nvSpPr>
          <p:cNvPr id="570" name="PlaceHolder 4"/>
          <p:cNvSpPr>
            <a:spLocks noGrp="1"/>
          </p:cNvSpPr>
          <p:nvPr>
            <p:ph type="ftr" idx="145"/>
          </p:nvPr>
        </p:nvSpPr>
        <p:spPr>
          <a:xfrm>
            <a:off x="3542040" y="6814080"/>
            <a:ext cx="3608640" cy="320040"/>
          </a:xfrm>
          <a:prstGeom prst="rect">
            <a:avLst/>
          </a:prstGeom>
          <a:noFill/>
          <a:ln w="0">
            <a:noFill/>
          </a:ln>
        </p:spPr>
        <p:txBody>
          <a:bodyPr lIns="0" tIns="0" rIns="0" bIns="0" anchor="t">
            <a:noAutofit/>
          </a:bodyPr>
          <a:lstStyle>
            <a:lvl1pPr indent="0" algn="ctr">
              <a:lnSpc>
                <a:spcPct val="100000"/>
              </a:lnSpc>
              <a:buNone/>
              <a:defRPr lang="tr-TR" sz="1050" b="0" u="none" strike="noStrike">
                <a:solidFill>
                  <a:srgbClr val="898989"/>
                </a:solidFill>
                <a:effectLst/>
                <a:uFillTx/>
                <a:latin typeface="Calibri"/>
              </a:defRPr>
            </a:lvl1pPr>
          </a:lstStyle>
          <a:p>
            <a:pPr indent="0" algn="ctr">
              <a:lnSpc>
                <a:spcPct val="100000"/>
              </a:lnSpc>
              <a:buNone/>
            </a:pPr>
            <a:r>
              <a:rPr lang="tr-TR" sz="1050" b="0" u="none" strike="noStrike" dirty="0">
                <a:solidFill>
                  <a:srgbClr val="898989"/>
                </a:solidFill>
                <a:effectLst/>
                <a:uFillTx/>
                <a:latin typeface="Calibri"/>
              </a:rPr>
              <a:t>2026 TEKNOFEST DİKEY İNİŞLİ ROKET YARIŞMASI</a:t>
            </a:r>
            <a:br>
              <a:rPr sz="1050" dirty="0"/>
            </a:br>
            <a:r>
              <a:rPr lang="tr-TR" sz="1050" b="0" u="none" strike="noStrike" dirty="0">
                <a:solidFill>
                  <a:srgbClr val="898989"/>
                </a:solidFill>
                <a:effectLst/>
                <a:uFillTx/>
                <a:latin typeface="Calibri"/>
              </a:rPr>
              <a:t> </a:t>
            </a:r>
            <a:r>
              <a:rPr lang="en-US" sz="1050" b="0" u="none" strike="noStrike" dirty="0">
                <a:solidFill>
                  <a:srgbClr val="898989"/>
                </a:solidFill>
                <a:effectLst/>
                <a:uFillTx/>
                <a:latin typeface="Calibri"/>
              </a:rPr>
              <a:t>KRİTİK</a:t>
            </a:r>
            <a:r>
              <a:rPr lang="tr-TR" sz="1050" b="0" u="none" strike="noStrike" dirty="0">
                <a:solidFill>
                  <a:srgbClr val="898989"/>
                </a:solidFill>
                <a:effectLst/>
                <a:uFillTx/>
                <a:latin typeface="Calibri"/>
              </a:rPr>
              <a:t> TASARIM RAPORU (</a:t>
            </a:r>
            <a:r>
              <a:rPr lang="en-US" sz="1050" b="0" u="none" strike="noStrike" dirty="0">
                <a:solidFill>
                  <a:srgbClr val="898989"/>
                </a:solidFill>
                <a:effectLst/>
                <a:uFillTx/>
                <a:latin typeface="Calibri"/>
              </a:rPr>
              <a:t>K</a:t>
            </a:r>
            <a:r>
              <a:rPr lang="tr-TR" sz="1050" b="0" u="none" strike="noStrike" dirty="0">
                <a:solidFill>
                  <a:srgbClr val="898989"/>
                </a:solidFill>
                <a:effectLst/>
                <a:uFillTx/>
                <a:latin typeface="Calibri"/>
              </a:rPr>
              <a:t>TR)</a:t>
            </a:r>
            <a:endParaRPr lang="tr-TR" sz="1050" b="0" u="none" strike="noStrike" dirty="0">
              <a:solidFill>
                <a:srgbClr val="000000"/>
              </a:solidFill>
              <a:effectLst/>
              <a:uFillTx/>
              <a:latin typeface="Times New Roman"/>
            </a:endParaRPr>
          </a:p>
        </p:txBody>
      </p:sp>
      <p:sp>
        <p:nvSpPr>
          <p:cNvPr id="571" name="TextBox 9"/>
          <p:cNvSpPr/>
          <p:nvPr/>
        </p:nvSpPr>
        <p:spPr>
          <a:xfrm>
            <a:off x="6480" y="544680"/>
            <a:ext cx="1027440" cy="569880"/>
          </a:xfrm>
          <a:prstGeom prst="rect">
            <a:avLst/>
          </a:prstGeom>
          <a:noFill/>
          <a:ln w="0">
            <a:solidFill>
              <a:srgbClr val="000000"/>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tr-TR" sz="1550" b="0" u="none" strike="noStrike">
                <a:solidFill>
                  <a:srgbClr val="000000"/>
                </a:solidFill>
                <a:effectLst/>
                <a:uFillTx/>
                <a:latin typeface="Calibri"/>
              </a:rPr>
              <a:t>Takım Logosu</a:t>
            </a:r>
            <a:endParaRPr lang="tr-TR" sz="1550" b="0" u="none" strike="noStrike">
              <a:solidFill>
                <a:srgbClr val="000000"/>
              </a:solidFill>
              <a:effectLst/>
              <a:uFillTx/>
              <a:latin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2" name="PlaceHolder 1"/>
          <p:cNvSpPr>
            <a:spLocks noGrp="1"/>
          </p:cNvSpPr>
          <p:nvPr>
            <p:ph type="title"/>
          </p:nvPr>
        </p:nvSpPr>
        <p:spPr>
          <a:xfrm>
            <a:off x="1222920" y="716760"/>
            <a:ext cx="8019720" cy="658440"/>
          </a:xfrm>
          <a:prstGeom prst="rect">
            <a:avLst/>
          </a:prstGeom>
          <a:noFill/>
          <a:ln w="0">
            <a:noFill/>
          </a:ln>
        </p:spPr>
        <p:txBody>
          <a:bodyPr lIns="0" tIns="0" rIns="0" bIns="0" anchor="b">
            <a:noAutofit/>
          </a:bodyPr>
          <a:lstStyle/>
          <a:p>
            <a:pPr indent="0" algn="ctr">
              <a:lnSpc>
                <a:spcPct val="100000"/>
              </a:lnSpc>
              <a:buNone/>
            </a:pPr>
            <a:r>
              <a:rPr lang="tr-TR" sz="3950" b="1" u="none" strike="noStrike">
                <a:solidFill>
                  <a:srgbClr val="0070C0"/>
                </a:solidFill>
                <a:effectLst/>
                <a:uFillTx/>
                <a:latin typeface="Calibri"/>
              </a:rPr>
              <a:t>Aviyonik Sistemin Yerleşim Görünümü </a:t>
            </a:r>
            <a:endParaRPr lang="tr-TR" sz="3950" b="0" u="none" strike="noStrike">
              <a:solidFill>
                <a:srgbClr val="000000"/>
              </a:solidFill>
              <a:effectLst/>
              <a:uFillTx/>
              <a:latin typeface="Calibri"/>
            </a:endParaRPr>
          </a:p>
        </p:txBody>
      </p:sp>
      <p:cxnSp>
        <p:nvCxnSpPr>
          <p:cNvPr id="573" name="Straight Connector 4"/>
          <p:cNvCxnSpPr/>
          <p:nvPr/>
        </p:nvCxnSpPr>
        <p:spPr>
          <a:xfrm flipV="1">
            <a:off x="0" y="1352520"/>
            <a:ext cx="10693440" cy="23040"/>
          </a:xfrm>
          <a:prstGeom prst="straightConnector1">
            <a:avLst/>
          </a:prstGeom>
          <a:ln w="38100">
            <a:solidFill>
              <a:srgbClr val="4A7EBB"/>
            </a:solidFill>
            <a:round/>
          </a:ln>
        </p:spPr>
      </p:cxnSp>
      <p:cxnSp>
        <p:nvCxnSpPr>
          <p:cNvPr id="574" name="Straight Connector 5"/>
          <p:cNvCxnSpPr/>
          <p:nvPr/>
        </p:nvCxnSpPr>
        <p:spPr>
          <a:xfrm flipV="1">
            <a:off x="0" y="6790680"/>
            <a:ext cx="10693440" cy="22680"/>
          </a:xfrm>
          <a:prstGeom prst="straightConnector1">
            <a:avLst/>
          </a:prstGeom>
          <a:ln w="38100">
            <a:solidFill>
              <a:srgbClr val="4A7EBB"/>
            </a:solidFill>
            <a:round/>
          </a:ln>
        </p:spPr>
      </p:cxnSp>
      <p:sp>
        <p:nvSpPr>
          <p:cNvPr id="575" name="PlaceHolder 2"/>
          <p:cNvSpPr>
            <a:spLocks noGrp="1"/>
          </p:cNvSpPr>
          <p:nvPr>
            <p:ph type="sldNum" idx="146"/>
          </p:nvPr>
        </p:nvSpPr>
        <p:spPr>
          <a:xfrm>
            <a:off x="9724320" y="6981840"/>
            <a:ext cx="201600" cy="16092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57034EF2-3455-41EE-901B-A661FDF69CB8}" type="slidenum">
              <a:rPr lang="tr-TR" sz="1050" b="0" u="none" strike="noStrike">
                <a:solidFill>
                  <a:srgbClr val="898989"/>
                </a:solidFill>
                <a:effectLst/>
                <a:uFillTx/>
                <a:latin typeface="Calibri"/>
              </a:rPr>
              <a:t>44</a:t>
            </a:fld>
            <a:endParaRPr lang="tr-TR" sz="1050" b="0" u="none" strike="noStrike">
              <a:solidFill>
                <a:srgbClr val="000000"/>
              </a:solidFill>
              <a:effectLst/>
              <a:uFillTx/>
              <a:latin typeface="Times New Roman"/>
            </a:endParaRPr>
          </a:p>
        </p:txBody>
      </p:sp>
      <p:sp>
        <p:nvSpPr>
          <p:cNvPr id="576" name="PlaceHolder 3"/>
          <p:cNvSpPr>
            <a:spLocks noGrp="1"/>
          </p:cNvSpPr>
          <p:nvPr>
            <p:ph type="dt" idx="147"/>
          </p:nvPr>
        </p:nvSpPr>
        <p:spPr>
          <a:xfrm>
            <a:off x="802800" y="6981840"/>
            <a:ext cx="1320840" cy="16128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E5AD6C2A-79E4-4E59-85B5-28992D676648}" type="datetime2">
              <a:rPr lang="tr-TR" sz="1050" b="0" u="none" strike="noStrike">
                <a:solidFill>
                  <a:srgbClr val="898989"/>
                </a:solidFill>
                <a:effectLst/>
                <a:uFillTx/>
                <a:latin typeface="Calibri"/>
              </a:rPr>
              <a:t>21 Nisan 2026 Salı</a:t>
            </a:fld>
            <a:endParaRPr lang="tr-TR" sz="1050" b="0" u="none" strike="noStrike">
              <a:solidFill>
                <a:srgbClr val="000000"/>
              </a:solidFill>
              <a:effectLst/>
              <a:uFillTx/>
              <a:latin typeface="Times New Roman"/>
            </a:endParaRPr>
          </a:p>
        </p:txBody>
      </p:sp>
      <p:pic>
        <p:nvPicPr>
          <p:cNvPr id="577" name="Picture 6"/>
          <p:cNvPicPr/>
          <p:nvPr/>
        </p:nvPicPr>
        <p:blipFill>
          <a:blip r:embed="rId3"/>
          <a:stretch/>
        </p:blipFill>
        <p:spPr>
          <a:xfrm>
            <a:off x="9630360" y="276120"/>
            <a:ext cx="1062720" cy="1062720"/>
          </a:xfrm>
          <a:prstGeom prst="rect">
            <a:avLst/>
          </a:prstGeom>
          <a:noFill/>
          <a:ln w="0">
            <a:noFill/>
          </a:ln>
        </p:spPr>
      </p:pic>
      <p:sp>
        <p:nvSpPr>
          <p:cNvPr id="578" name="Dikdörtgen 10"/>
          <p:cNvSpPr/>
          <p:nvPr/>
        </p:nvSpPr>
        <p:spPr>
          <a:xfrm>
            <a:off x="5131440" y="3678480"/>
            <a:ext cx="5350320" cy="1334520"/>
          </a:xfrm>
          <a:prstGeom prst="rect">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tr-TR" sz="2400" b="1" u="none" strike="noStrike">
                <a:solidFill>
                  <a:schemeClr val="lt1"/>
                </a:solidFill>
                <a:effectLst/>
                <a:uFillTx/>
                <a:latin typeface="Calibri"/>
              </a:rPr>
              <a:t>Aviyonik Sistem Yerleşiminin </a:t>
            </a:r>
            <a:endParaRPr lang="tr-TR" sz="2400" b="0" u="none" strike="noStrike">
              <a:solidFill>
                <a:srgbClr val="FFFFFF"/>
              </a:solidFill>
              <a:effectLst/>
              <a:uFillTx/>
              <a:latin typeface="Arial"/>
            </a:endParaRPr>
          </a:p>
          <a:p>
            <a:pPr algn="ctr">
              <a:lnSpc>
                <a:spcPct val="100000"/>
              </a:lnSpc>
            </a:pPr>
            <a:r>
              <a:rPr lang="tr-TR" sz="2400" b="1" u="none" strike="noStrike">
                <a:solidFill>
                  <a:schemeClr val="lt1"/>
                </a:solidFill>
                <a:effectLst/>
                <a:uFillTx/>
                <a:latin typeface="Calibri"/>
              </a:rPr>
              <a:t>3 Boyutlu Görünümü (CAD) </a:t>
            </a:r>
            <a:endParaRPr lang="tr-TR" sz="2400" b="0" u="none" strike="noStrike">
              <a:solidFill>
                <a:srgbClr val="FFFFFF"/>
              </a:solidFill>
              <a:effectLst/>
              <a:uFillTx/>
              <a:latin typeface="Arial"/>
            </a:endParaRPr>
          </a:p>
        </p:txBody>
      </p:sp>
      <p:sp>
        <p:nvSpPr>
          <p:cNvPr id="579" name="Rectangle 14"/>
          <p:cNvSpPr/>
          <p:nvPr/>
        </p:nvSpPr>
        <p:spPr>
          <a:xfrm>
            <a:off x="4980600" y="4978800"/>
            <a:ext cx="5679360" cy="569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tr-TR" sz="1550" b="0" u="none" strike="noStrike">
                <a:solidFill>
                  <a:srgbClr val="000000"/>
                </a:solidFill>
                <a:effectLst/>
                <a:uFillTx/>
                <a:latin typeface="Calibri"/>
              </a:rPr>
              <a:t>Alt sistemi oluşturan bileşenleri ayrıntılarını gösterecek şekilde </a:t>
            </a:r>
            <a:r>
              <a:rPr lang="tr-TR" sz="1550" b="1" i="1" u="sng" strike="noStrike">
                <a:solidFill>
                  <a:srgbClr val="000000"/>
                </a:solidFill>
                <a:effectLst/>
                <a:uFillTx/>
                <a:latin typeface="Calibri"/>
              </a:rPr>
              <a:t>nihai </a:t>
            </a:r>
            <a:r>
              <a:rPr lang="tr-TR" sz="1550" b="0" u="none" strike="noStrike">
                <a:solidFill>
                  <a:srgbClr val="000000"/>
                </a:solidFill>
                <a:effectLst/>
                <a:uFillTx/>
                <a:latin typeface="Calibri"/>
              </a:rPr>
              <a:t>3B Tasarım çıktıları paylaşılmalıdır.  </a:t>
            </a:r>
            <a:endParaRPr lang="tr-TR" sz="1550" b="0" u="none" strike="noStrike">
              <a:solidFill>
                <a:srgbClr val="000000"/>
              </a:solidFill>
              <a:effectLst/>
              <a:uFillTx/>
              <a:latin typeface="Arial"/>
            </a:endParaRPr>
          </a:p>
        </p:txBody>
      </p:sp>
      <p:sp>
        <p:nvSpPr>
          <p:cNvPr id="580" name="Rectangle 12"/>
          <p:cNvSpPr/>
          <p:nvPr/>
        </p:nvSpPr>
        <p:spPr>
          <a:xfrm>
            <a:off x="87840" y="1837080"/>
            <a:ext cx="10290240" cy="200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endParaRPr lang="tr-TR" sz="1550" b="0" u="none" strike="noStrike">
              <a:solidFill>
                <a:srgbClr val="000000"/>
              </a:solidFill>
              <a:effectLst/>
              <a:uFillTx/>
              <a:latin typeface="Arial"/>
            </a:endParaRPr>
          </a:p>
          <a:p>
            <a:pPr marL="250560" indent="-250560" algn="just">
              <a:lnSpc>
                <a:spcPct val="100000"/>
              </a:lnSpc>
              <a:buClr>
                <a:srgbClr val="000000"/>
              </a:buClr>
              <a:buFont typeface="Arial"/>
              <a:buChar char="•"/>
            </a:pPr>
            <a:r>
              <a:rPr lang="tr-TR" sz="1550" b="0" u="none" strike="noStrike">
                <a:solidFill>
                  <a:srgbClr val="000000"/>
                </a:solidFill>
                <a:effectLst/>
                <a:uFillTx/>
                <a:latin typeface="Calibri"/>
              </a:rPr>
              <a:t>Genel aviyonik sistemin roket içerisine yerleştirildiği yapısal bölümünün detayları CAD görselleri ile verilmelidir.</a:t>
            </a:r>
            <a:endParaRPr lang="tr-TR" sz="1550" b="0" u="none" strike="noStrike">
              <a:solidFill>
                <a:srgbClr val="000000"/>
              </a:solidFill>
              <a:effectLst/>
              <a:uFillTx/>
              <a:latin typeface="Arial"/>
            </a:endParaRPr>
          </a:p>
          <a:p>
            <a:pPr algn="just">
              <a:lnSpc>
                <a:spcPct val="100000"/>
              </a:lnSpc>
            </a:pPr>
            <a:endParaRPr lang="tr-TR" sz="1550" b="0" u="none" strike="noStrike">
              <a:solidFill>
                <a:srgbClr val="000000"/>
              </a:solidFill>
              <a:effectLst/>
              <a:uFillTx/>
              <a:latin typeface="Arial"/>
            </a:endParaRPr>
          </a:p>
          <a:p>
            <a:pPr marL="250560" indent="-250560" algn="just">
              <a:lnSpc>
                <a:spcPct val="100000"/>
              </a:lnSpc>
              <a:buClr>
                <a:srgbClr val="000000"/>
              </a:buClr>
              <a:buFont typeface="Arial"/>
              <a:buChar char="•"/>
            </a:pPr>
            <a:r>
              <a:rPr lang="tr-TR" sz="1550" b="0" u="none" strike="noStrike">
                <a:solidFill>
                  <a:srgbClr val="000000"/>
                </a:solidFill>
                <a:effectLst/>
                <a:uFillTx/>
                <a:latin typeface="Calibri"/>
              </a:rPr>
              <a:t>Devre kartlarının aviyonik bölümüne yerleştirilmiş halindeki görüntüsü verilmelidir.</a:t>
            </a:r>
            <a:endParaRPr lang="tr-TR" sz="1550" b="0" u="none" strike="noStrike">
              <a:solidFill>
                <a:srgbClr val="000000"/>
              </a:solidFill>
              <a:effectLst/>
              <a:uFillTx/>
              <a:latin typeface="Arial"/>
            </a:endParaRPr>
          </a:p>
          <a:p>
            <a:pPr algn="just">
              <a:lnSpc>
                <a:spcPct val="100000"/>
              </a:lnSpc>
            </a:pPr>
            <a:endParaRPr lang="tr-TR" sz="1550" b="0" u="none" strike="noStrike">
              <a:solidFill>
                <a:srgbClr val="000000"/>
              </a:solidFill>
              <a:effectLst/>
              <a:uFillTx/>
              <a:latin typeface="Arial"/>
            </a:endParaRPr>
          </a:p>
          <a:p>
            <a:pPr marL="250560" indent="-250560" algn="just">
              <a:lnSpc>
                <a:spcPct val="100000"/>
              </a:lnSpc>
              <a:buClr>
                <a:srgbClr val="000000"/>
              </a:buClr>
              <a:buFont typeface="Arial"/>
              <a:buChar char="•"/>
            </a:pPr>
            <a:r>
              <a:rPr lang="tr-TR" sz="1550" b="0" u="none" strike="noStrike">
                <a:solidFill>
                  <a:srgbClr val="000000"/>
                </a:solidFill>
                <a:effectLst/>
                <a:uFillTx/>
                <a:latin typeface="Calibri"/>
              </a:rPr>
              <a:t>Ana ve ‘varsa’ yedek aviyonik sistem görsel üzerinden belirtilmelidir.</a:t>
            </a:r>
            <a:endParaRPr lang="tr-TR" sz="1550" b="0" u="none" strike="noStrike">
              <a:solidFill>
                <a:srgbClr val="000000"/>
              </a:solidFill>
              <a:effectLst/>
              <a:uFillTx/>
              <a:latin typeface="Arial"/>
            </a:endParaRPr>
          </a:p>
          <a:p>
            <a:pPr algn="just">
              <a:lnSpc>
                <a:spcPct val="100000"/>
              </a:lnSpc>
            </a:pPr>
            <a:endParaRPr lang="tr-TR" sz="1550" b="0" u="none" strike="noStrike">
              <a:solidFill>
                <a:srgbClr val="000000"/>
              </a:solidFill>
              <a:effectLst/>
              <a:uFillTx/>
              <a:latin typeface="Arial"/>
            </a:endParaRPr>
          </a:p>
          <a:p>
            <a:pPr marL="250560" indent="-250560" algn="just">
              <a:lnSpc>
                <a:spcPct val="100000"/>
              </a:lnSpc>
              <a:buClr>
                <a:srgbClr val="000000"/>
              </a:buClr>
              <a:buFont typeface="Arial"/>
              <a:buChar char="•"/>
            </a:pPr>
            <a:r>
              <a:rPr lang="tr-TR" sz="1550" b="0" u="none" strike="noStrike">
                <a:solidFill>
                  <a:srgbClr val="000000"/>
                </a:solidFill>
                <a:effectLst/>
                <a:uFillTx/>
                <a:latin typeface="Calibri"/>
              </a:rPr>
              <a:t>Bu bölüm 1 yansıyı geçmemelidir. </a:t>
            </a:r>
            <a:endParaRPr lang="tr-TR" sz="1550" b="0" u="none" strike="noStrike">
              <a:solidFill>
                <a:srgbClr val="000000"/>
              </a:solidFill>
              <a:effectLst/>
              <a:uFillTx/>
              <a:latin typeface="Arial"/>
            </a:endParaRPr>
          </a:p>
        </p:txBody>
      </p:sp>
      <p:sp>
        <p:nvSpPr>
          <p:cNvPr id="581" name="Rectangle 17"/>
          <p:cNvSpPr/>
          <p:nvPr/>
        </p:nvSpPr>
        <p:spPr>
          <a:xfrm>
            <a:off x="0" y="6313320"/>
            <a:ext cx="10572120" cy="461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tr-TR" sz="1200" b="0" i="1" u="none" strike="noStrike" dirty="0">
                <a:solidFill>
                  <a:srgbClr val="000000"/>
                </a:solidFill>
                <a:effectLst/>
                <a:uFillTx/>
                <a:latin typeface="Calibri"/>
              </a:rPr>
              <a:t>Bu bölümde şartnamede yer alan</a:t>
            </a:r>
            <a:r>
              <a:rPr lang="tr-TR" sz="1200" b="1" i="1" u="none" strike="noStrike" dirty="0">
                <a:solidFill>
                  <a:srgbClr val="000000"/>
                </a:solidFill>
                <a:effectLst/>
                <a:uFillTx/>
                <a:latin typeface="Calibri"/>
              </a:rPr>
              <a:t> 3.2.f</a:t>
            </a:r>
            <a:r>
              <a:rPr lang="tr-TR" sz="1200" b="1" i="1" dirty="0">
                <a:solidFill>
                  <a:srgbClr val="000000"/>
                </a:solidFill>
              </a:rPr>
              <a:t>, 3.2.g, 3.2.h</a:t>
            </a:r>
            <a:r>
              <a:rPr lang="tr-TR" sz="1200" b="1" i="1" u="none" strike="noStrike" dirty="0">
                <a:solidFill>
                  <a:srgbClr val="000000"/>
                </a:solidFill>
                <a:effectLst/>
                <a:uFillTx/>
                <a:latin typeface="Calibri"/>
              </a:rPr>
              <a:t>, </a:t>
            </a:r>
            <a:r>
              <a:rPr lang="tr-TR" sz="1200" b="1" i="1" u="none" strike="noStrike" dirty="0">
                <a:effectLst/>
                <a:uFillTx/>
                <a:latin typeface="Calibri"/>
              </a:rPr>
              <a:t>3.2.l</a:t>
            </a:r>
            <a:r>
              <a:rPr lang="tr-TR" sz="1200" b="1" i="1" u="none" strike="noStrike" dirty="0">
                <a:solidFill>
                  <a:srgbClr val="000000"/>
                </a:solidFill>
                <a:effectLst/>
                <a:uFillTx/>
                <a:latin typeface="Calibri"/>
              </a:rPr>
              <a:t>, 3.2.q, 3.2.s, 3.2.t, 3.3.c, 3.3.d, 3.3.f, 3.3.g, 4.2.a, </a:t>
            </a:r>
            <a:r>
              <a:rPr lang="tr-TR" sz="1200" b="1" i="1" dirty="0">
                <a:solidFill>
                  <a:srgbClr val="000000"/>
                </a:solidFill>
              </a:rPr>
              <a:t>4.2.b, 4.2.c, 4.2.h ve </a:t>
            </a:r>
            <a:r>
              <a:rPr lang="tr-TR" sz="1200" b="1" i="1" u="none" strike="noStrike" dirty="0">
                <a:solidFill>
                  <a:srgbClr val="000000"/>
                </a:solidFill>
                <a:effectLst/>
                <a:uFillTx/>
                <a:latin typeface="Calibri"/>
              </a:rPr>
              <a:t>4.2.k</a:t>
            </a:r>
            <a:r>
              <a:rPr lang="tr-TR" sz="1200" b="0" i="1" u="none" strike="noStrike" dirty="0">
                <a:solidFill>
                  <a:srgbClr val="000000"/>
                </a:solidFill>
                <a:effectLst/>
                <a:uFillTx/>
                <a:latin typeface="Calibri"/>
              </a:rPr>
              <a:t> numaralı gereksinimlerin karşılanıp karşılanmadığı kontrol edilecektir.</a:t>
            </a:r>
            <a:endParaRPr lang="tr-TR" sz="1200" b="0" u="none" strike="noStrike" dirty="0">
              <a:solidFill>
                <a:srgbClr val="000000"/>
              </a:solidFill>
              <a:effectLst/>
              <a:uFillTx/>
              <a:latin typeface="Arial"/>
            </a:endParaRPr>
          </a:p>
        </p:txBody>
      </p:sp>
      <p:sp>
        <p:nvSpPr>
          <p:cNvPr id="582" name="PlaceHolder 4"/>
          <p:cNvSpPr>
            <a:spLocks noGrp="1"/>
          </p:cNvSpPr>
          <p:nvPr>
            <p:ph type="ftr" idx="148"/>
          </p:nvPr>
        </p:nvSpPr>
        <p:spPr>
          <a:xfrm>
            <a:off x="3542040" y="6890040"/>
            <a:ext cx="3608640" cy="320040"/>
          </a:xfrm>
          <a:prstGeom prst="rect">
            <a:avLst/>
          </a:prstGeom>
          <a:noFill/>
          <a:ln w="0">
            <a:noFill/>
          </a:ln>
        </p:spPr>
        <p:txBody>
          <a:bodyPr lIns="0" tIns="0" rIns="0" bIns="0" anchor="t">
            <a:noAutofit/>
          </a:bodyPr>
          <a:lstStyle>
            <a:lvl1pPr indent="0" algn="ctr">
              <a:lnSpc>
                <a:spcPct val="100000"/>
              </a:lnSpc>
              <a:buNone/>
              <a:defRPr lang="tr-TR" sz="1050" b="0" u="none" strike="noStrike">
                <a:solidFill>
                  <a:srgbClr val="898989"/>
                </a:solidFill>
                <a:effectLst/>
                <a:uFillTx/>
                <a:latin typeface="Calibri"/>
              </a:defRPr>
            </a:lvl1pPr>
          </a:lstStyle>
          <a:p>
            <a:pPr indent="0" algn="ctr">
              <a:lnSpc>
                <a:spcPct val="100000"/>
              </a:lnSpc>
              <a:buNone/>
            </a:pPr>
            <a:r>
              <a:rPr lang="tr-TR" sz="1050" b="0" u="none" strike="noStrike" dirty="0">
                <a:solidFill>
                  <a:srgbClr val="898989"/>
                </a:solidFill>
                <a:effectLst/>
                <a:uFillTx/>
                <a:latin typeface="Calibri"/>
              </a:rPr>
              <a:t>2026 TEKNOFEST DİKEY İNİŞLİ ROKET YARIŞMASI</a:t>
            </a:r>
            <a:br>
              <a:rPr sz="1050" dirty="0"/>
            </a:br>
            <a:r>
              <a:rPr lang="tr-TR" sz="1050" b="0" u="none" strike="noStrike" dirty="0">
                <a:solidFill>
                  <a:srgbClr val="898989"/>
                </a:solidFill>
                <a:effectLst/>
                <a:uFillTx/>
                <a:latin typeface="Calibri"/>
              </a:rPr>
              <a:t> </a:t>
            </a:r>
            <a:r>
              <a:rPr lang="en-US" sz="1050" b="0" u="none" strike="noStrike" dirty="0">
                <a:solidFill>
                  <a:srgbClr val="898989"/>
                </a:solidFill>
                <a:effectLst/>
                <a:uFillTx/>
                <a:latin typeface="Calibri"/>
              </a:rPr>
              <a:t>KRİTİK</a:t>
            </a:r>
            <a:r>
              <a:rPr lang="tr-TR" sz="1050" b="0" u="none" strike="noStrike" dirty="0">
                <a:solidFill>
                  <a:srgbClr val="898989"/>
                </a:solidFill>
                <a:effectLst/>
                <a:uFillTx/>
                <a:latin typeface="Calibri"/>
              </a:rPr>
              <a:t> TASARIM RAPORU (</a:t>
            </a:r>
            <a:r>
              <a:rPr lang="en-US" sz="1050" b="0" u="none" strike="noStrike" dirty="0">
                <a:solidFill>
                  <a:srgbClr val="898989"/>
                </a:solidFill>
                <a:effectLst/>
                <a:uFillTx/>
                <a:latin typeface="Calibri"/>
              </a:rPr>
              <a:t>K</a:t>
            </a:r>
            <a:r>
              <a:rPr lang="tr-TR" sz="1050" b="0" u="none" strike="noStrike" dirty="0">
                <a:solidFill>
                  <a:srgbClr val="898989"/>
                </a:solidFill>
                <a:effectLst/>
                <a:uFillTx/>
                <a:latin typeface="Calibri"/>
              </a:rPr>
              <a:t>TR)</a:t>
            </a:r>
            <a:endParaRPr lang="tr-TR" sz="1050" b="0" u="none" strike="noStrike" dirty="0">
              <a:solidFill>
                <a:srgbClr val="000000"/>
              </a:solidFill>
              <a:effectLst/>
              <a:uFillTx/>
              <a:latin typeface="Times New Roman"/>
            </a:endParaRPr>
          </a:p>
        </p:txBody>
      </p:sp>
      <p:sp>
        <p:nvSpPr>
          <p:cNvPr id="583" name="TextBox 9"/>
          <p:cNvSpPr/>
          <p:nvPr/>
        </p:nvSpPr>
        <p:spPr>
          <a:xfrm>
            <a:off x="6480" y="544680"/>
            <a:ext cx="1027440" cy="569880"/>
          </a:xfrm>
          <a:prstGeom prst="rect">
            <a:avLst/>
          </a:prstGeom>
          <a:noFill/>
          <a:ln w="0">
            <a:solidFill>
              <a:srgbClr val="000000"/>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tr-TR" sz="1550" b="0" u="none" strike="noStrike">
                <a:solidFill>
                  <a:srgbClr val="000000"/>
                </a:solidFill>
                <a:effectLst/>
                <a:uFillTx/>
                <a:latin typeface="Calibri"/>
              </a:rPr>
              <a:t>Takım Logosu</a:t>
            </a:r>
            <a:endParaRPr lang="tr-TR" sz="1550" b="0" u="none" strike="noStrike">
              <a:solidFill>
                <a:srgbClr val="000000"/>
              </a:solidFill>
              <a:effectLst/>
              <a:uFillTx/>
              <a:latin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 name="PlaceHolder 1"/>
          <p:cNvSpPr>
            <a:spLocks noGrp="1"/>
          </p:cNvSpPr>
          <p:nvPr>
            <p:ph type="title"/>
          </p:nvPr>
        </p:nvSpPr>
        <p:spPr>
          <a:xfrm>
            <a:off x="1322280" y="601200"/>
            <a:ext cx="8019720" cy="658440"/>
          </a:xfrm>
          <a:prstGeom prst="rect">
            <a:avLst/>
          </a:prstGeom>
          <a:noFill/>
          <a:ln w="0">
            <a:noFill/>
          </a:ln>
        </p:spPr>
        <p:txBody>
          <a:bodyPr lIns="80280" tIns="39960" rIns="80280" bIns="39960" anchor="b">
            <a:noAutofit/>
          </a:bodyPr>
          <a:lstStyle/>
          <a:p>
            <a:pPr indent="0" algn="ctr">
              <a:lnSpc>
                <a:spcPct val="100000"/>
              </a:lnSpc>
              <a:buNone/>
            </a:pPr>
            <a:r>
              <a:rPr lang="tr-TR" sz="3950" b="1" u="none" strike="noStrike">
                <a:solidFill>
                  <a:srgbClr val="0070C0"/>
                </a:solidFill>
                <a:effectLst/>
                <a:uFillTx/>
                <a:latin typeface="Calibri"/>
              </a:rPr>
              <a:t>Aviyonik – Detay</a:t>
            </a:r>
            <a:endParaRPr lang="tr-TR" sz="3950" b="0" u="none" strike="noStrike">
              <a:solidFill>
                <a:srgbClr val="000000"/>
              </a:solidFill>
              <a:effectLst/>
              <a:uFillTx/>
              <a:latin typeface="Calibri"/>
            </a:endParaRPr>
          </a:p>
        </p:txBody>
      </p:sp>
      <p:cxnSp>
        <p:nvCxnSpPr>
          <p:cNvPr id="585" name="Straight Connector 4"/>
          <p:cNvCxnSpPr/>
          <p:nvPr/>
        </p:nvCxnSpPr>
        <p:spPr>
          <a:xfrm flipV="1">
            <a:off x="0" y="1352520"/>
            <a:ext cx="10693440" cy="23040"/>
          </a:xfrm>
          <a:prstGeom prst="straightConnector1">
            <a:avLst/>
          </a:prstGeom>
          <a:ln w="38100">
            <a:solidFill>
              <a:srgbClr val="4A7EBB"/>
            </a:solidFill>
            <a:round/>
          </a:ln>
        </p:spPr>
      </p:cxnSp>
      <p:cxnSp>
        <p:nvCxnSpPr>
          <p:cNvPr id="586" name="Straight Connector 5"/>
          <p:cNvCxnSpPr/>
          <p:nvPr/>
        </p:nvCxnSpPr>
        <p:spPr>
          <a:xfrm flipV="1">
            <a:off x="0" y="6790680"/>
            <a:ext cx="10693440" cy="22680"/>
          </a:xfrm>
          <a:prstGeom prst="straightConnector1">
            <a:avLst/>
          </a:prstGeom>
          <a:ln w="38100">
            <a:solidFill>
              <a:srgbClr val="4A7EBB"/>
            </a:solidFill>
            <a:round/>
          </a:ln>
        </p:spPr>
      </p:cxnSp>
      <p:sp>
        <p:nvSpPr>
          <p:cNvPr id="587" name="PlaceHolder 2"/>
          <p:cNvSpPr>
            <a:spLocks noGrp="1"/>
          </p:cNvSpPr>
          <p:nvPr>
            <p:ph type="sldNum" idx="149"/>
          </p:nvPr>
        </p:nvSpPr>
        <p:spPr>
          <a:xfrm>
            <a:off x="9724320" y="6981840"/>
            <a:ext cx="201600" cy="16092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98C9541F-451F-4359-A50B-A6376ED4C295}" type="slidenum">
              <a:rPr lang="tr-TR" sz="1050" b="0" u="none" strike="noStrike">
                <a:solidFill>
                  <a:srgbClr val="898989"/>
                </a:solidFill>
                <a:effectLst/>
                <a:uFillTx/>
                <a:latin typeface="Calibri"/>
              </a:rPr>
              <a:t>45</a:t>
            </a:fld>
            <a:endParaRPr lang="tr-TR" sz="1050" b="0" u="none" strike="noStrike">
              <a:solidFill>
                <a:srgbClr val="000000"/>
              </a:solidFill>
              <a:effectLst/>
              <a:uFillTx/>
              <a:latin typeface="Times New Roman"/>
            </a:endParaRPr>
          </a:p>
        </p:txBody>
      </p:sp>
      <p:sp>
        <p:nvSpPr>
          <p:cNvPr id="588" name="PlaceHolder 3"/>
          <p:cNvSpPr>
            <a:spLocks noGrp="1"/>
          </p:cNvSpPr>
          <p:nvPr>
            <p:ph type="dt" idx="150"/>
          </p:nvPr>
        </p:nvSpPr>
        <p:spPr>
          <a:xfrm>
            <a:off x="802800" y="6981840"/>
            <a:ext cx="1320840" cy="16128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153BE727-A7AB-4432-AA6E-39C7D8C1504A}" type="datetime2">
              <a:rPr lang="tr-TR" sz="1050" b="0" u="none" strike="noStrike">
                <a:solidFill>
                  <a:srgbClr val="898989"/>
                </a:solidFill>
                <a:effectLst/>
                <a:uFillTx/>
                <a:latin typeface="Calibri"/>
              </a:rPr>
              <a:t>21 Nisan 2026 Salı</a:t>
            </a:fld>
            <a:endParaRPr lang="tr-TR" sz="1050" b="0" u="none" strike="noStrike">
              <a:solidFill>
                <a:srgbClr val="000000"/>
              </a:solidFill>
              <a:effectLst/>
              <a:uFillTx/>
              <a:latin typeface="Times New Roman"/>
            </a:endParaRPr>
          </a:p>
        </p:txBody>
      </p:sp>
      <p:sp>
        <p:nvSpPr>
          <p:cNvPr id="589" name="TextBox 9"/>
          <p:cNvSpPr/>
          <p:nvPr/>
        </p:nvSpPr>
        <p:spPr>
          <a:xfrm>
            <a:off x="250560" y="2232720"/>
            <a:ext cx="9985680" cy="1762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50560" indent="-250560" algn="just">
              <a:lnSpc>
                <a:spcPct val="100000"/>
              </a:lnSpc>
              <a:buClr>
                <a:srgbClr val="000000"/>
              </a:buClr>
              <a:buFont typeface="Arial"/>
              <a:buChar char="•"/>
            </a:pPr>
            <a:r>
              <a:rPr lang="tr-TR" sz="1550" b="0" u="none" strike="noStrike">
                <a:solidFill>
                  <a:srgbClr val="000000"/>
                </a:solidFill>
                <a:effectLst/>
                <a:uFillTx/>
                <a:latin typeface="Calibri"/>
              </a:rPr>
              <a:t>Aviyonik sistemin yapısını gösteren, ÖTR’de teslim edilen blok diyagramları ve blok diyagramlarının alt sistemleri detaylı bir şekilde açıklanmalıdır. Bu blok diyagramda sistemde bulunan tüm elektronik kartların, diğer geliştirme kartları ve sistemler ile olan bağlantıları gösterilmelidir.</a:t>
            </a:r>
            <a:endParaRPr lang="tr-TR" sz="1550" b="0" u="none" strike="noStrike">
              <a:solidFill>
                <a:srgbClr val="000000"/>
              </a:solidFill>
              <a:effectLst/>
              <a:uFillTx/>
              <a:latin typeface="Arial"/>
            </a:endParaRPr>
          </a:p>
          <a:p>
            <a:pPr algn="just">
              <a:lnSpc>
                <a:spcPct val="100000"/>
              </a:lnSpc>
            </a:pPr>
            <a:endParaRPr lang="tr-TR" sz="1550" b="0" u="none" strike="noStrike">
              <a:solidFill>
                <a:srgbClr val="000000"/>
              </a:solidFill>
              <a:effectLst/>
              <a:uFillTx/>
              <a:latin typeface="Arial"/>
            </a:endParaRPr>
          </a:p>
          <a:p>
            <a:pPr marL="250560" indent="-250560" algn="just">
              <a:lnSpc>
                <a:spcPct val="100000"/>
              </a:lnSpc>
              <a:buClr>
                <a:srgbClr val="000000"/>
              </a:buClr>
              <a:buFont typeface="Arial"/>
              <a:buChar char="•"/>
            </a:pPr>
            <a:r>
              <a:rPr lang="tr-TR" sz="1550" b="0" u="none" strike="noStrike">
                <a:solidFill>
                  <a:srgbClr val="000000"/>
                </a:solidFill>
                <a:effectLst/>
                <a:uFillTx/>
                <a:latin typeface="Calibri"/>
              </a:rPr>
              <a:t>Güdüm, Otopilot ve Navigasyon algoritmaları akış diyagramları şeklinde gösterilip detaylı (alt modüllerin gösterimi ve adlandırılması yapılmış) bir şekilde açıklanmalıdır. Kullanılan algoritmalar, seçilme sebepleriyle birlikte detaylı olarak açıklanmalıdır. Tüm sistemin  blok diyagramlarının giriş-çıkış ve birbirleriyle olan ilişkileri açıklanmalıdır.  	</a:t>
            </a:r>
            <a:endParaRPr lang="tr-TR" sz="1550" b="0" u="none" strike="noStrike">
              <a:solidFill>
                <a:srgbClr val="000000"/>
              </a:solidFill>
              <a:effectLst/>
              <a:uFillTx/>
              <a:latin typeface="Arial"/>
            </a:endParaRPr>
          </a:p>
        </p:txBody>
      </p:sp>
      <p:pic>
        <p:nvPicPr>
          <p:cNvPr id="590" name="Picture 6"/>
          <p:cNvPicPr/>
          <p:nvPr/>
        </p:nvPicPr>
        <p:blipFill>
          <a:blip r:embed="rId3"/>
          <a:stretch/>
        </p:blipFill>
        <p:spPr>
          <a:xfrm>
            <a:off x="9630360" y="276120"/>
            <a:ext cx="1062720" cy="1062720"/>
          </a:xfrm>
          <a:prstGeom prst="rect">
            <a:avLst/>
          </a:prstGeom>
          <a:noFill/>
          <a:ln w="0">
            <a:noFill/>
          </a:ln>
        </p:spPr>
      </p:pic>
      <p:sp>
        <p:nvSpPr>
          <p:cNvPr id="591" name="TextBox 6"/>
          <p:cNvSpPr/>
          <p:nvPr/>
        </p:nvSpPr>
        <p:spPr>
          <a:xfrm>
            <a:off x="6480" y="1886400"/>
            <a:ext cx="3174120" cy="331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tr-TR" sz="1550" b="1" u="sng" strike="noStrike">
                <a:solidFill>
                  <a:srgbClr val="002060"/>
                </a:solidFill>
                <a:effectLst/>
                <a:uFillTx/>
                <a:latin typeface="Calibri"/>
              </a:rPr>
              <a:t>Algoritma &amp; Sistem Blok Diyagram: </a:t>
            </a:r>
            <a:endParaRPr lang="tr-TR" sz="1550" b="0" u="none" strike="noStrike">
              <a:solidFill>
                <a:srgbClr val="000000"/>
              </a:solidFill>
              <a:effectLst/>
              <a:uFillTx/>
              <a:latin typeface="Arial"/>
            </a:endParaRPr>
          </a:p>
        </p:txBody>
      </p:sp>
      <p:sp>
        <p:nvSpPr>
          <p:cNvPr id="592" name="Metin kutusu 8"/>
          <p:cNvSpPr/>
          <p:nvPr/>
        </p:nvSpPr>
        <p:spPr>
          <a:xfrm>
            <a:off x="250560" y="3902760"/>
            <a:ext cx="6228360" cy="200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50560" indent="-250560" algn="just">
              <a:lnSpc>
                <a:spcPct val="100000"/>
              </a:lnSpc>
              <a:buClr>
                <a:srgbClr val="000000"/>
              </a:buClr>
              <a:buFont typeface="Arial"/>
              <a:buChar char="•"/>
            </a:pPr>
            <a:r>
              <a:rPr lang="tr-TR" sz="1550" b="0" u="none" strike="noStrike" dirty="0">
                <a:solidFill>
                  <a:srgbClr val="000000"/>
                </a:solidFill>
                <a:effectLst/>
                <a:uFillTx/>
                <a:latin typeface="Calibri"/>
              </a:rPr>
              <a:t>Algoritma test yöntemleri ve sonuçları ile beraber detaylı şekilde belirtilmeli ve kullanılma sebepleri ile beraber açıklanmalıdır. </a:t>
            </a:r>
            <a:endParaRPr lang="tr-TR" sz="1550" b="0" u="none" strike="noStrike" dirty="0">
              <a:solidFill>
                <a:srgbClr val="000000"/>
              </a:solidFill>
              <a:effectLst/>
              <a:uFillTx/>
              <a:latin typeface="Arial"/>
            </a:endParaRPr>
          </a:p>
          <a:p>
            <a:pPr algn="just">
              <a:lnSpc>
                <a:spcPct val="100000"/>
              </a:lnSpc>
            </a:pPr>
            <a:endParaRPr lang="tr-TR" sz="1550" b="0" u="none" strike="noStrike" dirty="0">
              <a:solidFill>
                <a:srgbClr val="000000"/>
              </a:solidFill>
              <a:effectLst/>
              <a:uFillTx/>
              <a:latin typeface="Arial"/>
            </a:endParaRPr>
          </a:p>
          <a:p>
            <a:pPr marL="250560" indent="-250560" algn="just">
              <a:lnSpc>
                <a:spcPct val="100000"/>
              </a:lnSpc>
              <a:buClr>
                <a:srgbClr val="000000"/>
              </a:buClr>
              <a:buFont typeface="Arial"/>
              <a:buChar char="•"/>
            </a:pPr>
            <a:r>
              <a:rPr lang="tr-TR" sz="1550" b="1" u="none" strike="noStrike" dirty="0">
                <a:solidFill>
                  <a:srgbClr val="000000"/>
                </a:solidFill>
                <a:effectLst/>
                <a:uFillTx/>
                <a:latin typeface="Calibri"/>
              </a:rPr>
              <a:t>Yarışma kapsamında «yedek </a:t>
            </a:r>
            <a:r>
              <a:rPr lang="tr-TR" sz="1550" b="1" u="none" strike="noStrike" dirty="0" err="1">
                <a:solidFill>
                  <a:srgbClr val="000000"/>
                </a:solidFill>
                <a:effectLst/>
                <a:uFillTx/>
                <a:latin typeface="Calibri"/>
              </a:rPr>
              <a:t>aviyonik</a:t>
            </a:r>
            <a:r>
              <a:rPr lang="tr-TR" sz="1550" b="1" u="none" strike="noStrike" dirty="0">
                <a:solidFill>
                  <a:srgbClr val="000000"/>
                </a:solidFill>
                <a:effectLst/>
                <a:uFillTx/>
                <a:latin typeface="Calibri"/>
              </a:rPr>
              <a:t>» zorunluluğu yoktur. Atış sırasında olası bir problem olması durumunda ‘</a:t>
            </a:r>
            <a:r>
              <a:rPr lang="tr-TR" sz="1550" b="1" u="sng" strike="noStrike" dirty="0">
                <a:solidFill>
                  <a:srgbClr val="000000"/>
                </a:solidFill>
                <a:effectLst/>
                <a:uFillTx/>
                <a:latin typeface="Calibri"/>
              </a:rPr>
              <a:t>VARSA</a:t>
            </a:r>
            <a:r>
              <a:rPr lang="tr-TR" sz="1550" b="1" u="none" strike="noStrike" dirty="0">
                <a:solidFill>
                  <a:srgbClr val="000000"/>
                </a:solidFill>
                <a:effectLst/>
                <a:uFillTx/>
                <a:latin typeface="Calibri"/>
              </a:rPr>
              <a:t>’ «yedek </a:t>
            </a:r>
            <a:r>
              <a:rPr lang="tr-TR" sz="1550" b="1" u="none" strike="noStrike" dirty="0" err="1">
                <a:solidFill>
                  <a:srgbClr val="000000"/>
                </a:solidFill>
                <a:effectLst/>
                <a:uFillTx/>
                <a:latin typeface="Calibri"/>
              </a:rPr>
              <a:t>aviyonik</a:t>
            </a:r>
            <a:r>
              <a:rPr lang="tr-TR" sz="1550" b="1" u="none" strike="noStrike" dirty="0">
                <a:solidFill>
                  <a:srgbClr val="000000"/>
                </a:solidFill>
                <a:effectLst/>
                <a:uFillTx/>
                <a:latin typeface="Calibri"/>
              </a:rPr>
              <a:t>»  kullanılmasına izin verilecektir.</a:t>
            </a:r>
            <a:endParaRPr lang="tr-TR" sz="1550" b="0" u="none" strike="noStrike" dirty="0">
              <a:solidFill>
                <a:srgbClr val="000000"/>
              </a:solidFill>
              <a:effectLst/>
              <a:uFillTx/>
              <a:latin typeface="Arial"/>
            </a:endParaRPr>
          </a:p>
          <a:p>
            <a:pPr algn="just">
              <a:lnSpc>
                <a:spcPct val="100000"/>
              </a:lnSpc>
            </a:pPr>
            <a:endParaRPr lang="tr-TR" sz="1550" b="0" u="none" strike="noStrike" dirty="0">
              <a:solidFill>
                <a:srgbClr val="000000"/>
              </a:solidFill>
              <a:effectLst/>
              <a:uFillTx/>
              <a:latin typeface="Arial"/>
            </a:endParaRPr>
          </a:p>
          <a:p>
            <a:pPr marL="250560" indent="-250560" algn="just">
              <a:lnSpc>
                <a:spcPct val="100000"/>
              </a:lnSpc>
              <a:buClr>
                <a:srgbClr val="000000"/>
              </a:buClr>
              <a:buFont typeface="Arial"/>
              <a:buChar char="•"/>
            </a:pPr>
            <a:r>
              <a:rPr lang="tr-TR" sz="1550" b="0" u="none" strike="noStrike" dirty="0">
                <a:solidFill>
                  <a:srgbClr val="000000"/>
                </a:solidFill>
                <a:effectLst/>
                <a:uFillTx/>
                <a:latin typeface="Calibri"/>
              </a:rPr>
              <a:t>Bu bölüm 7 yansıyı geçmemelidir.</a:t>
            </a:r>
            <a:endParaRPr lang="tr-TR" sz="1550" b="0" u="none" strike="noStrike" dirty="0">
              <a:solidFill>
                <a:srgbClr val="000000"/>
              </a:solidFill>
              <a:effectLst/>
              <a:uFillTx/>
              <a:latin typeface="Arial"/>
            </a:endParaRPr>
          </a:p>
        </p:txBody>
      </p:sp>
      <p:pic>
        <p:nvPicPr>
          <p:cNvPr id="593" name="Resim 10"/>
          <p:cNvPicPr/>
          <p:nvPr/>
        </p:nvPicPr>
        <p:blipFill>
          <a:blip r:embed="rId4"/>
          <a:stretch/>
        </p:blipFill>
        <p:spPr>
          <a:xfrm>
            <a:off x="6713280" y="4073040"/>
            <a:ext cx="3745800" cy="1463400"/>
          </a:xfrm>
          <a:prstGeom prst="rect">
            <a:avLst/>
          </a:prstGeom>
          <a:noFill/>
          <a:ln w="0">
            <a:noFill/>
          </a:ln>
        </p:spPr>
      </p:pic>
      <p:sp>
        <p:nvSpPr>
          <p:cNvPr id="594" name="PlaceHolder 4"/>
          <p:cNvSpPr>
            <a:spLocks noGrp="1"/>
          </p:cNvSpPr>
          <p:nvPr>
            <p:ph type="ftr" idx="151"/>
          </p:nvPr>
        </p:nvSpPr>
        <p:spPr>
          <a:xfrm>
            <a:off x="3542040" y="6890040"/>
            <a:ext cx="3608640" cy="320040"/>
          </a:xfrm>
          <a:prstGeom prst="rect">
            <a:avLst/>
          </a:prstGeom>
          <a:noFill/>
          <a:ln w="0">
            <a:noFill/>
          </a:ln>
        </p:spPr>
        <p:txBody>
          <a:bodyPr lIns="0" tIns="0" rIns="0" bIns="0" anchor="t">
            <a:noAutofit/>
          </a:bodyPr>
          <a:lstStyle>
            <a:lvl1pPr indent="0" algn="ctr">
              <a:lnSpc>
                <a:spcPct val="100000"/>
              </a:lnSpc>
              <a:buNone/>
              <a:defRPr lang="tr-TR" sz="1050" b="0" u="none" strike="noStrike">
                <a:solidFill>
                  <a:srgbClr val="898989"/>
                </a:solidFill>
                <a:effectLst/>
                <a:uFillTx/>
                <a:latin typeface="Calibri"/>
              </a:defRPr>
            </a:lvl1pPr>
          </a:lstStyle>
          <a:p>
            <a:pPr indent="0" algn="ctr">
              <a:lnSpc>
                <a:spcPct val="100000"/>
              </a:lnSpc>
              <a:buNone/>
            </a:pPr>
            <a:r>
              <a:rPr lang="tr-TR" sz="1050" b="0" u="none" strike="noStrike" dirty="0">
                <a:solidFill>
                  <a:srgbClr val="898989"/>
                </a:solidFill>
                <a:effectLst/>
                <a:uFillTx/>
                <a:latin typeface="Calibri"/>
              </a:rPr>
              <a:t>2026 TEKNOFEST DİKEY İNİŞLİ ROKET YARIŞMASI</a:t>
            </a:r>
            <a:br>
              <a:rPr sz="1050" dirty="0"/>
            </a:br>
            <a:r>
              <a:rPr lang="tr-TR" sz="1050" b="0" u="none" strike="noStrike" dirty="0">
                <a:solidFill>
                  <a:srgbClr val="898989"/>
                </a:solidFill>
                <a:effectLst/>
                <a:uFillTx/>
                <a:latin typeface="Calibri"/>
              </a:rPr>
              <a:t> </a:t>
            </a:r>
            <a:r>
              <a:rPr lang="en-US" sz="1050" b="0" u="none" strike="noStrike" dirty="0">
                <a:solidFill>
                  <a:srgbClr val="898989"/>
                </a:solidFill>
                <a:effectLst/>
                <a:uFillTx/>
                <a:latin typeface="Calibri"/>
              </a:rPr>
              <a:t>KRİTİK</a:t>
            </a:r>
            <a:r>
              <a:rPr lang="tr-TR" sz="1050" b="0" u="none" strike="noStrike" dirty="0">
                <a:solidFill>
                  <a:srgbClr val="898989"/>
                </a:solidFill>
                <a:effectLst/>
                <a:uFillTx/>
                <a:latin typeface="Calibri"/>
              </a:rPr>
              <a:t> TASARIM RAPORU (</a:t>
            </a:r>
            <a:r>
              <a:rPr lang="en-US" sz="1050" b="0" u="none" strike="noStrike" dirty="0">
                <a:solidFill>
                  <a:srgbClr val="898989"/>
                </a:solidFill>
                <a:effectLst/>
                <a:uFillTx/>
                <a:latin typeface="Calibri"/>
              </a:rPr>
              <a:t>K</a:t>
            </a:r>
            <a:r>
              <a:rPr lang="tr-TR" sz="1050" b="0" u="none" strike="noStrike" dirty="0">
                <a:solidFill>
                  <a:srgbClr val="898989"/>
                </a:solidFill>
                <a:effectLst/>
                <a:uFillTx/>
                <a:latin typeface="Calibri"/>
              </a:rPr>
              <a:t>TR)</a:t>
            </a:r>
            <a:endParaRPr lang="tr-TR" sz="1050" b="0" u="none" strike="noStrike" dirty="0">
              <a:solidFill>
                <a:srgbClr val="000000"/>
              </a:solidFill>
              <a:effectLst/>
              <a:uFillTx/>
              <a:latin typeface="Times New Roman"/>
            </a:endParaRPr>
          </a:p>
        </p:txBody>
      </p:sp>
      <p:sp>
        <p:nvSpPr>
          <p:cNvPr id="595" name="TextBox 14"/>
          <p:cNvSpPr/>
          <p:nvPr/>
        </p:nvSpPr>
        <p:spPr>
          <a:xfrm>
            <a:off x="6480" y="544680"/>
            <a:ext cx="1027440" cy="569880"/>
          </a:xfrm>
          <a:prstGeom prst="rect">
            <a:avLst/>
          </a:prstGeom>
          <a:noFill/>
          <a:ln w="0">
            <a:solidFill>
              <a:srgbClr val="000000"/>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tr-TR" sz="1550" b="0" u="none" strike="noStrike">
                <a:solidFill>
                  <a:srgbClr val="000000"/>
                </a:solidFill>
                <a:effectLst/>
                <a:uFillTx/>
                <a:latin typeface="Calibri"/>
              </a:rPr>
              <a:t>Takım Logosu</a:t>
            </a:r>
            <a:endParaRPr lang="tr-TR" sz="1550" b="0" u="none" strike="noStrike">
              <a:solidFill>
                <a:srgbClr val="000000"/>
              </a:solidFill>
              <a:effectLst/>
              <a:uFillTx/>
              <a:latin typeface="Arial"/>
            </a:endParaRPr>
          </a:p>
        </p:txBody>
      </p:sp>
      <p:sp>
        <p:nvSpPr>
          <p:cNvPr id="596" name="Rectangle 17"/>
          <p:cNvSpPr/>
          <p:nvPr/>
        </p:nvSpPr>
        <p:spPr>
          <a:xfrm>
            <a:off x="0" y="6313320"/>
            <a:ext cx="10572120" cy="461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tr-TR" sz="1200" b="0" i="1" u="none" strike="noStrike" dirty="0">
                <a:solidFill>
                  <a:srgbClr val="000000"/>
                </a:solidFill>
                <a:effectLst/>
                <a:uFillTx/>
                <a:latin typeface="Calibri"/>
              </a:rPr>
              <a:t>Bu bölümde şartnamede yer alan</a:t>
            </a:r>
            <a:r>
              <a:rPr lang="tr-TR" sz="1200" b="1" i="1" u="none" strike="noStrike" dirty="0">
                <a:solidFill>
                  <a:srgbClr val="000000"/>
                </a:solidFill>
                <a:effectLst/>
                <a:uFillTx/>
                <a:latin typeface="Calibri"/>
              </a:rPr>
              <a:t> </a:t>
            </a:r>
            <a:r>
              <a:rPr lang="tr-TR" sz="1200" b="1" i="1" u="none" strike="noStrike" dirty="0">
                <a:effectLst/>
                <a:uFillTx/>
                <a:latin typeface="Calibri"/>
              </a:rPr>
              <a:t>3.2.f, 3.2.h, 3.2.l, 3.2.q, 3.2.q, 3.2.r, 3.2.s, 3.2.t, 3.3.c, 3.3.d, 3.3.f, 3.3.g, </a:t>
            </a:r>
            <a:r>
              <a:rPr lang="tr-TR" sz="1200" b="1" i="1" dirty="0"/>
              <a:t>4.1.g, </a:t>
            </a:r>
            <a:r>
              <a:rPr lang="tr-TR" sz="1200" b="1" i="1" u="none" strike="noStrike" dirty="0">
                <a:effectLst/>
                <a:uFillTx/>
                <a:latin typeface="Calibri"/>
              </a:rPr>
              <a:t>4.2.a, 4.2.b</a:t>
            </a:r>
            <a:r>
              <a:rPr lang="tr-TR" sz="1200" b="1" i="1" dirty="0"/>
              <a:t>, 4.2.c, 4.2.h</a:t>
            </a:r>
            <a:r>
              <a:rPr lang="tr-TR" sz="1200" b="1" i="1" u="none" strike="noStrike" dirty="0">
                <a:effectLst/>
                <a:uFillTx/>
                <a:latin typeface="Calibri"/>
              </a:rPr>
              <a:t> ve 4.2.k</a:t>
            </a:r>
            <a:r>
              <a:rPr lang="tr-TR" sz="1200" b="0" i="1" u="none" strike="noStrike" dirty="0">
                <a:effectLst/>
                <a:uFillTx/>
                <a:latin typeface="Calibri"/>
              </a:rPr>
              <a:t> </a:t>
            </a:r>
            <a:r>
              <a:rPr lang="tr-TR" sz="1200" b="0" i="1" u="none" strike="noStrike" dirty="0">
                <a:solidFill>
                  <a:srgbClr val="000000"/>
                </a:solidFill>
                <a:effectLst/>
                <a:uFillTx/>
                <a:latin typeface="Calibri"/>
              </a:rPr>
              <a:t>numaralı gereksinimlerin karşılanıp karşılanmadığı kontrol edilecektir.</a:t>
            </a:r>
            <a:endParaRPr lang="tr-TR" sz="1200" b="0" u="none" strike="noStrike" dirty="0">
              <a:solidFill>
                <a:srgbClr val="000000"/>
              </a:solidFill>
              <a:effectLst/>
              <a:uFillTx/>
              <a:latin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97" name="Straight Connector 4"/>
          <p:cNvCxnSpPr/>
          <p:nvPr/>
        </p:nvCxnSpPr>
        <p:spPr>
          <a:xfrm flipV="1">
            <a:off x="0" y="1352520"/>
            <a:ext cx="10693440" cy="23040"/>
          </a:xfrm>
          <a:prstGeom prst="straightConnector1">
            <a:avLst/>
          </a:prstGeom>
          <a:ln w="38100">
            <a:solidFill>
              <a:srgbClr val="4A7EBB"/>
            </a:solidFill>
            <a:round/>
          </a:ln>
        </p:spPr>
      </p:cxnSp>
      <p:cxnSp>
        <p:nvCxnSpPr>
          <p:cNvPr id="598" name="Straight Connector 5"/>
          <p:cNvCxnSpPr/>
          <p:nvPr/>
        </p:nvCxnSpPr>
        <p:spPr>
          <a:xfrm flipV="1">
            <a:off x="0" y="6790680"/>
            <a:ext cx="10693440" cy="22680"/>
          </a:xfrm>
          <a:prstGeom prst="straightConnector1">
            <a:avLst/>
          </a:prstGeom>
          <a:ln w="38100">
            <a:solidFill>
              <a:srgbClr val="4A7EBB"/>
            </a:solidFill>
            <a:round/>
          </a:ln>
        </p:spPr>
      </p:cxnSp>
      <p:sp>
        <p:nvSpPr>
          <p:cNvPr id="599" name="PlaceHolder 1"/>
          <p:cNvSpPr>
            <a:spLocks noGrp="1"/>
          </p:cNvSpPr>
          <p:nvPr>
            <p:ph type="sldNum" idx="152"/>
          </p:nvPr>
        </p:nvSpPr>
        <p:spPr>
          <a:xfrm>
            <a:off x="9724320" y="6981840"/>
            <a:ext cx="201600" cy="16092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B657D41D-64DB-4D02-B18F-809C21616E79}" type="slidenum">
              <a:rPr lang="tr-TR" sz="1050" b="0" u="none" strike="noStrike">
                <a:solidFill>
                  <a:srgbClr val="898989"/>
                </a:solidFill>
                <a:effectLst/>
                <a:uFillTx/>
                <a:latin typeface="Calibri"/>
              </a:rPr>
              <a:t>46</a:t>
            </a:fld>
            <a:endParaRPr lang="tr-TR" sz="1050" b="0" u="none" strike="noStrike">
              <a:solidFill>
                <a:srgbClr val="000000"/>
              </a:solidFill>
              <a:effectLst/>
              <a:uFillTx/>
              <a:latin typeface="Times New Roman"/>
            </a:endParaRPr>
          </a:p>
        </p:txBody>
      </p:sp>
      <p:sp>
        <p:nvSpPr>
          <p:cNvPr id="600" name="PlaceHolder 2"/>
          <p:cNvSpPr>
            <a:spLocks noGrp="1"/>
          </p:cNvSpPr>
          <p:nvPr>
            <p:ph type="dt" idx="153"/>
          </p:nvPr>
        </p:nvSpPr>
        <p:spPr>
          <a:xfrm>
            <a:off x="802800" y="6981840"/>
            <a:ext cx="1320840" cy="16128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93E01633-3FDF-4393-AD23-F5444A5897DE}" type="datetime2">
              <a:rPr lang="tr-TR" sz="1050" b="0" u="none" strike="noStrike">
                <a:solidFill>
                  <a:srgbClr val="898989"/>
                </a:solidFill>
                <a:effectLst/>
                <a:uFillTx/>
                <a:latin typeface="Calibri"/>
              </a:rPr>
              <a:t>21 Nisan 2026 Salı</a:t>
            </a:fld>
            <a:endParaRPr lang="tr-TR" sz="1050" b="0" u="none" strike="noStrike">
              <a:solidFill>
                <a:srgbClr val="000000"/>
              </a:solidFill>
              <a:effectLst/>
              <a:uFillTx/>
              <a:latin typeface="Times New Roman"/>
            </a:endParaRPr>
          </a:p>
        </p:txBody>
      </p:sp>
      <p:sp>
        <p:nvSpPr>
          <p:cNvPr id="601" name="TextBox 9"/>
          <p:cNvSpPr/>
          <p:nvPr/>
        </p:nvSpPr>
        <p:spPr>
          <a:xfrm>
            <a:off x="6480" y="2344680"/>
            <a:ext cx="10693080" cy="2954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50560" indent="-250560" algn="just">
              <a:lnSpc>
                <a:spcPct val="100000"/>
              </a:lnSpc>
              <a:buClr>
                <a:srgbClr val="000000"/>
              </a:buClr>
              <a:buFont typeface="Arial"/>
              <a:buChar char="•"/>
            </a:pPr>
            <a:r>
              <a:rPr lang="tr-TR" sz="1550" b="0" u="none" strike="noStrike">
                <a:solidFill>
                  <a:srgbClr val="000000"/>
                </a:solidFill>
                <a:effectLst/>
                <a:uFillTx/>
                <a:latin typeface="Calibri"/>
              </a:rPr>
              <a:t>Aviyonik Detay başlığı altında gösterilmiş ve blok diyagramlarda belirtilmiş olan roketin uçuş verilerinin alınacağı sensörlerin, kontrolcü/işlemcilerin ve devre elemanlarının yer aldığı bir uçuş bilgisayarı kart seçimi/tasarımı detayları ile birlikte ortaya konulmalıdır. </a:t>
            </a:r>
            <a:endParaRPr lang="tr-TR" sz="1550" b="0" u="none" strike="noStrike">
              <a:solidFill>
                <a:srgbClr val="000000"/>
              </a:solidFill>
              <a:effectLst/>
              <a:uFillTx/>
              <a:latin typeface="Arial"/>
            </a:endParaRPr>
          </a:p>
          <a:p>
            <a:pPr algn="just">
              <a:lnSpc>
                <a:spcPct val="100000"/>
              </a:lnSpc>
            </a:pPr>
            <a:endParaRPr lang="tr-TR" sz="1550" b="0" u="none" strike="noStrike">
              <a:solidFill>
                <a:srgbClr val="000000"/>
              </a:solidFill>
              <a:effectLst/>
              <a:uFillTx/>
              <a:latin typeface="Arial"/>
            </a:endParaRPr>
          </a:p>
          <a:p>
            <a:pPr marL="250560" indent="-250560" algn="just">
              <a:lnSpc>
                <a:spcPct val="100000"/>
              </a:lnSpc>
              <a:buClr>
                <a:srgbClr val="000000"/>
              </a:buClr>
              <a:buFont typeface="Arial"/>
              <a:buChar char="•"/>
            </a:pPr>
            <a:r>
              <a:rPr lang="tr-TR" sz="1550" b="0" u="none" strike="noStrike">
                <a:solidFill>
                  <a:srgbClr val="000000"/>
                </a:solidFill>
                <a:effectLst/>
                <a:uFillTx/>
                <a:latin typeface="Calibri"/>
              </a:rPr>
              <a:t>Kullanılan tüm devre elemanlarının (Sensör, Kontrolcü ve/veya işlemcilerin vb.) seçilme nedenleri açıklanmalıdır. </a:t>
            </a:r>
            <a:endParaRPr lang="tr-TR" sz="1550" b="0" u="none" strike="noStrike">
              <a:solidFill>
                <a:srgbClr val="000000"/>
              </a:solidFill>
              <a:effectLst/>
              <a:uFillTx/>
              <a:latin typeface="Arial"/>
            </a:endParaRPr>
          </a:p>
          <a:p>
            <a:pPr algn="just">
              <a:lnSpc>
                <a:spcPct val="100000"/>
              </a:lnSpc>
            </a:pPr>
            <a:endParaRPr lang="tr-TR" sz="1550" b="0" u="none" strike="noStrike">
              <a:solidFill>
                <a:srgbClr val="000000"/>
              </a:solidFill>
              <a:effectLst/>
              <a:uFillTx/>
              <a:latin typeface="Arial"/>
            </a:endParaRPr>
          </a:p>
          <a:p>
            <a:pPr marL="250560" indent="-250560" algn="just">
              <a:lnSpc>
                <a:spcPct val="100000"/>
              </a:lnSpc>
              <a:buClr>
                <a:srgbClr val="000000"/>
              </a:buClr>
              <a:buFont typeface="Arial"/>
              <a:buChar char="•"/>
            </a:pPr>
            <a:r>
              <a:rPr lang="tr-TR" sz="1550" b="0" u="none" strike="noStrike">
                <a:solidFill>
                  <a:srgbClr val="000000"/>
                </a:solidFill>
                <a:effectLst/>
                <a:uFillTx/>
                <a:latin typeface="Calibri"/>
              </a:rPr>
              <a:t>Sensör verilerinin filtrelenmesi ile ilgili detaylar, çalışmalar ve sonuçlar ayrıca verilmelidir.</a:t>
            </a:r>
            <a:endParaRPr lang="tr-TR" sz="1550" b="0" u="none" strike="noStrike">
              <a:solidFill>
                <a:srgbClr val="000000"/>
              </a:solidFill>
              <a:effectLst/>
              <a:uFillTx/>
              <a:latin typeface="Arial"/>
            </a:endParaRPr>
          </a:p>
          <a:p>
            <a:pPr algn="just">
              <a:lnSpc>
                <a:spcPct val="100000"/>
              </a:lnSpc>
            </a:pPr>
            <a:endParaRPr lang="tr-TR" sz="1550" b="0" u="none" strike="noStrike">
              <a:solidFill>
                <a:srgbClr val="000000"/>
              </a:solidFill>
              <a:effectLst/>
              <a:uFillTx/>
              <a:latin typeface="Arial"/>
            </a:endParaRPr>
          </a:p>
          <a:p>
            <a:pPr marL="250560" indent="-250560" algn="just">
              <a:lnSpc>
                <a:spcPct val="100000"/>
              </a:lnSpc>
              <a:buClr>
                <a:srgbClr val="000000"/>
              </a:buClr>
              <a:buFont typeface="Arial"/>
              <a:buChar char="•"/>
            </a:pPr>
            <a:r>
              <a:rPr lang="tr-TR" sz="1550" b="0" u="none" strike="noStrike">
                <a:solidFill>
                  <a:srgbClr val="000000"/>
                </a:solidFill>
                <a:effectLst/>
                <a:uFillTx/>
                <a:latin typeface="Calibri"/>
              </a:rPr>
              <a:t>Sistemin serbest düşüş sırasında nasıl tetikleneceği ile ilgili bilgilendirme dokümanı (güvenli ayrılma konektörü bağlantı arayüzü) verilecektir. </a:t>
            </a:r>
            <a:r>
              <a:rPr lang="tr-TR" sz="1550" b="1" u="sng" strike="noStrike">
                <a:solidFill>
                  <a:srgbClr val="000000"/>
                </a:solidFill>
                <a:effectLst/>
                <a:uFillTx/>
                <a:latin typeface="Calibri"/>
              </a:rPr>
              <a:t>Takımların bu bilgilendirme dokümanında verilen talimatlara uyması zorunludur. </a:t>
            </a:r>
            <a:endParaRPr lang="tr-TR" sz="1550" b="0" u="none" strike="noStrike">
              <a:solidFill>
                <a:srgbClr val="000000"/>
              </a:solidFill>
              <a:effectLst/>
              <a:uFillTx/>
              <a:latin typeface="Arial"/>
            </a:endParaRPr>
          </a:p>
          <a:p>
            <a:pPr algn="just">
              <a:lnSpc>
                <a:spcPct val="100000"/>
              </a:lnSpc>
            </a:pPr>
            <a:endParaRPr lang="tr-TR" sz="1550" b="0" u="none" strike="noStrike">
              <a:solidFill>
                <a:srgbClr val="000000"/>
              </a:solidFill>
              <a:effectLst/>
              <a:uFillTx/>
              <a:latin typeface="Arial"/>
            </a:endParaRPr>
          </a:p>
          <a:p>
            <a:pPr marL="250560" indent="-250560">
              <a:lnSpc>
                <a:spcPct val="100000"/>
              </a:lnSpc>
              <a:buClr>
                <a:srgbClr val="000000"/>
              </a:buClr>
              <a:buFont typeface="Arial"/>
              <a:buChar char="•"/>
            </a:pPr>
            <a:r>
              <a:rPr lang="tr-TR" sz="1550" b="0" u="none" strike="noStrike">
                <a:solidFill>
                  <a:srgbClr val="000000"/>
                </a:solidFill>
                <a:effectLst/>
                <a:uFillTx/>
                <a:latin typeface="Calibri"/>
              </a:rPr>
              <a:t>Bu bölüm 5 yansıyı geçmemelidir. </a:t>
            </a:r>
            <a:endParaRPr lang="tr-TR" sz="1550" b="0" u="none" strike="noStrike">
              <a:solidFill>
                <a:srgbClr val="000000"/>
              </a:solidFill>
              <a:effectLst/>
              <a:uFillTx/>
              <a:latin typeface="Arial"/>
            </a:endParaRPr>
          </a:p>
        </p:txBody>
      </p:sp>
      <p:pic>
        <p:nvPicPr>
          <p:cNvPr id="602" name="Picture 6"/>
          <p:cNvPicPr/>
          <p:nvPr/>
        </p:nvPicPr>
        <p:blipFill>
          <a:blip r:embed="rId3"/>
          <a:stretch/>
        </p:blipFill>
        <p:spPr>
          <a:xfrm>
            <a:off x="9630360" y="276120"/>
            <a:ext cx="1062720" cy="1062720"/>
          </a:xfrm>
          <a:prstGeom prst="rect">
            <a:avLst/>
          </a:prstGeom>
          <a:noFill/>
          <a:ln w="0">
            <a:noFill/>
          </a:ln>
        </p:spPr>
      </p:pic>
      <p:sp>
        <p:nvSpPr>
          <p:cNvPr id="603" name="Title 1"/>
          <p:cNvSpPr/>
          <p:nvPr/>
        </p:nvSpPr>
        <p:spPr>
          <a:xfrm>
            <a:off x="1235160" y="494640"/>
            <a:ext cx="8019720" cy="658440"/>
          </a:xfrm>
          <a:prstGeom prst="rect">
            <a:avLst/>
          </a:prstGeom>
          <a:noFill/>
          <a:ln w="0">
            <a:noFill/>
          </a:ln>
        </p:spPr>
        <p:style>
          <a:lnRef idx="0">
            <a:scrgbClr r="0" g="0" b="0"/>
          </a:lnRef>
          <a:fillRef idx="0">
            <a:scrgbClr r="0" g="0" b="0"/>
          </a:fillRef>
          <a:effectRef idx="0">
            <a:scrgbClr r="0" g="0" b="0"/>
          </a:effectRef>
          <a:fontRef idx="minor"/>
        </p:style>
        <p:txBody>
          <a:bodyPr lIns="80280" tIns="39960" rIns="80280" bIns="39960" anchor="b">
            <a:noAutofit/>
          </a:bodyPr>
          <a:lstStyle/>
          <a:p>
            <a:pPr algn="ctr" defTabSz="914400">
              <a:lnSpc>
                <a:spcPct val="90000"/>
              </a:lnSpc>
            </a:pPr>
            <a:r>
              <a:rPr lang="tr-TR" sz="3950" b="1" u="none" strike="noStrike">
                <a:solidFill>
                  <a:srgbClr val="0070C0"/>
                </a:solidFill>
                <a:effectLst/>
                <a:uFillTx/>
                <a:latin typeface="Calibri"/>
              </a:rPr>
              <a:t>Aviyonik – Detay</a:t>
            </a:r>
            <a:endParaRPr lang="tr-TR" sz="3950" b="0" u="none" strike="noStrike">
              <a:solidFill>
                <a:srgbClr val="000000"/>
              </a:solidFill>
              <a:effectLst/>
              <a:uFillTx/>
              <a:latin typeface="Arial"/>
            </a:endParaRPr>
          </a:p>
        </p:txBody>
      </p:sp>
      <p:sp>
        <p:nvSpPr>
          <p:cNvPr id="604" name="TextBox 14"/>
          <p:cNvSpPr/>
          <p:nvPr/>
        </p:nvSpPr>
        <p:spPr>
          <a:xfrm>
            <a:off x="6480" y="1952280"/>
            <a:ext cx="3769560" cy="331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tr-TR" sz="1550" b="1" u="sng" strike="noStrike">
                <a:solidFill>
                  <a:srgbClr val="002060"/>
                </a:solidFill>
                <a:effectLst/>
                <a:uFillTx/>
                <a:latin typeface="Calibri"/>
              </a:rPr>
              <a:t>Kart Tasarımı &amp; Devre Elemanları: </a:t>
            </a:r>
            <a:endParaRPr lang="tr-TR" sz="1550" b="0" u="none" strike="noStrike">
              <a:solidFill>
                <a:srgbClr val="000000"/>
              </a:solidFill>
              <a:effectLst/>
              <a:uFillTx/>
              <a:latin typeface="Arial"/>
            </a:endParaRPr>
          </a:p>
        </p:txBody>
      </p:sp>
      <p:sp>
        <p:nvSpPr>
          <p:cNvPr id="605" name="PlaceHolder 3"/>
          <p:cNvSpPr>
            <a:spLocks noGrp="1"/>
          </p:cNvSpPr>
          <p:nvPr>
            <p:ph type="ftr" idx="154"/>
          </p:nvPr>
        </p:nvSpPr>
        <p:spPr>
          <a:xfrm>
            <a:off x="3542040" y="6890040"/>
            <a:ext cx="3608640" cy="320040"/>
          </a:xfrm>
          <a:prstGeom prst="rect">
            <a:avLst/>
          </a:prstGeom>
          <a:noFill/>
          <a:ln w="0">
            <a:noFill/>
          </a:ln>
        </p:spPr>
        <p:txBody>
          <a:bodyPr lIns="0" tIns="0" rIns="0" bIns="0" anchor="t">
            <a:noAutofit/>
          </a:bodyPr>
          <a:lstStyle>
            <a:lvl1pPr indent="0" algn="ctr">
              <a:lnSpc>
                <a:spcPct val="100000"/>
              </a:lnSpc>
              <a:buNone/>
              <a:defRPr lang="tr-TR" sz="1050" b="0" u="none" strike="noStrike">
                <a:solidFill>
                  <a:srgbClr val="898989"/>
                </a:solidFill>
                <a:effectLst/>
                <a:uFillTx/>
                <a:latin typeface="Calibri"/>
              </a:defRPr>
            </a:lvl1pPr>
          </a:lstStyle>
          <a:p>
            <a:pPr indent="0" algn="ctr">
              <a:lnSpc>
                <a:spcPct val="100000"/>
              </a:lnSpc>
              <a:buNone/>
            </a:pPr>
            <a:r>
              <a:rPr lang="tr-TR" sz="1050" b="0" u="none" strike="noStrike" dirty="0">
                <a:solidFill>
                  <a:srgbClr val="898989"/>
                </a:solidFill>
                <a:effectLst/>
                <a:uFillTx/>
                <a:latin typeface="Calibri"/>
              </a:rPr>
              <a:t>2026 TEKNOFEST DİKEY İNİŞLİ ROKET YARIŞMASI</a:t>
            </a:r>
            <a:br>
              <a:rPr sz="1050" dirty="0"/>
            </a:br>
            <a:r>
              <a:rPr lang="tr-TR" sz="1050" b="0" u="none" strike="noStrike" dirty="0">
                <a:solidFill>
                  <a:srgbClr val="898989"/>
                </a:solidFill>
                <a:effectLst/>
                <a:uFillTx/>
                <a:latin typeface="Calibri"/>
              </a:rPr>
              <a:t> </a:t>
            </a:r>
            <a:r>
              <a:rPr lang="en-US" sz="1050" b="0" u="none" strike="noStrike" dirty="0">
                <a:solidFill>
                  <a:srgbClr val="898989"/>
                </a:solidFill>
                <a:effectLst/>
                <a:uFillTx/>
                <a:latin typeface="Calibri"/>
              </a:rPr>
              <a:t>KRİTİK</a:t>
            </a:r>
            <a:r>
              <a:rPr lang="tr-TR" sz="1050" b="0" u="none" strike="noStrike" dirty="0">
                <a:solidFill>
                  <a:srgbClr val="898989"/>
                </a:solidFill>
                <a:effectLst/>
                <a:uFillTx/>
                <a:latin typeface="Calibri"/>
              </a:rPr>
              <a:t> TASARIM RAPORU (</a:t>
            </a:r>
            <a:r>
              <a:rPr lang="en-US" sz="1050" b="0" u="none" strike="noStrike" dirty="0">
                <a:solidFill>
                  <a:srgbClr val="898989"/>
                </a:solidFill>
                <a:effectLst/>
                <a:uFillTx/>
                <a:latin typeface="Calibri"/>
              </a:rPr>
              <a:t>K</a:t>
            </a:r>
            <a:r>
              <a:rPr lang="tr-TR" sz="1050" b="0" u="none" strike="noStrike" dirty="0">
                <a:solidFill>
                  <a:srgbClr val="898989"/>
                </a:solidFill>
                <a:effectLst/>
                <a:uFillTx/>
                <a:latin typeface="Calibri"/>
              </a:rPr>
              <a:t>TR)</a:t>
            </a:r>
            <a:endParaRPr lang="tr-TR" sz="1050" b="0" u="none" strike="noStrike" dirty="0">
              <a:solidFill>
                <a:srgbClr val="000000"/>
              </a:solidFill>
              <a:effectLst/>
              <a:uFillTx/>
              <a:latin typeface="Times New Roman"/>
            </a:endParaRPr>
          </a:p>
        </p:txBody>
      </p:sp>
      <p:sp>
        <p:nvSpPr>
          <p:cNvPr id="606" name="TextBox 8"/>
          <p:cNvSpPr/>
          <p:nvPr/>
        </p:nvSpPr>
        <p:spPr>
          <a:xfrm>
            <a:off x="6480" y="544680"/>
            <a:ext cx="1027440" cy="569880"/>
          </a:xfrm>
          <a:prstGeom prst="rect">
            <a:avLst/>
          </a:prstGeom>
          <a:noFill/>
          <a:ln w="0">
            <a:solidFill>
              <a:srgbClr val="000000"/>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tr-TR" sz="1550" b="0" u="none" strike="noStrike">
                <a:solidFill>
                  <a:srgbClr val="000000"/>
                </a:solidFill>
                <a:effectLst/>
                <a:uFillTx/>
                <a:latin typeface="Calibri"/>
              </a:rPr>
              <a:t>Takım Logosu</a:t>
            </a:r>
            <a:endParaRPr lang="tr-TR" sz="1550" b="0" u="none" strike="noStrike">
              <a:solidFill>
                <a:srgbClr val="000000"/>
              </a:solidFill>
              <a:effectLst/>
              <a:uFillTx/>
              <a:latin typeface="Arial"/>
            </a:endParaRPr>
          </a:p>
        </p:txBody>
      </p:sp>
      <p:sp>
        <p:nvSpPr>
          <p:cNvPr id="607" name="Rectangle 17"/>
          <p:cNvSpPr/>
          <p:nvPr/>
        </p:nvSpPr>
        <p:spPr>
          <a:xfrm>
            <a:off x="0" y="6313320"/>
            <a:ext cx="10572120" cy="461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tr-TR" sz="1200" b="0" i="1" u="none" strike="noStrike" dirty="0">
                <a:solidFill>
                  <a:srgbClr val="000000"/>
                </a:solidFill>
                <a:effectLst/>
                <a:uFillTx/>
                <a:latin typeface="Calibri"/>
              </a:rPr>
              <a:t>Bu bölümde şartnamede yer alan</a:t>
            </a:r>
            <a:r>
              <a:rPr lang="tr-TR" sz="1200" b="1" i="1" dirty="0">
                <a:solidFill>
                  <a:srgbClr val="000000"/>
                </a:solidFill>
                <a:latin typeface="Calibri"/>
              </a:rPr>
              <a:t> </a:t>
            </a:r>
            <a:r>
              <a:rPr lang="tr-TR" sz="1200" b="1" i="1" u="none" strike="noStrike" dirty="0">
                <a:effectLst/>
                <a:uFillTx/>
                <a:latin typeface="Calibri"/>
              </a:rPr>
              <a:t>3.2.f, 3.2.h, 3.2.l, 3.2.q, 3.2.r, 3.2.s, 3.2.t, 3.3.c, 3.3.d, 3.3.f, 3.3.g, </a:t>
            </a:r>
            <a:r>
              <a:rPr lang="tr-TR" sz="1200" b="1" i="1" dirty="0"/>
              <a:t>4.1.g, </a:t>
            </a:r>
            <a:r>
              <a:rPr lang="tr-TR" sz="1200" b="1" i="1" u="none" strike="noStrike" dirty="0">
                <a:effectLst/>
                <a:uFillTx/>
                <a:latin typeface="Calibri"/>
              </a:rPr>
              <a:t>4.2.a, 4.2.b</a:t>
            </a:r>
            <a:r>
              <a:rPr lang="tr-TR" sz="1200" b="1" i="1" dirty="0"/>
              <a:t>, 4.2.c , 4.2.h</a:t>
            </a:r>
            <a:r>
              <a:rPr lang="tr-TR" sz="1200" b="1" i="1" u="none" strike="noStrike" dirty="0">
                <a:effectLst/>
                <a:uFillTx/>
                <a:latin typeface="Calibri"/>
              </a:rPr>
              <a:t>, ve 4.2.k</a:t>
            </a:r>
            <a:r>
              <a:rPr lang="tr-TR" sz="1200" b="0" i="1" u="none" strike="noStrike" dirty="0">
                <a:effectLst/>
                <a:uFillTx/>
                <a:latin typeface="Calibri"/>
              </a:rPr>
              <a:t> </a:t>
            </a:r>
            <a:r>
              <a:rPr lang="tr-TR" sz="1200" b="0" i="1" u="none" strike="noStrike" dirty="0">
                <a:solidFill>
                  <a:srgbClr val="000000"/>
                </a:solidFill>
                <a:effectLst/>
                <a:uFillTx/>
                <a:latin typeface="Calibri"/>
              </a:rPr>
              <a:t>numaralı gereksinimlerin karşılanıp karşılanmadığı kontrol edilecektir.</a:t>
            </a:r>
            <a:endParaRPr lang="tr-TR" sz="1200" b="0" u="none" strike="noStrike" dirty="0">
              <a:solidFill>
                <a:srgbClr val="000000"/>
              </a:solidFill>
              <a:effectLst/>
              <a:uFillTx/>
              <a:latin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8" name="PlaceHolder 1"/>
          <p:cNvSpPr>
            <a:spLocks noGrp="1"/>
          </p:cNvSpPr>
          <p:nvPr>
            <p:ph type="title"/>
          </p:nvPr>
        </p:nvSpPr>
        <p:spPr>
          <a:xfrm>
            <a:off x="1034280" y="459000"/>
            <a:ext cx="8447760" cy="658440"/>
          </a:xfrm>
          <a:prstGeom prst="rect">
            <a:avLst/>
          </a:prstGeom>
          <a:noFill/>
          <a:ln w="0">
            <a:noFill/>
          </a:ln>
        </p:spPr>
        <p:txBody>
          <a:bodyPr lIns="0" tIns="0" rIns="0" bIns="0" anchor="b">
            <a:noAutofit/>
          </a:bodyPr>
          <a:lstStyle/>
          <a:p>
            <a:pPr indent="0" algn="ctr">
              <a:lnSpc>
                <a:spcPct val="100000"/>
              </a:lnSpc>
              <a:buNone/>
            </a:pPr>
            <a:r>
              <a:rPr lang="tr-TR" sz="3950" b="1" u="none" strike="noStrike">
                <a:solidFill>
                  <a:srgbClr val="0070C0"/>
                </a:solidFill>
                <a:effectLst/>
                <a:uFillTx/>
                <a:latin typeface="Calibri"/>
              </a:rPr>
              <a:t>Aviyonik – Detay</a:t>
            </a:r>
            <a:endParaRPr lang="tr-TR" sz="3950" b="0" u="none" strike="noStrike">
              <a:solidFill>
                <a:srgbClr val="000000"/>
              </a:solidFill>
              <a:effectLst/>
              <a:uFillTx/>
              <a:latin typeface="Calibri"/>
            </a:endParaRPr>
          </a:p>
        </p:txBody>
      </p:sp>
      <p:cxnSp>
        <p:nvCxnSpPr>
          <p:cNvPr id="609" name="Straight Connector 4"/>
          <p:cNvCxnSpPr/>
          <p:nvPr/>
        </p:nvCxnSpPr>
        <p:spPr>
          <a:xfrm flipV="1">
            <a:off x="0" y="1316880"/>
            <a:ext cx="10693440" cy="22680"/>
          </a:xfrm>
          <a:prstGeom prst="straightConnector1">
            <a:avLst/>
          </a:prstGeom>
          <a:ln w="38100">
            <a:solidFill>
              <a:srgbClr val="4A7EBB"/>
            </a:solidFill>
            <a:round/>
          </a:ln>
        </p:spPr>
      </p:cxnSp>
      <p:cxnSp>
        <p:nvCxnSpPr>
          <p:cNvPr id="610" name="Straight Connector 5"/>
          <p:cNvCxnSpPr/>
          <p:nvPr/>
        </p:nvCxnSpPr>
        <p:spPr>
          <a:xfrm flipV="1">
            <a:off x="0" y="6790680"/>
            <a:ext cx="10693440" cy="22680"/>
          </a:xfrm>
          <a:prstGeom prst="straightConnector1">
            <a:avLst/>
          </a:prstGeom>
          <a:ln w="38100">
            <a:solidFill>
              <a:srgbClr val="4A7EBB"/>
            </a:solidFill>
            <a:round/>
          </a:ln>
        </p:spPr>
      </p:cxnSp>
      <p:sp>
        <p:nvSpPr>
          <p:cNvPr id="611" name="PlaceHolder 2"/>
          <p:cNvSpPr>
            <a:spLocks noGrp="1"/>
          </p:cNvSpPr>
          <p:nvPr>
            <p:ph type="sldNum" idx="155"/>
          </p:nvPr>
        </p:nvSpPr>
        <p:spPr>
          <a:xfrm>
            <a:off x="9724320" y="6981840"/>
            <a:ext cx="201600" cy="16092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93F9057A-753C-4C46-9E52-5EBF30407D8C}" type="slidenum">
              <a:rPr lang="tr-TR" sz="1050" b="0" u="none" strike="noStrike">
                <a:solidFill>
                  <a:srgbClr val="898989"/>
                </a:solidFill>
                <a:effectLst/>
                <a:uFillTx/>
                <a:latin typeface="Calibri"/>
              </a:rPr>
              <a:t>47</a:t>
            </a:fld>
            <a:endParaRPr lang="tr-TR" sz="1050" b="0" u="none" strike="noStrike">
              <a:solidFill>
                <a:srgbClr val="000000"/>
              </a:solidFill>
              <a:effectLst/>
              <a:uFillTx/>
              <a:latin typeface="Times New Roman"/>
            </a:endParaRPr>
          </a:p>
        </p:txBody>
      </p:sp>
      <p:sp>
        <p:nvSpPr>
          <p:cNvPr id="612" name="PlaceHolder 3"/>
          <p:cNvSpPr>
            <a:spLocks noGrp="1"/>
          </p:cNvSpPr>
          <p:nvPr>
            <p:ph type="dt" idx="156"/>
          </p:nvPr>
        </p:nvSpPr>
        <p:spPr>
          <a:xfrm>
            <a:off x="802800" y="6981840"/>
            <a:ext cx="1320840" cy="16128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F4D5E835-CB6F-4082-B57A-8FFC56B25BA7}" type="datetime2">
              <a:rPr lang="tr-TR" sz="1050" b="0" u="none" strike="noStrike">
                <a:solidFill>
                  <a:srgbClr val="898989"/>
                </a:solidFill>
                <a:effectLst/>
                <a:uFillTx/>
                <a:latin typeface="Calibri"/>
              </a:rPr>
              <a:t>21 Nisan 2026 Salı</a:t>
            </a:fld>
            <a:endParaRPr lang="tr-TR" sz="1050" b="0" u="none" strike="noStrike">
              <a:solidFill>
                <a:srgbClr val="000000"/>
              </a:solidFill>
              <a:effectLst/>
              <a:uFillTx/>
              <a:latin typeface="Times New Roman"/>
            </a:endParaRPr>
          </a:p>
        </p:txBody>
      </p:sp>
      <p:pic>
        <p:nvPicPr>
          <p:cNvPr id="613" name="Picture 6"/>
          <p:cNvPicPr/>
          <p:nvPr/>
        </p:nvPicPr>
        <p:blipFill>
          <a:blip r:embed="rId3"/>
          <a:stretch/>
        </p:blipFill>
        <p:spPr>
          <a:xfrm>
            <a:off x="9630360" y="200160"/>
            <a:ext cx="1062720" cy="1062720"/>
          </a:xfrm>
          <a:prstGeom prst="rect">
            <a:avLst/>
          </a:prstGeom>
          <a:noFill/>
          <a:ln w="0">
            <a:noFill/>
          </a:ln>
        </p:spPr>
      </p:pic>
      <p:sp>
        <p:nvSpPr>
          <p:cNvPr id="614" name="Metin kutusu 9"/>
          <p:cNvSpPr/>
          <p:nvPr/>
        </p:nvSpPr>
        <p:spPr>
          <a:xfrm>
            <a:off x="518040" y="2255760"/>
            <a:ext cx="9439920" cy="2239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endParaRPr lang="tr-TR" sz="1550" b="0" u="none" strike="noStrike">
              <a:solidFill>
                <a:srgbClr val="000000"/>
              </a:solidFill>
              <a:effectLst/>
              <a:uFillTx/>
              <a:latin typeface="Arial"/>
            </a:endParaRPr>
          </a:p>
          <a:p>
            <a:pPr marL="300600" indent="-300600">
              <a:lnSpc>
                <a:spcPct val="100000"/>
              </a:lnSpc>
              <a:buClr>
                <a:srgbClr val="000000"/>
              </a:buClr>
              <a:buFont typeface="Arial"/>
              <a:buChar char="•"/>
            </a:pPr>
            <a:r>
              <a:rPr lang="tr-TR" sz="1550" b="0" u="none" strike="noStrike">
                <a:solidFill>
                  <a:srgbClr val="000000"/>
                </a:solidFill>
                <a:effectLst/>
                <a:uFillTx/>
                <a:latin typeface="Calibri"/>
              </a:rPr>
              <a:t>ÖTR raporunun ardından Aviyonik Sistem ve Algoritmalarda değişiklik yapıldıysa KTR raporunda bu bölümde sunulmalıdır.</a:t>
            </a:r>
            <a:endParaRPr lang="tr-TR" sz="1550" b="0" u="none" strike="noStrike">
              <a:solidFill>
                <a:srgbClr val="000000"/>
              </a:solidFill>
              <a:effectLst/>
              <a:uFillTx/>
              <a:latin typeface="Arial"/>
            </a:endParaRPr>
          </a:p>
          <a:p>
            <a:pPr>
              <a:lnSpc>
                <a:spcPct val="100000"/>
              </a:lnSpc>
            </a:pPr>
            <a:endParaRPr lang="tr-TR" sz="1550" b="0" u="none" strike="noStrike">
              <a:solidFill>
                <a:srgbClr val="000000"/>
              </a:solidFill>
              <a:effectLst/>
              <a:uFillTx/>
              <a:latin typeface="Arial"/>
            </a:endParaRPr>
          </a:p>
          <a:p>
            <a:pPr>
              <a:lnSpc>
                <a:spcPct val="100000"/>
              </a:lnSpc>
            </a:pPr>
            <a:endParaRPr lang="tr-TR" sz="1550" b="0" u="none" strike="noStrike">
              <a:solidFill>
                <a:srgbClr val="000000"/>
              </a:solidFill>
              <a:effectLst/>
              <a:uFillTx/>
              <a:latin typeface="Arial"/>
            </a:endParaRPr>
          </a:p>
          <a:p>
            <a:pPr marL="300600" indent="-300600">
              <a:lnSpc>
                <a:spcPct val="100000"/>
              </a:lnSpc>
              <a:buClr>
                <a:srgbClr val="000000"/>
              </a:buClr>
              <a:buFont typeface="Arial"/>
              <a:buChar char="•"/>
            </a:pPr>
            <a:r>
              <a:rPr lang="tr-TR" sz="1550" b="0" u="none" strike="noStrike">
                <a:solidFill>
                  <a:srgbClr val="000000"/>
                </a:solidFill>
                <a:effectLst/>
                <a:uFillTx/>
                <a:latin typeface="Calibri"/>
              </a:rPr>
              <a:t>Bu değişimler daha sonrasında «Aviyonik Sistem Güncelleme Tablosu» İçerisinde detaylandırılmalıdır.</a:t>
            </a:r>
            <a:endParaRPr lang="tr-TR" sz="1550" b="0" u="none" strike="noStrike">
              <a:solidFill>
                <a:srgbClr val="000000"/>
              </a:solidFill>
              <a:effectLst/>
              <a:uFillTx/>
              <a:latin typeface="Arial"/>
            </a:endParaRPr>
          </a:p>
          <a:p>
            <a:pPr>
              <a:lnSpc>
                <a:spcPct val="100000"/>
              </a:lnSpc>
            </a:pPr>
            <a:endParaRPr lang="tr-TR" sz="1550" b="0" u="none" strike="noStrike">
              <a:solidFill>
                <a:srgbClr val="000000"/>
              </a:solidFill>
              <a:effectLst/>
              <a:uFillTx/>
              <a:latin typeface="Arial"/>
            </a:endParaRPr>
          </a:p>
          <a:p>
            <a:pPr>
              <a:lnSpc>
                <a:spcPct val="100000"/>
              </a:lnSpc>
            </a:pPr>
            <a:endParaRPr lang="tr-TR" sz="1550" b="0" u="none" strike="noStrike">
              <a:solidFill>
                <a:srgbClr val="000000"/>
              </a:solidFill>
              <a:effectLst/>
              <a:uFillTx/>
              <a:latin typeface="Arial"/>
            </a:endParaRPr>
          </a:p>
          <a:p>
            <a:pPr>
              <a:lnSpc>
                <a:spcPct val="100000"/>
              </a:lnSpc>
            </a:pPr>
            <a:endParaRPr lang="tr-TR" sz="1550" b="0" u="none" strike="noStrike">
              <a:solidFill>
                <a:srgbClr val="000000"/>
              </a:solidFill>
              <a:effectLst/>
              <a:uFillTx/>
              <a:latin typeface="Arial"/>
            </a:endParaRPr>
          </a:p>
        </p:txBody>
      </p:sp>
      <p:sp>
        <p:nvSpPr>
          <p:cNvPr id="615" name="PlaceHolder 4"/>
          <p:cNvSpPr>
            <a:spLocks noGrp="1"/>
          </p:cNvSpPr>
          <p:nvPr>
            <p:ph type="ftr" idx="157"/>
          </p:nvPr>
        </p:nvSpPr>
        <p:spPr>
          <a:xfrm>
            <a:off x="3542040" y="6890040"/>
            <a:ext cx="3608640" cy="320040"/>
          </a:xfrm>
          <a:prstGeom prst="rect">
            <a:avLst/>
          </a:prstGeom>
          <a:noFill/>
          <a:ln w="0">
            <a:noFill/>
          </a:ln>
        </p:spPr>
        <p:txBody>
          <a:bodyPr lIns="0" tIns="0" rIns="0" bIns="0" anchor="t">
            <a:noAutofit/>
          </a:bodyPr>
          <a:lstStyle>
            <a:lvl1pPr indent="0" algn="ctr">
              <a:lnSpc>
                <a:spcPct val="100000"/>
              </a:lnSpc>
              <a:buNone/>
              <a:defRPr lang="tr-TR" sz="1050" b="0" u="none" strike="noStrike">
                <a:solidFill>
                  <a:srgbClr val="898989"/>
                </a:solidFill>
                <a:effectLst/>
                <a:uFillTx/>
                <a:latin typeface="Calibri"/>
              </a:defRPr>
            </a:lvl1pPr>
          </a:lstStyle>
          <a:p>
            <a:pPr indent="0" algn="ctr">
              <a:lnSpc>
                <a:spcPct val="100000"/>
              </a:lnSpc>
              <a:buNone/>
            </a:pPr>
            <a:r>
              <a:rPr lang="tr-TR" sz="1050" b="0" u="none" strike="noStrike" dirty="0">
                <a:solidFill>
                  <a:srgbClr val="898989"/>
                </a:solidFill>
                <a:effectLst/>
                <a:uFillTx/>
                <a:latin typeface="Calibri"/>
              </a:rPr>
              <a:t>2026 TEKNOFEST DİKEY İNİŞLİ ROKET YARIŞMASI</a:t>
            </a:r>
            <a:br>
              <a:rPr sz="1050" dirty="0"/>
            </a:br>
            <a:r>
              <a:rPr lang="tr-TR" sz="1050" b="0" u="none" strike="noStrike" dirty="0">
                <a:solidFill>
                  <a:srgbClr val="898989"/>
                </a:solidFill>
                <a:effectLst/>
                <a:uFillTx/>
                <a:latin typeface="Calibri"/>
              </a:rPr>
              <a:t> </a:t>
            </a:r>
            <a:r>
              <a:rPr lang="en-US" sz="1050" b="0" u="none" strike="noStrike" dirty="0">
                <a:solidFill>
                  <a:srgbClr val="898989"/>
                </a:solidFill>
                <a:effectLst/>
                <a:uFillTx/>
                <a:latin typeface="Calibri"/>
              </a:rPr>
              <a:t>KRİTİK</a:t>
            </a:r>
            <a:r>
              <a:rPr lang="tr-TR" sz="1050" b="0" u="none" strike="noStrike" dirty="0">
                <a:solidFill>
                  <a:srgbClr val="898989"/>
                </a:solidFill>
                <a:effectLst/>
                <a:uFillTx/>
                <a:latin typeface="Calibri"/>
              </a:rPr>
              <a:t> TASARIM RAPORU (</a:t>
            </a:r>
            <a:r>
              <a:rPr lang="en-US" sz="1050" b="0" u="none" strike="noStrike" dirty="0">
                <a:solidFill>
                  <a:srgbClr val="898989"/>
                </a:solidFill>
                <a:effectLst/>
                <a:uFillTx/>
                <a:latin typeface="Calibri"/>
              </a:rPr>
              <a:t>K</a:t>
            </a:r>
            <a:r>
              <a:rPr lang="tr-TR" sz="1050" b="0" u="none" strike="noStrike" dirty="0">
                <a:solidFill>
                  <a:srgbClr val="898989"/>
                </a:solidFill>
                <a:effectLst/>
                <a:uFillTx/>
                <a:latin typeface="Calibri"/>
              </a:rPr>
              <a:t>TR)</a:t>
            </a:r>
            <a:endParaRPr lang="tr-TR" sz="1050" b="0" u="none" strike="noStrike" dirty="0">
              <a:solidFill>
                <a:srgbClr val="000000"/>
              </a:solidFill>
              <a:effectLst/>
              <a:uFillTx/>
              <a:latin typeface="Times New Roman"/>
            </a:endParaRPr>
          </a:p>
        </p:txBody>
      </p:sp>
      <p:sp>
        <p:nvSpPr>
          <p:cNvPr id="616" name="TextBox 8"/>
          <p:cNvSpPr/>
          <p:nvPr/>
        </p:nvSpPr>
        <p:spPr>
          <a:xfrm>
            <a:off x="6480" y="509040"/>
            <a:ext cx="1027440" cy="569880"/>
          </a:xfrm>
          <a:prstGeom prst="rect">
            <a:avLst/>
          </a:prstGeom>
          <a:noFill/>
          <a:ln w="0">
            <a:solidFill>
              <a:srgbClr val="000000"/>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tr-TR" sz="1550" b="0" u="none" strike="noStrike">
                <a:solidFill>
                  <a:srgbClr val="000000"/>
                </a:solidFill>
                <a:effectLst/>
                <a:uFillTx/>
                <a:latin typeface="Calibri"/>
              </a:rPr>
              <a:t>Takım Logosu</a:t>
            </a:r>
            <a:endParaRPr lang="tr-TR" sz="1550" b="0" u="none" strike="noStrike">
              <a:solidFill>
                <a:srgbClr val="000000"/>
              </a:solidFill>
              <a:effectLst/>
              <a:uFillTx/>
              <a:latin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7" name="PlaceHolder 1"/>
          <p:cNvSpPr>
            <a:spLocks noGrp="1"/>
          </p:cNvSpPr>
          <p:nvPr>
            <p:ph type="title"/>
          </p:nvPr>
        </p:nvSpPr>
        <p:spPr>
          <a:xfrm>
            <a:off x="1034280" y="494640"/>
            <a:ext cx="8479440" cy="658440"/>
          </a:xfrm>
          <a:prstGeom prst="rect">
            <a:avLst/>
          </a:prstGeom>
          <a:noFill/>
          <a:ln w="0">
            <a:noFill/>
          </a:ln>
        </p:spPr>
        <p:txBody>
          <a:bodyPr lIns="0" tIns="0" rIns="0" bIns="0" anchor="b">
            <a:noAutofit/>
          </a:bodyPr>
          <a:lstStyle/>
          <a:p>
            <a:pPr indent="0" algn="ctr">
              <a:lnSpc>
                <a:spcPct val="100000"/>
              </a:lnSpc>
              <a:buNone/>
            </a:pPr>
            <a:r>
              <a:rPr lang="tr-TR" sz="3950" b="1" u="none" strike="noStrike">
                <a:solidFill>
                  <a:srgbClr val="0070C0"/>
                </a:solidFill>
                <a:effectLst/>
                <a:uFillTx/>
                <a:latin typeface="Calibri"/>
              </a:rPr>
              <a:t>Aviyonik – Detay</a:t>
            </a:r>
            <a:endParaRPr lang="tr-TR" sz="3950" b="0" u="none" strike="noStrike">
              <a:solidFill>
                <a:srgbClr val="000000"/>
              </a:solidFill>
              <a:effectLst/>
              <a:uFillTx/>
              <a:latin typeface="Calibri"/>
            </a:endParaRPr>
          </a:p>
        </p:txBody>
      </p:sp>
      <p:cxnSp>
        <p:nvCxnSpPr>
          <p:cNvPr id="618" name="Straight Connector 4"/>
          <p:cNvCxnSpPr/>
          <p:nvPr/>
        </p:nvCxnSpPr>
        <p:spPr>
          <a:xfrm flipV="1">
            <a:off x="0" y="1352520"/>
            <a:ext cx="10693440" cy="23040"/>
          </a:xfrm>
          <a:prstGeom prst="straightConnector1">
            <a:avLst/>
          </a:prstGeom>
          <a:ln w="38100">
            <a:solidFill>
              <a:srgbClr val="4A7EBB"/>
            </a:solidFill>
            <a:round/>
          </a:ln>
        </p:spPr>
      </p:cxnSp>
      <p:cxnSp>
        <p:nvCxnSpPr>
          <p:cNvPr id="619" name="Straight Connector 5"/>
          <p:cNvCxnSpPr/>
          <p:nvPr/>
        </p:nvCxnSpPr>
        <p:spPr>
          <a:xfrm flipV="1">
            <a:off x="0" y="6790680"/>
            <a:ext cx="10693440" cy="22680"/>
          </a:xfrm>
          <a:prstGeom prst="straightConnector1">
            <a:avLst/>
          </a:prstGeom>
          <a:ln w="38100">
            <a:solidFill>
              <a:srgbClr val="4A7EBB"/>
            </a:solidFill>
            <a:round/>
          </a:ln>
        </p:spPr>
      </p:cxnSp>
      <p:sp>
        <p:nvSpPr>
          <p:cNvPr id="620" name="PlaceHolder 2"/>
          <p:cNvSpPr>
            <a:spLocks noGrp="1"/>
          </p:cNvSpPr>
          <p:nvPr>
            <p:ph type="sldNum" idx="158"/>
          </p:nvPr>
        </p:nvSpPr>
        <p:spPr>
          <a:xfrm>
            <a:off x="9724320" y="6981840"/>
            <a:ext cx="201600" cy="16092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9D3AD18C-E408-4A4E-B211-B1448F16F231}" type="slidenum">
              <a:rPr lang="tr-TR" sz="1050" b="0" u="none" strike="noStrike">
                <a:solidFill>
                  <a:srgbClr val="898989"/>
                </a:solidFill>
                <a:effectLst/>
                <a:uFillTx/>
                <a:latin typeface="Calibri"/>
              </a:rPr>
              <a:t>48</a:t>
            </a:fld>
            <a:endParaRPr lang="tr-TR" sz="1050" b="0" u="none" strike="noStrike">
              <a:solidFill>
                <a:srgbClr val="000000"/>
              </a:solidFill>
              <a:effectLst/>
              <a:uFillTx/>
              <a:latin typeface="Times New Roman"/>
            </a:endParaRPr>
          </a:p>
        </p:txBody>
      </p:sp>
      <p:sp>
        <p:nvSpPr>
          <p:cNvPr id="621" name="PlaceHolder 3"/>
          <p:cNvSpPr>
            <a:spLocks noGrp="1"/>
          </p:cNvSpPr>
          <p:nvPr>
            <p:ph type="dt" idx="159"/>
          </p:nvPr>
        </p:nvSpPr>
        <p:spPr>
          <a:xfrm>
            <a:off x="802800" y="6981840"/>
            <a:ext cx="1320840" cy="16128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B985DCEC-EA38-4E8D-99D3-6F03E437A652}" type="datetime2">
              <a:rPr lang="tr-TR" sz="1050" b="0" u="none" strike="noStrike">
                <a:solidFill>
                  <a:srgbClr val="898989"/>
                </a:solidFill>
                <a:effectLst/>
                <a:uFillTx/>
                <a:latin typeface="Calibri"/>
              </a:rPr>
              <a:t>21 Nisan 2026 Salı</a:t>
            </a:fld>
            <a:endParaRPr lang="tr-TR" sz="1050" b="0" u="none" strike="noStrike">
              <a:solidFill>
                <a:srgbClr val="000000"/>
              </a:solidFill>
              <a:effectLst/>
              <a:uFillTx/>
              <a:latin typeface="Times New Roman"/>
            </a:endParaRPr>
          </a:p>
        </p:txBody>
      </p:sp>
      <p:pic>
        <p:nvPicPr>
          <p:cNvPr id="622" name="Picture 6"/>
          <p:cNvPicPr/>
          <p:nvPr/>
        </p:nvPicPr>
        <p:blipFill>
          <a:blip r:embed="rId3"/>
          <a:stretch/>
        </p:blipFill>
        <p:spPr>
          <a:xfrm>
            <a:off x="9630360" y="276120"/>
            <a:ext cx="1062720" cy="1062720"/>
          </a:xfrm>
          <a:prstGeom prst="rect">
            <a:avLst/>
          </a:prstGeom>
          <a:noFill/>
          <a:ln w="0">
            <a:noFill/>
          </a:ln>
        </p:spPr>
      </p:pic>
      <p:sp>
        <p:nvSpPr>
          <p:cNvPr id="623" name="Metin kutusu 8"/>
          <p:cNvSpPr/>
          <p:nvPr/>
        </p:nvSpPr>
        <p:spPr>
          <a:xfrm>
            <a:off x="3808440" y="2125080"/>
            <a:ext cx="3076560" cy="3358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a:lnSpc>
                <a:spcPct val="100000"/>
              </a:lnSpc>
            </a:pPr>
            <a:r>
              <a:rPr lang="tr-TR" sz="1550" b="0" u="none" strike="noStrike">
                <a:solidFill>
                  <a:srgbClr val="000000"/>
                </a:solidFill>
                <a:effectLst/>
                <a:uFillTx/>
                <a:latin typeface="Calibri"/>
              </a:rPr>
              <a:t>Aviyonik Sistem Güncelleme Tablosu</a:t>
            </a:r>
            <a:endParaRPr lang="tr-TR" sz="1550" b="0" u="none" strike="noStrike">
              <a:solidFill>
                <a:srgbClr val="000000"/>
              </a:solidFill>
              <a:effectLst/>
              <a:uFillTx/>
              <a:latin typeface="Arial"/>
            </a:endParaRPr>
          </a:p>
        </p:txBody>
      </p:sp>
      <p:graphicFrame>
        <p:nvGraphicFramePr>
          <p:cNvPr id="624" name="Tablo 13"/>
          <p:cNvGraphicFramePr/>
          <p:nvPr/>
        </p:nvGraphicFramePr>
        <p:xfrm>
          <a:off x="735120" y="2701080"/>
          <a:ext cx="9471600" cy="2621280"/>
        </p:xfrm>
        <a:graphic>
          <a:graphicData uri="http://schemas.openxmlformats.org/drawingml/2006/table">
            <a:tbl>
              <a:tblPr/>
              <a:tblGrid>
                <a:gridCol w="3157200">
                  <a:extLst>
                    <a:ext uri="{9D8B030D-6E8A-4147-A177-3AD203B41FA5}">
                      <a16:colId xmlns:a16="http://schemas.microsoft.com/office/drawing/2014/main" val="20000"/>
                    </a:ext>
                  </a:extLst>
                </a:gridCol>
                <a:gridCol w="3157200">
                  <a:extLst>
                    <a:ext uri="{9D8B030D-6E8A-4147-A177-3AD203B41FA5}">
                      <a16:colId xmlns:a16="http://schemas.microsoft.com/office/drawing/2014/main" val="20001"/>
                    </a:ext>
                  </a:extLst>
                </a:gridCol>
                <a:gridCol w="3157200">
                  <a:extLst>
                    <a:ext uri="{9D8B030D-6E8A-4147-A177-3AD203B41FA5}">
                      <a16:colId xmlns:a16="http://schemas.microsoft.com/office/drawing/2014/main" val="20002"/>
                    </a:ext>
                  </a:extLst>
                </a:gridCol>
              </a:tblGrid>
              <a:tr h="325080">
                <a:tc>
                  <a:txBody>
                    <a:bodyPr/>
                    <a:lstStyle/>
                    <a:p>
                      <a:pPr algn="ctr">
                        <a:lnSpc>
                          <a:spcPct val="100000"/>
                        </a:lnSpc>
                      </a:pPr>
                      <a:r>
                        <a:rPr lang="tr-TR" sz="1550" b="0" u="none" strike="noStrike">
                          <a:solidFill>
                            <a:srgbClr val="FFFFFF"/>
                          </a:solidFill>
                          <a:effectLst/>
                          <a:uFillTx/>
                          <a:latin typeface="Calibri"/>
                        </a:rPr>
                        <a:t>Ön Tasarım</a:t>
                      </a:r>
                      <a:endParaRPr lang="tr-TR" sz="1550" b="0" u="none" strike="noStrike">
                        <a:solidFill>
                          <a:srgbClr val="FFFFFF"/>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c>
                  <a:txBody>
                    <a:bodyPr/>
                    <a:lstStyle/>
                    <a:p>
                      <a:pPr algn="ctr">
                        <a:lnSpc>
                          <a:spcPct val="100000"/>
                        </a:lnSpc>
                      </a:pPr>
                      <a:r>
                        <a:rPr lang="tr-TR" sz="1550" b="0" u="none" strike="noStrike">
                          <a:solidFill>
                            <a:srgbClr val="FFFFFF"/>
                          </a:solidFill>
                          <a:effectLst/>
                          <a:uFillTx/>
                          <a:latin typeface="Calibri"/>
                        </a:rPr>
                        <a:t>Kritik Tasarım</a:t>
                      </a:r>
                      <a:endParaRPr lang="tr-TR" sz="1550" b="0" u="none" strike="noStrike">
                        <a:solidFill>
                          <a:srgbClr val="FFFFFF"/>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c>
                  <a:txBody>
                    <a:bodyPr/>
                    <a:lstStyle/>
                    <a:p>
                      <a:pPr algn="ctr">
                        <a:lnSpc>
                          <a:spcPct val="100000"/>
                        </a:lnSpc>
                      </a:pPr>
                      <a:r>
                        <a:rPr lang="tr-TR" sz="1550" b="0" u="none" strike="noStrike">
                          <a:solidFill>
                            <a:srgbClr val="FFFFFF"/>
                          </a:solidFill>
                          <a:effectLst/>
                          <a:uFillTx/>
                          <a:latin typeface="Calibri"/>
                        </a:rPr>
                        <a:t>Yapılan değişimin açıklaması</a:t>
                      </a:r>
                      <a:endParaRPr lang="tr-TR" sz="1550" b="0" u="none" strike="noStrike">
                        <a:solidFill>
                          <a:srgbClr val="FFFFFF"/>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extLst>
                  <a:ext uri="{0D108BD9-81ED-4DB2-BD59-A6C34878D82A}">
                    <a16:rowId xmlns:a16="http://schemas.microsoft.com/office/drawing/2014/main" val="10000"/>
                  </a:ext>
                </a:extLst>
              </a:tr>
              <a:tr h="325080">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extLst>
                  <a:ext uri="{0D108BD9-81ED-4DB2-BD59-A6C34878D82A}">
                    <a16:rowId xmlns:a16="http://schemas.microsoft.com/office/drawing/2014/main" val="10001"/>
                  </a:ext>
                </a:extLst>
              </a:tr>
              <a:tr h="325080">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extLst>
                  <a:ext uri="{0D108BD9-81ED-4DB2-BD59-A6C34878D82A}">
                    <a16:rowId xmlns:a16="http://schemas.microsoft.com/office/drawing/2014/main" val="10002"/>
                  </a:ext>
                </a:extLst>
              </a:tr>
              <a:tr h="325080">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extLst>
                  <a:ext uri="{0D108BD9-81ED-4DB2-BD59-A6C34878D82A}">
                    <a16:rowId xmlns:a16="http://schemas.microsoft.com/office/drawing/2014/main" val="10003"/>
                  </a:ext>
                </a:extLst>
              </a:tr>
              <a:tr h="325080">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extLst>
                  <a:ext uri="{0D108BD9-81ED-4DB2-BD59-A6C34878D82A}">
                    <a16:rowId xmlns:a16="http://schemas.microsoft.com/office/drawing/2014/main" val="10004"/>
                  </a:ext>
                </a:extLst>
              </a:tr>
              <a:tr h="325080">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extLst>
                  <a:ext uri="{0D108BD9-81ED-4DB2-BD59-A6C34878D82A}">
                    <a16:rowId xmlns:a16="http://schemas.microsoft.com/office/drawing/2014/main" val="10005"/>
                  </a:ext>
                </a:extLst>
              </a:tr>
              <a:tr h="325080">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extLst>
                  <a:ext uri="{0D108BD9-81ED-4DB2-BD59-A6C34878D82A}">
                    <a16:rowId xmlns:a16="http://schemas.microsoft.com/office/drawing/2014/main" val="10006"/>
                  </a:ext>
                </a:extLst>
              </a:tr>
              <a:tr h="325080">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extLst>
                  <a:ext uri="{0D108BD9-81ED-4DB2-BD59-A6C34878D82A}">
                    <a16:rowId xmlns:a16="http://schemas.microsoft.com/office/drawing/2014/main" val="10007"/>
                  </a:ext>
                </a:extLst>
              </a:tr>
            </a:tbl>
          </a:graphicData>
        </a:graphic>
      </p:graphicFrame>
      <p:sp>
        <p:nvSpPr>
          <p:cNvPr id="625" name="TextBox 15"/>
          <p:cNvSpPr/>
          <p:nvPr/>
        </p:nvSpPr>
        <p:spPr>
          <a:xfrm rot="19567200">
            <a:off x="3333600" y="3655080"/>
            <a:ext cx="4025160" cy="9835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tr-TR" sz="5790" b="1" u="none" strike="noStrike">
                <a:solidFill>
                  <a:srgbClr val="FF0000"/>
                </a:solidFill>
                <a:effectLst/>
                <a:uFillTx/>
                <a:latin typeface="Arial"/>
              </a:rPr>
              <a:t>ÖRNEKTİR</a:t>
            </a:r>
            <a:endParaRPr lang="tr-TR" sz="5790" b="0" u="none" strike="noStrike">
              <a:solidFill>
                <a:srgbClr val="000000"/>
              </a:solidFill>
              <a:effectLst/>
              <a:uFillTx/>
              <a:latin typeface="Arial"/>
            </a:endParaRPr>
          </a:p>
        </p:txBody>
      </p:sp>
      <p:sp>
        <p:nvSpPr>
          <p:cNvPr id="626" name="PlaceHolder 4"/>
          <p:cNvSpPr>
            <a:spLocks noGrp="1"/>
          </p:cNvSpPr>
          <p:nvPr>
            <p:ph type="ftr" idx="160"/>
          </p:nvPr>
        </p:nvSpPr>
        <p:spPr>
          <a:xfrm>
            <a:off x="3542040" y="6890040"/>
            <a:ext cx="3608640" cy="320040"/>
          </a:xfrm>
          <a:prstGeom prst="rect">
            <a:avLst/>
          </a:prstGeom>
          <a:noFill/>
          <a:ln w="0">
            <a:noFill/>
          </a:ln>
        </p:spPr>
        <p:txBody>
          <a:bodyPr lIns="0" tIns="0" rIns="0" bIns="0" anchor="t">
            <a:noAutofit/>
          </a:bodyPr>
          <a:lstStyle>
            <a:lvl1pPr indent="0" algn="ctr">
              <a:lnSpc>
                <a:spcPct val="100000"/>
              </a:lnSpc>
              <a:buNone/>
              <a:defRPr lang="tr-TR" sz="1050" b="0" u="none" strike="noStrike">
                <a:solidFill>
                  <a:srgbClr val="898989"/>
                </a:solidFill>
                <a:effectLst/>
                <a:uFillTx/>
                <a:latin typeface="Calibri"/>
              </a:defRPr>
            </a:lvl1pPr>
          </a:lstStyle>
          <a:p>
            <a:pPr indent="0" algn="ctr">
              <a:lnSpc>
                <a:spcPct val="100000"/>
              </a:lnSpc>
              <a:buNone/>
            </a:pPr>
            <a:r>
              <a:rPr lang="tr-TR" sz="1050" b="0" u="none" strike="noStrike" dirty="0">
                <a:solidFill>
                  <a:srgbClr val="898989"/>
                </a:solidFill>
                <a:effectLst/>
                <a:uFillTx/>
                <a:latin typeface="Calibri"/>
              </a:rPr>
              <a:t>2026 TEKNOFEST DİKEY İNİŞLİ ROKET YARIŞMASI</a:t>
            </a:r>
            <a:br>
              <a:rPr sz="1050" dirty="0"/>
            </a:br>
            <a:r>
              <a:rPr lang="tr-TR" sz="1050" b="0" u="none" strike="noStrike" dirty="0">
                <a:solidFill>
                  <a:srgbClr val="898989"/>
                </a:solidFill>
                <a:effectLst/>
                <a:uFillTx/>
                <a:latin typeface="Calibri"/>
              </a:rPr>
              <a:t> </a:t>
            </a:r>
            <a:r>
              <a:rPr lang="en-US" sz="1050" b="0" u="none" strike="noStrike" dirty="0">
                <a:solidFill>
                  <a:srgbClr val="898989"/>
                </a:solidFill>
                <a:effectLst/>
                <a:uFillTx/>
                <a:latin typeface="Calibri"/>
              </a:rPr>
              <a:t>KRİTİK</a:t>
            </a:r>
            <a:r>
              <a:rPr lang="tr-TR" sz="1050" b="0" u="none" strike="noStrike" dirty="0">
                <a:solidFill>
                  <a:srgbClr val="898989"/>
                </a:solidFill>
                <a:effectLst/>
                <a:uFillTx/>
                <a:latin typeface="Calibri"/>
              </a:rPr>
              <a:t> TASARIM RAPORU (</a:t>
            </a:r>
            <a:r>
              <a:rPr lang="en-US" sz="1050" b="0" u="none" strike="noStrike" dirty="0">
                <a:solidFill>
                  <a:srgbClr val="898989"/>
                </a:solidFill>
                <a:effectLst/>
                <a:uFillTx/>
                <a:latin typeface="Calibri"/>
              </a:rPr>
              <a:t>K</a:t>
            </a:r>
            <a:r>
              <a:rPr lang="tr-TR" sz="1050" b="0" u="none" strike="noStrike" dirty="0">
                <a:solidFill>
                  <a:srgbClr val="898989"/>
                </a:solidFill>
                <a:effectLst/>
                <a:uFillTx/>
                <a:latin typeface="Calibri"/>
              </a:rPr>
              <a:t>TR)</a:t>
            </a:r>
            <a:endParaRPr lang="tr-TR" sz="1050" b="0" u="none" strike="noStrike" dirty="0">
              <a:solidFill>
                <a:srgbClr val="000000"/>
              </a:solidFill>
              <a:effectLst/>
              <a:uFillTx/>
              <a:latin typeface="Times New Roman"/>
            </a:endParaRPr>
          </a:p>
        </p:txBody>
      </p:sp>
      <p:sp>
        <p:nvSpPr>
          <p:cNvPr id="627" name="TextBox 9"/>
          <p:cNvSpPr/>
          <p:nvPr/>
        </p:nvSpPr>
        <p:spPr>
          <a:xfrm>
            <a:off x="6480" y="544680"/>
            <a:ext cx="1027440" cy="569880"/>
          </a:xfrm>
          <a:prstGeom prst="rect">
            <a:avLst/>
          </a:prstGeom>
          <a:noFill/>
          <a:ln w="0">
            <a:solidFill>
              <a:srgbClr val="000000"/>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tr-TR" sz="1550" b="0" u="none" strike="noStrike">
                <a:solidFill>
                  <a:srgbClr val="000000"/>
                </a:solidFill>
                <a:effectLst/>
                <a:uFillTx/>
                <a:latin typeface="Calibri"/>
              </a:rPr>
              <a:t>Takım Logosu</a:t>
            </a:r>
            <a:endParaRPr lang="tr-TR" sz="1550" b="0" u="none" strike="noStrike">
              <a:solidFill>
                <a:srgbClr val="000000"/>
              </a:solidFill>
              <a:effectLst/>
              <a:uFillTx/>
              <a:latin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8" name="PlaceHolder 1"/>
          <p:cNvSpPr>
            <a:spLocks noGrp="1"/>
          </p:cNvSpPr>
          <p:nvPr>
            <p:ph type="title"/>
          </p:nvPr>
        </p:nvSpPr>
        <p:spPr>
          <a:xfrm>
            <a:off x="1235160" y="494640"/>
            <a:ext cx="8019720" cy="658440"/>
          </a:xfrm>
          <a:prstGeom prst="rect">
            <a:avLst/>
          </a:prstGeom>
          <a:noFill/>
          <a:ln w="0">
            <a:noFill/>
          </a:ln>
        </p:spPr>
        <p:txBody>
          <a:bodyPr lIns="0" tIns="0" rIns="0" bIns="0" anchor="b">
            <a:normAutofit/>
          </a:bodyPr>
          <a:lstStyle/>
          <a:p>
            <a:pPr indent="0" algn="ctr">
              <a:lnSpc>
                <a:spcPct val="100000"/>
              </a:lnSpc>
              <a:buNone/>
            </a:pPr>
            <a:r>
              <a:rPr lang="tr-TR" sz="3950" b="1" u="none" strike="noStrike">
                <a:solidFill>
                  <a:srgbClr val="0070C0"/>
                </a:solidFill>
                <a:effectLst/>
                <a:uFillTx/>
                <a:latin typeface="Calibri"/>
              </a:rPr>
              <a:t>Roket Bütünleştirme Stratejisi</a:t>
            </a:r>
            <a:endParaRPr lang="tr-TR" sz="3950" b="0" u="none" strike="noStrike">
              <a:solidFill>
                <a:srgbClr val="000000"/>
              </a:solidFill>
              <a:effectLst/>
              <a:uFillTx/>
              <a:latin typeface="Calibri"/>
            </a:endParaRPr>
          </a:p>
        </p:txBody>
      </p:sp>
      <p:cxnSp>
        <p:nvCxnSpPr>
          <p:cNvPr id="629" name="Straight Connector 4"/>
          <p:cNvCxnSpPr/>
          <p:nvPr/>
        </p:nvCxnSpPr>
        <p:spPr>
          <a:xfrm flipV="1">
            <a:off x="0" y="1352520"/>
            <a:ext cx="10693440" cy="23040"/>
          </a:xfrm>
          <a:prstGeom prst="straightConnector1">
            <a:avLst/>
          </a:prstGeom>
          <a:ln w="38100">
            <a:solidFill>
              <a:srgbClr val="4A7EBB"/>
            </a:solidFill>
            <a:round/>
          </a:ln>
        </p:spPr>
      </p:cxnSp>
      <p:cxnSp>
        <p:nvCxnSpPr>
          <p:cNvPr id="630" name="Straight Connector 5"/>
          <p:cNvCxnSpPr/>
          <p:nvPr/>
        </p:nvCxnSpPr>
        <p:spPr>
          <a:xfrm flipV="1">
            <a:off x="0" y="6790680"/>
            <a:ext cx="10693440" cy="22680"/>
          </a:xfrm>
          <a:prstGeom prst="straightConnector1">
            <a:avLst/>
          </a:prstGeom>
          <a:ln w="38100">
            <a:solidFill>
              <a:srgbClr val="4A7EBB"/>
            </a:solidFill>
            <a:round/>
          </a:ln>
        </p:spPr>
      </p:cxnSp>
      <p:sp>
        <p:nvSpPr>
          <p:cNvPr id="631" name="PlaceHolder 2"/>
          <p:cNvSpPr>
            <a:spLocks noGrp="1"/>
          </p:cNvSpPr>
          <p:nvPr>
            <p:ph type="sldNum" idx="161"/>
          </p:nvPr>
        </p:nvSpPr>
        <p:spPr>
          <a:xfrm>
            <a:off x="9724320" y="6981840"/>
            <a:ext cx="201600" cy="16092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F7325E61-430D-474F-B3CE-86820DE57362}" type="slidenum">
              <a:rPr lang="tr-TR" sz="1050" b="0" u="none" strike="noStrike">
                <a:solidFill>
                  <a:srgbClr val="898989"/>
                </a:solidFill>
                <a:effectLst/>
                <a:uFillTx/>
                <a:latin typeface="Calibri"/>
              </a:rPr>
              <a:t>49</a:t>
            </a:fld>
            <a:endParaRPr lang="tr-TR" sz="1050" b="0" u="none" strike="noStrike">
              <a:solidFill>
                <a:srgbClr val="000000"/>
              </a:solidFill>
              <a:effectLst/>
              <a:uFillTx/>
              <a:latin typeface="Times New Roman"/>
            </a:endParaRPr>
          </a:p>
        </p:txBody>
      </p:sp>
      <p:sp>
        <p:nvSpPr>
          <p:cNvPr id="632" name="PlaceHolder 3"/>
          <p:cNvSpPr>
            <a:spLocks noGrp="1"/>
          </p:cNvSpPr>
          <p:nvPr>
            <p:ph type="dt" idx="162"/>
          </p:nvPr>
        </p:nvSpPr>
        <p:spPr>
          <a:xfrm>
            <a:off x="802800" y="6981840"/>
            <a:ext cx="1320840" cy="16128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79977B75-D70D-41C2-B813-D74C82735D81}" type="datetime2">
              <a:rPr lang="tr-TR" sz="1050" b="0" u="none" strike="noStrike">
                <a:solidFill>
                  <a:srgbClr val="898989"/>
                </a:solidFill>
                <a:effectLst/>
                <a:uFillTx/>
                <a:latin typeface="Calibri"/>
              </a:rPr>
              <a:t>21 Nisan 2026 Salı</a:t>
            </a:fld>
            <a:endParaRPr lang="tr-TR" sz="1050" b="0" u="none" strike="noStrike">
              <a:solidFill>
                <a:srgbClr val="000000"/>
              </a:solidFill>
              <a:effectLst/>
              <a:uFillTx/>
              <a:latin typeface="Times New Roman"/>
            </a:endParaRPr>
          </a:p>
        </p:txBody>
      </p:sp>
      <p:sp>
        <p:nvSpPr>
          <p:cNvPr id="633" name="TextBox 9"/>
          <p:cNvSpPr/>
          <p:nvPr/>
        </p:nvSpPr>
        <p:spPr>
          <a:xfrm>
            <a:off x="202320" y="2036160"/>
            <a:ext cx="10490760" cy="200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50560" indent="-250560">
              <a:lnSpc>
                <a:spcPct val="100000"/>
              </a:lnSpc>
              <a:buClr>
                <a:srgbClr val="000000"/>
              </a:buClr>
              <a:buFont typeface="Arial"/>
              <a:buChar char="•"/>
            </a:pPr>
            <a:r>
              <a:rPr lang="tr-TR" sz="1550" b="0" u="none" strike="noStrike">
                <a:solidFill>
                  <a:srgbClr val="000000"/>
                </a:solidFill>
                <a:effectLst/>
                <a:uFillTx/>
                <a:latin typeface="Calibri"/>
              </a:rPr>
              <a:t>Tüm sistemlerin birbirine nasıl bağlanacağı ve dayanımı hakkında detaylı bilgi verilmelidir.</a:t>
            </a:r>
            <a:endParaRPr lang="tr-TR" sz="1550" b="0" u="none" strike="noStrike">
              <a:solidFill>
                <a:srgbClr val="000000"/>
              </a:solidFill>
              <a:effectLst/>
              <a:uFillTx/>
              <a:latin typeface="Arial"/>
            </a:endParaRPr>
          </a:p>
          <a:p>
            <a:pPr>
              <a:lnSpc>
                <a:spcPct val="100000"/>
              </a:lnSpc>
            </a:pPr>
            <a:endParaRPr lang="tr-TR" sz="1550" b="0" u="none" strike="noStrike">
              <a:solidFill>
                <a:srgbClr val="000000"/>
              </a:solidFill>
              <a:effectLst/>
              <a:uFillTx/>
              <a:latin typeface="Arial"/>
            </a:endParaRPr>
          </a:p>
          <a:p>
            <a:pPr marL="250560" indent="-250560">
              <a:lnSpc>
                <a:spcPct val="100000"/>
              </a:lnSpc>
              <a:buClr>
                <a:srgbClr val="000000"/>
              </a:buClr>
              <a:buFont typeface="Arial"/>
              <a:buChar char="•"/>
            </a:pPr>
            <a:r>
              <a:rPr lang="tr-TR" sz="1550" b="0" u="none" strike="noStrike">
                <a:solidFill>
                  <a:srgbClr val="000000"/>
                </a:solidFill>
                <a:effectLst/>
                <a:uFillTx/>
                <a:latin typeface="Calibri"/>
              </a:rPr>
              <a:t>Gövde birden fazla yapıdan oluşuyorsa bağlantı mekanizması “ayrıntılı olarak”  CAD görselleriyle desteklenerek anlatılmalıdır.  </a:t>
            </a:r>
            <a:endParaRPr lang="tr-TR" sz="1550" b="0" u="none" strike="noStrike">
              <a:solidFill>
                <a:srgbClr val="000000"/>
              </a:solidFill>
              <a:effectLst/>
              <a:uFillTx/>
              <a:latin typeface="Arial"/>
            </a:endParaRPr>
          </a:p>
          <a:p>
            <a:pPr>
              <a:lnSpc>
                <a:spcPct val="100000"/>
              </a:lnSpc>
            </a:pPr>
            <a:endParaRPr lang="tr-TR" sz="1550" b="0" u="none" strike="noStrike">
              <a:solidFill>
                <a:srgbClr val="000000"/>
              </a:solidFill>
              <a:effectLst/>
              <a:uFillTx/>
              <a:latin typeface="Arial"/>
            </a:endParaRPr>
          </a:p>
          <a:p>
            <a:pPr marL="250560" indent="-250560">
              <a:lnSpc>
                <a:spcPct val="100000"/>
              </a:lnSpc>
              <a:buClr>
                <a:srgbClr val="000000"/>
              </a:buClr>
              <a:buFont typeface="Arial"/>
              <a:buChar char="•"/>
            </a:pPr>
            <a:r>
              <a:rPr lang="tr-TR" sz="1550" b="1" u="sng" strike="noStrike">
                <a:solidFill>
                  <a:srgbClr val="000000"/>
                </a:solidFill>
                <a:effectLst/>
                <a:uFillTx/>
                <a:latin typeface="Calibri"/>
              </a:rPr>
              <a:t>Yarışma alanında, alt sistemler gerekli görüldüğünde yarışma heyeti tarafından incelenecektir. Sistemleriniz yarışma alanında tekrar montajlanmaya uygun olmalıdır.</a:t>
            </a:r>
            <a:endParaRPr lang="tr-TR" sz="1550" b="0" u="none" strike="noStrike">
              <a:solidFill>
                <a:srgbClr val="000000"/>
              </a:solidFill>
              <a:effectLst/>
              <a:uFillTx/>
              <a:latin typeface="Arial"/>
            </a:endParaRPr>
          </a:p>
          <a:p>
            <a:pPr>
              <a:lnSpc>
                <a:spcPct val="100000"/>
              </a:lnSpc>
            </a:pPr>
            <a:endParaRPr lang="tr-TR" sz="1550" b="0" u="none" strike="noStrike">
              <a:solidFill>
                <a:srgbClr val="000000"/>
              </a:solidFill>
              <a:effectLst/>
              <a:uFillTx/>
              <a:latin typeface="Arial"/>
            </a:endParaRPr>
          </a:p>
          <a:p>
            <a:pPr marL="250560" indent="-250560">
              <a:lnSpc>
                <a:spcPct val="100000"/>
              </a:lnSpc>
              <a:buClr>
                <a:srgbClr val="000000"/>
              </a:buClr>
              <a:buFont typeface="Arial"/>
              <a:buChar char="•"/>
            </a:pPr>
            <a:r>
              <a:rPr lang="tr-TR" sz="1550" b="0" u="none" strike="noStrike">
                <a:solidFill>
                  <a:srgbClr val="000000"/>
                </a:solidFill>
                <a:effectLst/>
                <a:uFillTx/>
                <a:latin typeface="Calibri"/>
              </a:rPr>
              <a:t>Bu bölüm 5 yansıyı geçmemelidir. </a:t>
            </a:r>
            <a:endParaRPr lang="tr-TR" sz="1550" b="0" u="none" strike="noStrike">
              <a:solidFill>
                <a:srgbClr val="000000"/>
              </a:solidFill>
              <a:effectLst/>
              <a:uFillTx/>
              <a:latin typeface="Arial"/>
            </a:endParaRPr>
          </a:p>
        </p:txBody>
      </p:sp>
      <p:pic>
        <p:nvPicPr>
          <p:cNvPr id="634" name="Picture 6"/>
          <p:cNvPicPr/>
          <p:nvPr/>
        </p:nvPicPr>
        <p:blipFill>
          <a:blip r:embed="rId3"/>
          <a:stretch/>
        </p:blipFill>
        <p:spPr>
          <a:xfrm>
            <a:off x="9630360" y="276120"/>
            <a:ext cx="1062720" cy="1062720"/>
          </a:xfrm>
          <a:prstGeom prst="rect">
            <a:avLst/>
          </a:prstGeom>
          <a:noFill/>
          <a:ln w="0">
            <a:noFill/>
          </a:ln>
        </p:spPr>
      </p:pic>
      <p:sp>
        <p:nvSpPr>
          <p:cNvPr id="635" name="Rectangle 15"/>
          <p:cNvSpPr/>
          <p:nvPr/>
        </p:nvSpPr>
        <p:spPr>
          <a:xfrm>
            <a:off x="7560" y="6329160"/>
            <a:ext cx="10620720" cy="27554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lnSpc>
                <a:spcPct val="100000"/>
              </a:lnSpc>
            </a:pPr>
            <a:r>
              <a:rPr lang="tr-TR" sz="1200" b="0" i="1" u="none" strike="noStrike" dirty="0">
                <a:solidFill>
                  <a:srgbClr val="000000"/>
                </a:solidFill>
                <a:effectLst/>
                <a:uFillTx/>
                <a:latin typeface="Calibri"/>
              </a:rPr>
              <a:t>Bu bölümde şartnamede yer alan</a:t>
            </a:r>
            <a:r>
              <a:rPr lang="tr-TR" sz="1200" b="1" i="1" u="none" strike="noStrike" dirty="0">
                <a:solidFill>
                  <a:srgbClr val="000000"/>
                </a:solidFill>
                <a:effectLst/>
                <a:uFillTx/>
                <a:latin typeface="Calibri"/>
              </a:rPr>
              <a:t> </a:t>
            </a:r>
            <a:r>
              <a:rPr lang="tr-TR" sz="1200" b="1" i="1" u="none" strike="noStrike" dirty="0">
                <a:effectLst/>
                <a:uFillTx/>
                <a:latin typeface="Calibri"/>
              </a:rPr>
              <a:t>3.2.c, </a:t>
            </a:r>
            <a:r>
              <a:rPr lang="tr-TR" sz="1200" b="1" i="1" dirty="0"/>
              <a:t>3.2.l, </a:t>
            </a:r>
            <a:r>
              <a:rPr lang="tr-TR" sz="1200" b="1" i="1" u="none" strike="noStrike" dirty="0">
                <a:effectLst/>
                <a:uFillTx/>
                <a:latin typeface="Calibri"/>
              </a:rPr>
              <a:t>3.2.m, </a:t>
            </a:r>
            <a:r>
              <a:rPr lang="tr-TR" sz="1200" b="1" i="1" dirty="0"/>
              <a:t>3.2.o, 4.2.c, </a:t>
            </a:r>
            <a:r>
              <a:rPr lang="tr-TR" sz="1200" b="1" i="1" u="none" strike="noStrike" dirty="0">
                <a:effectLst/>
                <a:uFillTx/>
                <a:latin typeface="Calibri"/>
              </a:rPr>
              <a:t>4.2.e, 4.2.g, 4.2.h, 4.2.j ve 4.2.k </a:t>
            </a:r>
            <a:r>
              <a:rPr lang="tr-TR" sz="1200" b="0" i="1" u="none" strike="noStrike" dirty="0">
                <a:solidFill>
                  <a:srgbClr val="000000"/>
                </a:solidFill>
                <a:effectLst/>
                <a:uFillTx/>
                <a:latin typeface="Calibri"/>
              </a:rPr>
              <a:t>numaralı gereksinimlerin karşılanıp karşılanmadığı kontrol edilecektir.</a:t>
            </a:r>
            <a:endParaRPr lang="tr-TR" sz="1200" b="0" u="none" strike="noStrike" dirty="0">
              <a:solidFill>
                <a:srgbClr val="000000"/>
              </a:solidFill>
              <a:effectLst/>
              <a:uFillTx/>
              <a:latin typeface="Arial"/>
            </a:endParaRPr>
          </a:p>
        </p:txBody>
      </p:sp>
      <p:sp>
        <p:nvSpPr>
          <p:cNvPr id="636" name="PlaceHolder 4"/>
          <p:cNvSpPr>
            <a:spLocks noGrp="1"/>
          </p:cNvSpPr>
          <p:nvPr>
            <p:ph type="ftr" idx="163"/>
          </p:nvPr>
        </p:nvSpPr>
        <p:spPr>
          <a:xfrm>
            <a:off x="3542040" y="6890040"/>
            <a:ext cx="3608640" cy="320040"/>
          </a:xfrm>
          <a:prstGeom prst="rect">
            <a:avLst/>
          </a:prstGeom>
          <a:noFill/>
          <a:ln w="0">
            <a:noFill/>
          </a:ln>
        </p:spPr>
        <p:txBody>
          <a:bodyPr lIns="0" tIns="0" rIns="0" bIns="0" anchor="t">
            <a:noAutofit/>
          </a:bodyPr>
          <a:lstStyle>
            <a:lvl1pPr indent="0" algn="ctr">
              <a:lnSpc>
                <a:spcPct val="100000"/>
              </a:lnSpc>
              <a:buNone/>
              <a:defRPr lang="tr-TR" sz="1050" b="0" u="none" strike="noStrike">
                <a:solidFill>
                  <a:srgbClr val="898989"/>
                </a:solidFill>
                <a:effectLst/>
                <a:uFillTx/>
                <a:latin typeface="Calibri"/>
              </a:defRPr>
            </a:lvl1pPr>
          </a:lstStyle>
          <a:p>
            <a:pPr indent="0" algn="ctr">
              <a:lnSpc>
                <a:spcPct val="100000"/>
              </a:lnSpc>
              <a:buNone/>
            </a:pPr>
            <a:r>
              <a:rPr lang="tr-TR" sz="1050" b="0" u="none" strike="noStrike" dirty="0">
                <a:solidFill>
                  <a:srgbClr val="898989"/>
                </a:solidFill>
                <a:effectLst/>
                <a:uFillTx/>
                <a:latin typeface="Calibri"/>
              </a:rPr>
              <a:t>2026 TEKNOFEST DİKEY İNİŞLİ ROKET YARIŞMASI</a:t>
            </a:r>
            <a:br>
              <a:rPr sz="1050" dirty="0"/>
            </a:br>
            <a:r>
              <a:rPr lang="tr-TR" sz="1050" b="0" u="none" strike="noStrike" dirty="0">
                <a:solidFill>
                  <a:srgbClr val="898989"/>
                </a:solidFill>
                <a:effectLst/>
                <a:uFillTx/>
                <a:latin typeface="Calibri"/>
              </a:rPr>
              <a:t> </a:t>
            </a:r>
            <a:r>
              <a:rPr lang="en-US" sz="1050" b="0" u="none" strike="noStrike" dirty="0">
                <a:solidFill>
                  <a:srgbClr val="898989"/>
                </a:solidFill>
                <a:effectLst/>
                <a:uFillTx/>
                <a:latin typeface="Calibri"/>
              </a:rPr>
              <a:t>KRİTİK</a:t>
            </a:r>
            <a:r>
              <a:rPr lang="tr-TR" sz="1050" b="0" u="none" strike="noStrike" dirty="0">
                <a:solidFill>
                  <a:srgbClr val="898989"/>
                </a:solidFill>
                <a:effectLst/>
                <a:uFillTx/>
                <a:latin typeface="Calibri"/>
              </a:rPr>
              <a:t> TASARIM RAPORU (</a:t>
            </a:r>
            <a:r>
              <a:rPr lang="en-US" sz="1050" b="0" u="none" strike="noStrike" dirty="0">
                <a:solidFill>
                  <a:srgbClr val="898989"/>
                </a:solidFill>
                <a:effectLst/>
                <a:uFillTx/>
                <a:latin typeface="Calibri"/>
              </a:rPr>
              <a:t>K</a:t>
            </a:r>
            <a:r>
              <a:rPr lang="tr-TR" sz="1050" b="0" u="none" strike="noStrike" dirty="0">
                <a:solidFill>
                  <a:srgbClr val="898989"/>
                </a:solidFill>
                <a:effectLst/>
                <a:uFillTx/>
                <a:latin typeface="Calibri"/>
              </a:rPr>
              <a:t>TR)</a:t>
            </a:r>
            <a:endParaRPr lang="tr-TR" sz="1050" b="0" u="none" strike="noStrike" dirty="0">
              <a:solidFill>
                <a:srgbClr val="000000"/>
              </a:solidFill>
              <a:effectLst/>
              <a:uFillTx/>
              <a:latin typeface="Times New Roman"/>
            </a:endParaRPr>
          </a:p>
        </p:txBody>
      </p:sp>
      <p:sp>
        <p:nvSpPr>
          <p:cNvPr id="637" name="TextBox 8"/>
          <p:cNvSpPr/>
          <p:nvPr/>
        </p:nvSpPr>
        <p:spPr>
          <a:xfrm>
            <a:off x="6480" y="544680"/>
            <a:ext cx="1027440" cy="569880"/>
          </a:xfrm>
          <a:prstGeom prst="rect">
            <a:avLst/>
          </a:prstGeom>
          <a:noFill/>
          <a:ln w="0">
            <a:solidFill>
              <a:srgbClr val="000000"/>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tr-TR" sz="1550" b="0" u="none" strike="noStrike">
                <a:solidFill>
                  <a:srgbClr val="000000"/>
                </a:solidFill>
                <a:effectLst/>
                <a:uFillTx/>
                <a:latin typeface="Calibri"/>
              </a:rPr>
              <a:t>Takım Logosu</a:t>
            </a:r>
            <a:endParaRPr lang="tr-TR" sz="1550" b="0" u="none" strike="noStrike">
              <a:solidFill>
                <a:srgbClr val="000000"/>
              </a:solidFill>
              <a:effectLst/>
              <a:uFillTx/>
              <a:latin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8" name="PlaceHolder 1"/>
          <p:cNvSpPr>
            <a:spLocks noGrp="1"/>
          </p:cNvSpPr>
          <p:nvPr>
            <p:ph type="title"/>
          </p:nvPr>
        </p:nvSpPr>
        <p:spPr>
          <a:xfrm>
            <a:off x="1297800" y="487080"/>
            <a:ext cx="8394840" cy="658440"/>
          </a:xfrm>
          <a:prstGeom prst="rect">
            <a:avLst/>
          </a:prstGeom>
          <a:noFill/>
          <a:ln w="0">
            <a:noFill/>
          </a:ln>
        </p:spPr>
        <p:txBody>
          <a:bodyPr lIns="0" tIns="0" rIns="0" bIns="0" anchor="b">
            <a:noAutofit/>
          </a:bodyPr>
          <a:lstStyle/>
          <a:p>
            <a:pPr indent="0">
              <a:lnSpc>
                <a:spcPct val="100000"/>
              </a:lnSpc>
              <a:buNone/>
            </a:pPr>
            <a:r>
              <a:rPr lang="tr-TR" sz="3950" b="1" u="none" strike="noStrike">
                <a:solidFill>
                  <a:srgbClr val="0070C0"/>
                </a:solidFill>
                <a:effectLst/>
                <a:uFillTx/>
                <a:latin typeface="Calibri"/>
              </a:rPr>
              <a:t>Bütünleşik Sistemin 3B Görünümü</a:t>
            </a:r>
            <a:endParaRPr lang="tr-TR" sz="3950" b="0" u="none" strike="noStrike">
              <a:solidFill>
                <a:srgbClr val="000000"/>
              </a:solidFill>
              <a:effectLst/>
              <a:uFillTx/>
              <a:latin typeface="Calibri"/>
            </a:endParaRPr>
          </a:p>
        </p:txBody>
      </p:sp>
      <p:cxnSp>
        <p:nvCxnSpPr>
          <p:cNvPr id="639" name="Straight Connector 4"/>
          <p:cNvCxnSpPr/>
          <p:nvPr/>
        </p:nvCxnSpPr>
        <p:spPr>
          <a:xfrm flipV="1">
            <a:off x="0" y="1352520"/>
            <a:ext cx="10693440" cy="23040"/>
          </a:xfrm>
          <a:prstGeom prst="straightConnector1">
            <a:avLst/>
          </a:prstGeom>
          <a:ln w="38100">
            <a:solidFill>
              <a:srgbClr val="4A7EBB"/>
            </a:solidFill>
            <a:round/>
          </a:ln>
        </p:spPr>
      </p:cxnSp>
      <p:cxnSp>
        <p:nvCxnSpPr>
          <p:cNvPr id="640" name="Straight Connector 5"/>
          <p:cNvCxnSpPr/>
          <p:nvPr/>
        </p:nvCxnSpPr>
        <p:spPr>
          <a:xfrm flipV="1">
            <a:off x="0" y="6790680"/>
            <a:ext cx="10693440" cy="22680"/>
          </a:xfrm>
          <a:prstGeom prst="straightConnector1">
            <a:avLst/>
          </a:prstGeom>
          <a:ln w="38100">
            <a:solidFill>
              <a:srgbClr val="4A7EBB"/>
            </a:solidFill>
            <a:round/>
          </a:ln>
        </p:spPr>
      </p:cxnSp>
      <p:sp>
        <p:nvSpPr>
          <p:cNvPr id="641" name="PlaceHolder 2"/>
          <p:cNvSpPr>
            <a:spLocks noGrp="1"/>
          </p:cNvSpPr>
          <p:nvPr>
            <p:ph type="sldNum" idx="164"/>
          </p:nvPr>
        </p:nvSpPr>
        <p:spPr>
          <a:xfrm>
            <a:off x="9724320" y="6981840"/>
            <a:ext cx="201600" cy="16092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BA869098-1DC6-4FCC-B1E8-01A7413E4C16}" type="slidenum">
              <a:rPr lang="tr-TR" sz="1050" b="0" u="none" strike="noStrike">
                <a:solidFill>
                  <a:srgbClr val="898989"/>
                </a:solidFill>
                <a:effectLst/>
                <a:uFillTx/>
                <a:latin typeface="Calibri"/>
              </a:rPr>
              <a:t>50</a:t>
            </a:fld>
            <a:endParaRPr lang="tr-TR" sz="1050" b="0" u="none" strike="noStrike">
              <a:solidFill>
                <a:srgbClr val="000000"/>
              </a:solidFill>
              <a:effectLst/>
              <a:uFillTx/>
              <a:latin typeface="Times New Roman"/>
            </a:endParaRPr>
          </a:p>
        </p:txBody>
      </p:sp>
      <p:sp>
        <p:nvSpPr>
          <p:cNvPr id="642" name="PlaceHolder 3"/>
          <p:cNvSpPr>
            <a:spLocks noGrp="1"/>
          </p:cNvSpPr>
          <p:nvPr>
            <p:ph type="dt" idx="165"/>
          </p:nvPr>
        </p:nvSpPr>
        <p:spPr>
          <a:xfrm>
            <a:off x="802800" y="6981840"/>
            <a:ext cx="1320840" cy="16128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D1228548-E790-4C3D-B6FC-AC6CC786B6C0}" type="datetime2">
              <a:rPr lang="tr-TR" sz="1050" b="0" u="none" strike="noStrike">
                <a:solidFill>
                  <a:srgbClr val="898989"/>
                </a:solidFill>
                <a:effectLst/>
                <a:uFillTx/>
                <a:latin typeface="Calibri"/>
              </a:rPr>
              <a:t>21 Nisan 2026 Salı</a:t>
            </a:fld>
            <a:endParaRPr lang="tr-TR" sz="1050" b="0" u="none" strike="noStrike">
              <a:solidFill>
                <a:srgbClr val="000000"/>
              </a:solidFill>
              <a:effectLst/>
              <a:uFillTx/>
              <a:latin typeface="Times New Roman"/>
            </a:endParaRPr>
          </a:p>
        </p:txBody>
      </p:sp>
      <p:sp>
        <p:nvSpPr>
          <p:cNvPr id="643" name="TextBox 9"/>
          <p:cNvSpPr/>
          <p:nvPr/>
        </p:nvSpPr>
        <p:spPr>
          <a:xfrm>
            <a:off x="155880" y="2526120"/>
            <a:ext cx="10426680" cy="1046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50560" indent="-250560">
              <a:lnSpc>
                <a:spcPct val="100000"/>
              </a:lnSpc>
              <a:buClr>
                <a:srgbClr val="000000"/>
              </a:buClr>
              <a:buFont typeface="Arial"/>
              <a:buChar char="•"/>
            </a:pPr>
            <a:r>
              <a:rPr lang="tr-TR" sz="1550" b="0" u="none" strike="noStrike">
                <a:solidFill>
                  <a:srgbClr val="000000"/>
                </a:solidFill>
                <a:effectLst/>
                <a:uFillTx/>
                <a:latin typeface="Calibri"/>
              </a:rPr>
              <a:t>Sisteme ait patlatılmış montaj resmi ve ürün ağacı, teknik resim formatına uygun şekilde yapılmalıdır.</a:t>
            </a:r>
            <a:endParaRPr lang="tr-TR" sz="1550" b="0" u="none" strike="noStrike">
              <a:solidFill>
                <a:srgbClr val="000000"/>
              </a:solidFill>
              <a:effectLst/>
              <a:uFillTx/>
              <a:latin typeface="Arial"/>
            </a:endParaRPr>
          </a:p>
          <a:p>
            <a:pPr>
              <a:lnSpc>
                <a:spcPct val="100000"/>
              </a:lnSpc>
            </a:pPr>
            <a:endParaRPr lang="tr-TR" sz="1550" b="0" u="none" strike="noStrike">
              <a:solidFill>
                <a:srgbClr val="000000"/>
              </a:solidFill>
              <a:effectLst/>
              <a:uFillTx/>
              <a:latin typeface="Arial"/>
            </a:endParaRPr>
          </a:p>
          <a:p>
            <a:pPr marL="250560" indent="-250560">
              <a:lnSpc>
                <a:spcPct val="100000"/>
              </a:lnSpc>
              <a:buClr>
                <a:srgbClr val="000000"/>
              </a:buClr>
              <a:buFont typeface="Arial"/>
              <a:buChar char="•"/>
            </a:pPr>
            <a:r>
              <a:rPr lang="tr-TR" sz="1550" b="0" u="none" strike="noStrike">
                <a:solidFill>
                  <a:srgbClr val="000000"/>
                </a:solidFill>
                <a:effectLst/>
                <a:uFillTx/>
                <a:latin typeface="Calibri"/>
              </a:rPr>
              <a:t>Bu bölüm 5 yansıyı geçmemelidir. </a:t>
            </a:r>
            <a:endParaRPr lang="tr-TR" sz="1550" b="0" u="none" strike="noStrike">
              <a:solidFill>
                <a:srgbClr val="000000"/>
              </a:solidFill>
              <a:effectLst/>
              <a:uFillTx/>
              <a:latin typeface="Arial"/>
            </a:endParaRPr>
          </a:p>
          <a:p>
            <a:pPr>
              <a:lnSpc>
                <a:spcPct val="100000"/>
              </a:lnSpc>
            </a:pPr>
            <a:endParaRPr lang="tr-TR" sz="1550" b="0" u="none" strike="noStrike">
              <a:solidFill>
                <a:srgbClr val="000000"/>
              </a:solidFill>
              <a:effectLst/>
              <a:uFillTx/>
              <a:latin typeface="Arial"/>
            </a:endParaRPr>
          </a:p>
        </p:txBody>
      </p:sp>
      <p:pic>
        <p:nvPicPr>
          <p:cNvPr id="644" name="Picture 6"/>
          <p:cNvPicPr/>
          <p:nvPr/>
        </p:nvPicPr>
        <p:blipFill>
          <a:blip r:embed="rId3"/>
          <a:stretch/>
        </p:blipFill>
        <p:spPr>
          <a:xfrm>
            <a:off x="9630360" y="276120"/>
            <a:ext cx="1062720" cy="1062720"/>
          </a:xfrm>
          <a:prstGeom prst="rect">
            <a:avLst/>
          </a:prstGeom>
          <a:noFill/>
          <a:ln w="0">
            <a:noFill/>
          </a:ln>
        </p:spPr>
      </p:pic>
      <p:sp>
        <p:nvSpPr>
          <p:cNvPr id="645" name="Rectangle 10"/>
          <p:cNvSpPr/>
          <p:nvPr/>
        </p:nvSpPr>
        <p:spPr>
          <a:xfrm>
            <a:off x="0" y="2072160"/>
            <a:ext cx="5884200" cy="3312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tr-TR" sz="1550" b="1" u="none" strike="noStrike">
                <a:solidFill>
                  <a:srgbClr val="002060"/>
                </a:solidFill>
                <a:effectLst/>
                <a:uFillTx/>
                <a:latin typeface="Calibri"/>
              </a:rPr>
              <a:t>Alt Sistem İçerik Detaylarında belirtilmiş olan tüm bilgileri içermelidir. </a:t>
            </a:r>
            <a:endParaRPr lang="tr-TR" sz="1550" b="0" u="none" strike="noStrike">
              <a:solidFill>
                <a:srgbClr val="000000"/>
              </a:solidFill>
              <a:effectLst/>
              <a:uFillTx/>
              <a:latin typeface="Arial"/>
            </a:endParaRPr>
          </a:p>
        </p:txBody>
      </p:sp>
      <p:sp>
        <p:nvSpPr>
          <p:cNvPr id="646" name="PlaceHolder 4"/>
          <p:cNvSpPr>
            <a:spLocks noGrp="1"/>
          </p:cNvSpPr>
          <p:nvPr>
            <p:ph type="ftr" idx="166"/>
          </p:nvPr>
        </p:nvSpPr>
        <p:spPr>
          <a:xfrm>
            <a:off x="3542040" y="6890040"/>
            <a:ext cx="3608640" cy="320040"/>
          </a:xfrm>
          <a:prstGeom prst="rect">
            <a:avLst/>
          </a:prstGeom>
          <a:noFill/>
          <a:ln w="0">
            <a:noFill/>
          </a:ln>
        </p:spPr>
        <p:txBody>
          <a:bodyPr lIns="0" tIns="0" rIns="0" bIns="0" anchor="t">
            <a:noAutofit/>
          </a:bodyPr>
          <a:lstStyle>
            <a:lvl1pPr indent="0" algn="ctr">
              <a:lnSpc>
                <a:spcPct val="100000"/>
              </a:lnSpc>
              <a:buNone/>
              <a:defRPr lang="tr-TR" sz="1050" b="0" u="none" strike="noStrike">
                <a:solidFill>
                  <a:srgbClr val="898989"/>
                </a:solidFill>
                <a:effectLst/>
                <a:uFillTx/>
                <a:latin typeface="Calibri"/>
              </a:defRPr>
            </a:lvl1pPr>
          </a:lstStyle>
          <a:p>
            <a:pPr indent="0" algn="ctr">
              <a:lnSpc>
                <a:spcPct val="100000"/>
              </a:lnSpc>
              <a:buNone/>
            </a:pPr>
            <a:r>
              <a:rPr lang="tr-TR" sz="1050" b="0" u="none" strike="noStrike" dirty="0">
                <a:solidFill>
                  <a:srgbClr val="898989"/>
                </a:solidFill>
                <a:effectLst/>
                <a:uFillTx/>
                <a:latin typeface="Calibri"/>
              </a:rPr>
              <a:t>2026 TEKNOFEST DİKEY İNİŞLİ ROKET YARIŞMASI</a:t>
            </a:r>
            <a:br>
              <a:rPr sz="1050" dirty="0"/>
            </a:br>
            <a:r>
              <a:rPr lang="tr-TR" sz="1050" b="0" u="none" strike="noStrike" dirty="0">
                <a:solidFill>
                  <a:srgbClr val="898989"/>
                </a:solidFill>
                <a:effectLst/>
                <a:uFillTx/>
                <a:latin typeface="Calibri"/>
              </a:rPr>
              <a:t> </a:t>
            </a:r>
            <a:r>
              <a:rPr lang="en-US" sz="1050" b="0" u="none" strike="noStrike" dirty="0">
                <a:solidFill>
                  <a:srgbClr val="898989"/>
                </a:solidFill>
                <a:effectLst/>
                <a:uFillTx/>
                <a:latin typeface="Calibri"/>
              </a:rPr>
              <a:t>KRİTİK</a:t>
            </a:r>
            <a:r>
              <a:rPr lang="tr-TR" sz="1050" b="0" u="none" strike="noStrike" dirty="0">
                <a:solidFill>
                  <a:srgbClr val="898989"/>
                </a:solidFill>
                <a:effectLst/>
                <a:uFillTx/>
                <a:latin typeface="Calibri"/>
              </a:rPr>
              <a:t> TASARIM RAPORU (</a:t>
            </a:r>
            <a:r>
              <a:rPr lang="en-US" sz="1050" b="0" u="none" strike="noStrike" dirty="0">
                <a:solidFill>
                  <a:srgbClr val="898989"/>
                </a:solidFill>
                <a:effectLst/>
                <a:uFillTx/>
                <a:latin typeface="Calibri"/>
              </a:rPr>
              <a:t>K</a:t>
            </a:r>
            <a:r>
              <a:rPr lang="tr-TR" sz="1050" b="0" u="none" strike="noStrike" dirty="0">
                <a:solidFill>
                  <a:srgbClr val="898989"/>
                </a:solidFill>
                <a:effectLst/>
                <a:uFillTx/>
                <a:latin typeface="Calibri"/>
              </a:rPr>
              <a:t>TR)</a:t>
            </a:r>
            <a:endParaRPr lang="tr-TR" sz="1050" b="0" u="none" strike="noStrike" dirty="0">
              <a:solidFill>
                <a:srgbClr val="000000"/>
              </a:solidFill>
              <a:effectLst/>
              <a:uFillTx/>
              <a:latin typeface="Times New Roman"/>
            </a:endParaRPr>
          </a:p>
        </p:txBody>
      </p:sp>
      <p:sp>
        <p:nvSpPr>
          <p:cNvPr id="647" name="TextBox 13"/>
          <p:cNvSpPr/>
          <p:nvPr/>
        </p:nvSpPr>
        <p:spPr>
          <a:xfrm>
            <a:off x="6480" y="544680"/>
            <a:ext cx="1027440" cy="569880"/>
          </a:xfrm>
          <a:prstGeom prst="rect">
            <a:avLst/>
          </a:prstGeom>
          <a:noFill/>
          <a:ln w="0">
            <a:solidFill>
              <a:srgbClr val="000000"/>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tr-TR" sz="1550" b="0" u="none" strike="noStrike">
                <a:solidFill>
                  <a:srgbClr val="000000"/>
                </a:solidFill>
                <a:effectLst/>
                <a:uFillTx/>
                <a:latin typeface="Calibri"/>
              </a:rPr>
              <a:t>Takım Logosu</a:t>
            </a:r>
            <a:endParaRPr lang="tr-TR" sz="1550" b="0" u="none" strike="noStrike">
              <a:solidFill>
                <a:srgbClr val="000000"/>
              </a:solidFill>
              <a:effectLst/>
              <a:uFillTx/>
              <a:latin typeface="Arial"/>
            </a:endParaRPr>
          </a:p>
        </p:txBody>
      </p:sp>
      <p:sp>
        <p:nvSpPr>
          <p:cNvPr id="648" name="Rectangle 15"/>
          <p:cNvSpPr/>
          <p:nvPr/>
        </p:nvSpPr>
        <p:spPr>
          <a:xfrm>
            <a:off x="6480" y="6513840"/>
            <a:ext cx="10620720" cy="277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lnSpc>
                <a:spcPct val="100000"/>
              </a:lnSpc>
            </a:pPr>
            <a:r>
              <a:rPr lang="tr-TR" sz="1200" b="0" i="1" u="none" strike="noStrike" dirty="0">
                <a:solidFill>
                  <a:srgbClr val="000000"/>
                </a:solidFill>
                <a:effectLst/>
                <a:uFillTx/>
                <a:latin typeface="Calibri"/>
              </a:rPr>
              <a:t>Bu bölümde şartnamede yer alan</a:t>
            </a:r>
            <a:r>
              <a:rPr lang="tr-TR" sz="1200" b="1" i="1" u="none" strike="noStrike" dirty="0">
                <a:solidFill>
                  <a:srgbClr val="000000"/>
                </a:solidFill>
                <a:effectLst/>
                <a:uFillTx/>
                <a:latin typeface="Calibri"/>
              </a:rPr>
              <a:t> 4.2.a</a:t>
            </a:r>
            <a:r>
              <a:rPr lang="tr-TR" sz="1200" b="1" i="1" dirty="0">
                <a:solidFill>
                  <a:srgbClr val="000000"/>
                </a:solidFill>
              </a:rPr>
              <a:t>, 4.2.c, 4.2.e</a:t>
            </a:r>
            <a:r>
              <a:rPr lang="tr-TR" sz="1200" b="1" i="1" u="none" strike="noStrike" dirty="0">
                <a:solidFill>
                  <a:srgbClr val="000000"/>
                </a:solidFill>
                <a:effectLst/>
                <a:uFillTx/>
                <a:latin typeface="Calibri"/>
              </a:rPr>
              <a:t>, 4.2.h ve 4.2.k </a:t>
            </a:r>
            <a:r>
              <a:rPr lang="tr-TR" sz="1200" b="0" i="1" u="none" strike="noStrike" dirty="0">
                <a:solidFill>
                  <a:srgbClr val="000000"/>
                </a:solidFill>
                <a:effectLst/>
                <a:uFillTx/>
                <a:latin typeface="Calibri"/>
              </a:rPr>
              <a:t>numaralı gereksinimlerin karşılanıp karşılanmadığı kontrol edilecektir.</a:t>
            </a:r>
            <a:endParaRPr lang="tr-TR" sz="1200" b="0" u="none" strike="noStrike" dirty="0">
              <a:solidFill>
                <a:srgbClr val="000000"/>
              </a:solidFill>
              <a:effectLst/>
              <a:uFillTx/>
              <a:latin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9" name="Dikdörtgen 6"/>
          <p:cNvSpPr/>
          <p:nvPr/>
        </p:nvSpPr>
        <p:spPr>
          <a:xfrm>
            <a:off x="0" y="1929240"/>
            <a:ext cx="10693080" cy="569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50560" indent="-250560">
              <a:lnSpc>
                <a:spcPct val="100000"/>
              </a:lnSpc>
              <a:buClr>
                <a:srgbClr val="000000"/>
              </a:buClr>
              <a:buFont typeface="Arial"/>
              <a:buChar char="•"/>
            </a:pPr>
            <a:r>
              <a:rPr lang="tr-TR" sz="1550" b="0" u="none" strike="noStrike">
                <a:solidFill>
                  <a:srgbClr val="000000"/>
                </a:solidFill>
                <a:effectLst/>
                <a:uFillTx/>
                <a:latin typeface="Calibri"/>
              </a:rPr>
              <a:t>Roketin tüm parçaları ürün ağacı mantığında, aşağıdaki örneğe benzer olarak </a:t>
            </a:r>
            <a:r>
              <a:rPr lang="tr-TR" sz="1550" b="1" u="none" strike="noStrike">
                <a:solidFill>
                  <a:srgbClr val="000000"/>
                </a:solidFill>
                <a:effectLst/>
                <a:uFillTx/>
                <a:latin typeface="Calibri"/>
              </a:rPr>
              <a:t>‘Word’ dokümanı halinde paylaşılacak EK rapor formatı içerisinde ayrıca istenmektedir.</a:t>
            </a:r>
            <a:endParaRPr lang="tr-TR" sz="1550" b="0" u="none" strike="noStrike">
              <a:solidFill>
                <a:srgbClr val="000000"/>
              </a:solidFill>
              <a:effectLst/>
              <a:uFillTx/>
              <a:latin typeface="Arial"/>
            </a:endParaRPr>
          </a:p>
        </p:txBody>
      </p:sp>
      <p:sp>
        <p:nvSpPr>
          <p:cNvPr id="650" name="PlaceHolder 1"/>
          <p:cNvSpPr>
            <a:spLocks noGrp="1"/>
          </p:cNvSpPr>
          <p:nvPr>
            <p:ph type="title"/>
          </p:nvPr>
        </p:nvSpPr>
        <p:spPr>
          <a:xfrm>
            <a:off x="1235160" y="494640"/>
            <a:ext cx="8019720" cy="658440"/>
          </a:xfrm>
          <a:prstGeom prst="rect">
            <a:avLst/>
          </a:prstGeom>
          <a:noFill/>
          <a:ln w="0">
            <a:noFill/>
          </a:ln>
        </p:spPr>
        <p:txBody>
          <a:bodyPr lIns="0" tIns="0" rIns="0" bIns="0" anchor="b">
            <a:noAutofit/>
          </a:bodyPr>
          <a:lstStyle/>
          <a:p>
            <a:pPr indent="0" algn="ctr">
              <a:lnSpc>
                <a:spcPct val="100000"/>
              </a:lnSpc>
              <a:buNone/>
            </a:pPr>
            <a:r>
              <a:rPr lang="tr-TR" sz="3950" b="1" u="none" strike="noStrike">
                <a:solidFill>
                  <a:srgbClr val="0070C0"/>
                </a:solidFill>
                <a:effectLst/>
                <a:uFillTx/>
                <a:latin typeface="Calibri"/>
              </a:rPr>
              <a:t>Kütle Bütçesi </a:t>
            </a:r>
            <a:endParaRPr lang="tr-TR" sz="3950" b="0" u="none" strike="noStrike">
              <a:solidFill>
                <a:srgbClr val="000000"/>
              </a:solidFill>
              <a:effectLst/>
              <a:uFillTx/>
              <a:latin typeface="Calibri"/>
            </a:endParaRPr>
          </a:p>
        </p:txBody>
      </p:sp>
      <p:cxnSp>
        <p:nvCxnSpPr>
          <p:cNvPr id="651" name="Straight Connector 4"/>
          <p:cNvCxnSpPr/>
          <p:nvPr/>
        </p:nvCxnSpPr>
        <p:spPr>
          <a:xfrm flipV="1">
            <a:off x="0" y="1352520"/>
            <a:ext cx="10693440" cy="23040"/>
          </a:xfrm>
          <a:prstGeom prst="straightConnector1">
            <a:avLst/>
          </a:prstGeom>
          <a:ln w="38100">
            <a:solidFill>
              <a:srgbClr val="4A7EBB"/>
            </a:solidFill>
            <a:round/>
          </a:ln>
        </p:spPr>
      </p:cxnSp>
      <p:cxnSp>
        <p:nvCxnSpPr>
          <p:cNvPr id="652" name="Straight Connector 5"/>
          <p:cNvCxnSpPr/>
          <p:nvPr/>
        </p:nvCxnSpPr>
        <p:spPr>
          <a:xfrm flipV="1">
            <a:off x="0" y="6790680"/>
            <a:ext cx="10693440" cy="22680"/>
          </a:xfrm>
          <a:prstGeom prst="straightConnector1">
            <a:avLst/>
          </a:prstGeom>
          <a:ln w="38100">
            <a:solidFill>
              <a:srgbClr val="4A7EBB"/>
            </a:solidFill>
            <a:round/>
          </a:ln>
        </p:spPr>
      </p:cxnSp>
      <p:sp>
        <p:nvSpPr>
          <p:cNvPr id="653" name="PlaceHolder 2"/>
          <p:cNvSpPr>
            <a:spLocks noGrp="1"/>
          </p:cNvSpPr>
          <p:nvPr>
            <p:ph type="sldNum" idx="167"/>
          </p:nvPr>
        </p:nvSpPr>
        <p:spPr>
          <a:xfrm>
            <a:off x="9724320" y="6981840"/>
            <a:ext cx="201600" cy="16092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5FF323D4-9630-4025-A117-A6AE34A1B817}" type="slidenum">
              <a:rPr lang="tr-TR" sz="1050" b="0" u="none" strike="noStrike">
                <a:solidFill>
                  <a:srgbClr val="898989"/>
                </a:solidFill>
                <a:effectLst/>
                <a:uFillTx/>
                <a:latin typeface="Calibri"/>
              </a:rPr>
              <a:t>51</a:t>
            </a:fld>
            <a:endParaRPr lang="tr-TR" sz="1050" b="0" u="none" strike="noStrike">
              <a:solidFill>
                <a:srgbClr val="000000"/>
              </a:solidFill>
              <a:effectLst/>
              <a:uFillTx/>
              <a:latin typeface="Times New Roman"/>
            </a:endParaRPr>
          </a:p>
        </p:txBody>
      </p:sp>
      <p:sp>
        <p:nvSpPr>
          <p:cNvPr id="654" name="PlaceHolder 3"/>
          <p:cNvSpPr>
            <a:spLocks noGrp="1"/>
          </p:cNvSpPr>
          <p:nvPr>
            <p:ph type="dt" idx="168"/>
          </p:nvPr>
        </p:nvSpPr>
        <p:spPr>
          <a:xfrm>
            <a:off x="802800" y="6981840"/>
            <a:ext cx="1320840" cy="16128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3E833FA1-3AD6-41D0-A555-E621C6818B6E}" type="datetime2">
              <a:rPr lang="tr-TR" sz="1050" b="0" u="none" strike="noStrike">
                <a:solidFill>
                  <a:srgbClr val="898989"/>
                </a:solidFill>
                <a:effectLst/>
                <a:uFillTx/>
                <a:latin typeface="Calibri"/>
              </a:rPr>
              <a:t>21 Nisan 2026 Salı</a:t>
            </a:fld>
            <a:endParaRPr lang="tr-TR" sz="1050" b="0" u="none" strike="noStrike">
              <a:solidFill>
                <a:srgbClr val="000000"/>
              </a:solidFill>
              <a:effectLst/>
              <a:uFillTx/>
              <a:latin typeface="Times New Roman"/>
            </a:endParaRPr>
          </a:p>
        </p:txBody>
      </p:sp>
      <p:sp>
        <p:nvSpPr>
          <p:cNvPr id="655" name="TextBox 13"/>
          <p:cNvSpPr/>
          <p:nvPr/>
        </p:nvSpPr>
        <p:spPr>
          <a:xfrm>
            <a:off x="4599000" y="2584440"/>
            <a:ext cx="1784520" cy="281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lnSpc>
                <a:spcPct val="100000"/>
              </a:lnSpc>
            </a:pPr>
            <a:r>
              <a:rPr lang="tr-TR" sz="1230" b="0" u="none" strike="noStrike">
                <a:solidFill>
                  <a:srgbClr val="000000"/>
                </a:solidFill>
                <a:effectLst/>
                <a:uFillTx/>
                <a:latin typeface="Arial"/>
              </a:rPr>
              <a:t>Örnek Kütle Bütçesi </a:t>
            </a:r>
          </a:p>
        </p:txBody>
      </p:sp>
      <p:pic>
        <p:nvPicPr>
          <p:cNvPr id="656" name="Picture 6"/>
          <p:cNvPicPr/>
          <p:nvPr/>
        </p:nvPicPr>
        <p:blipFill>
          <a:blip r:embed="rId3"/>
          <a:stretch/>
        </p:blipFill>
        <p:spPr>
          <a:xfrm>
            <a:off x="9630360" y="276120"/>
            <a:ext cx="1062720" cy="1062720"/>
          </a:xfrm>
          <a:prstGeom prst="rect">
            <a:avLst/>
          </a:prstGeom>
          <a:noFill/>
          <a:ln w="0">
            <a:noFill/>
          </a:ln>
        </p:spPr>
      </p:pic>
      <p:pic>
        <p:nvPicPr>
          <p:cNvPr id="657" name="Picture 17"/>
          <p:cNvPicPr/>
          <p:nvPr/>
        </p:nvPicPr>
        <p:blipFill>
          <a:blip r:embed="rId4"/>
          <a:srcRect l="155"/>
          <a:stretch/>
        </p:blipFill>
        <p:spPr>
          <a:xfrm>
            <a:off x="2221560" y="2827440"/>
            <a:ext cx="6269400" cy="2764440"/>
          </a:xfrm>
          <a:prstGeom prst="rect">
            <a:avLst/>
          </a:prstGeom>
          <a:noFill/>
          <a:ln w="0">
            <a:noFill/>
          </a:ln>
        </p:spPr>
      </p:pic>
      <p:sp>
        <p:nvSpPr>
          <p:cNvPr id="658" name="Dikdörtgen 6"/>
          <p:cNvSpPr/>
          <p:nvPr/>
        </p:nvSpPr>
        <p:spPr>
          <a:xfrm>
            <a:off x="1440" y="6524640"/>
            <a:ext cx="9897480" cy="281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tr-TR" sz="1200" b="0" i="1" u="none" strike="noStrike" dirty="0">
                <a:solidFill>
                  <a:srgbClr val="000000"/>
                </a:solidFill>
                <a:effectLst/>
                <a:uFillTx/>
                <a:latin typeface="Calibri"/>
              </a:rPr>
              <a:t>Bu bölümde şartnamede yer alan </a:t>
            </a:r>
            <a:r>
              <a:rPr lang="tr-TR" sz="1200" b="1" i="1" u="none" strike="noStrike" dirty="0">
                <a:solidFill>
                  <a:srgbClr val="000000"/>
                </a:solidFill>
                <a:effectLst/>
                <a:uFillTx/>
                <a:latin typeface="Calibri"/>
              </a:rPr>
              <a:t>4.2.a, 4.2.b, 4.2.c ve 4.2.k </a:t>
            </a:r>
            <a:r>
              <a:rPr lang="tr-TR" sz="1200" b="0" i="1" u="none" strike="noStrike" dirty="0">
                <a:solidFill>
                  <a:srgbClr val="000000"/>
                </a:solidFill>
                <a:effectLst/>
                <a:uFillTx/>
                <a:latin typeface="Calibri"/>
              </a:rPr>
              <a:t> numaralı gereksinimin karşılanıp karşılanmadığı kontrol edilecektir. </a:t>
            </a:r>
            <a:endParaRPr lang="tr-TR" sz="1200" b="0" u="none" strike="noStrike" dirty="0">
              <a:solidFill>
                <a:srgbClr val="000000"/>
              </a:solidFill>
              <a:effectLst/>
              <a:uFillTx/>
              <a:latin typeface="Arial"/>
            </a:endParaRPr>
          </a:p>
        </p:txBody>
      </p:sp>
      <p:sp>
        <p:nvSpPr>
          <p:cNvPr id="659" name="PlaceHolder 4"/>
          <p:cNvSpPr>
            <a:spLocks noGrp="1"/>
          </p:cNvSpPr>
          <p:nvPr>
            <p:ph type="ftr" idx="169"/>
          </p:nvPr>
        </p:nvSpPr>
        <p:spPr>
          <a:xfrm>
            <a:off x="3542040" y="6890040"/>
            <a:ext cx="3608640" cy="320040"/>
          </a:xfrm>
          <a:prstGeom prst="rect">
            <a:avLst/>
          </a:prstGeom>
          <a:noFill/>
          <a:ln w="0">
            <a:noFill/>
          </a:ln>
        </p:spPr>
        <p:txBody>
          <a:bodyPr lIns="0" tIns="0" rIns="0" bIns="0" anchor="t">
            <a:noAutofit/>
          </a:bodyPr>
          <a:lstStyle>
            <a:lvl1pPr indent="0" algn="ctr">
              <a:lnSpc>
                <a:spcPct val="100000"/>
              </a:lnSpc>
              <a:buNone/>
              <a:defRPr lang="tr-TR" sz="1050" b="0" u="none" strike="noStrike">
                <a:solidFill>
                  <a:srgbClr val="898989"/>
                </a:solidFill>
                <a:effectLst/>
                <a:uFillTx/>
                <a:latin typeface="Calibri"/>
              </a:defRPr>
            </a:lvl1pPr>
          </a:lstStyle>
          <a:p>
            <a:pPr indent="0" algn="ctr">
              <a:lnSpc>
                <a:spcPct val="100000"/>
              </a:lnSpc>
              <a:buNone/>
            </a:pPr>
            <a:r>
              <a:rPr lang="tr-TR" sz="1050" b="0" u="none" strike="noStrike" dirty="0">
                <a:solidFill>
                  <a:srgbClr val="898989"/>
                </a:solidFill>
                <a:effectLst/>
                <a:uFillTx/>
                <a:latin typeface="Calibri"/>
              </a:rPr>
              <a:t>2026 TEKNOFEST DİKEY İNİŞLİ ROKET YARIŞMASI</a:t>
            </a:r>
            <a:br>
              <a:rPr sz="1050" dirty="0"/>
            </a:br>
            <a:r>
              <a:rPr lang="tr-TR" sz="1050" b="0" u="none" strike="noStrike" dirty="0">
                <a:solidFill>
                  <a:srgbClr val="898989"/>
                </a:solidFill>
                <a:effectLst/>
                <a:uFillTx/>
                <a:latin typeface="Calibri"/>
              </a:rPr>
              <a:t> </a:t>
            </a:r>
            <a:r>
              <a:rPr lang="en-US" sz="1050" b="0" u="none" strike="noStrike" dirty="0">
                <a:solidFill>
                  <a:srgbClr val="898989"/>
                </a:solidFill>
                <a:effectLst/>
                <a:uFillTx/>
                <a:latin typeface="Calibri"/>
              </a:rPr>
              <a:t>KRİTİK</a:t>
            </a:r>
            <a:r>
              <a:rPr lang="tr-TR" sz="1050" b="0" u="none" strike="noStrike" dirty="0">
                <a:solidFill>
                  <a:srgbClr val="898989"/>
                </a:solidFill>
                <a:effectLst/>
                <a:uFillTx/>
                <a:latin typeface="Calibri"/>
              </a:rPr>
              <a:t> TASARIM RAPORU (</a:t>
            </a:r>
            <a:r>
              <a:rPr lang="en-US" sz="1050" b="0" u="none" strike="noStrike" dirty="0">
                <a:solidFill>
                  <a:srgbClr val="898989"/>
                </a:solidFill>
                <a:effectLst/>
                <a:uFillTx/>
                <a:latin typeface="Calibri"/>
              </a:rPr>
              <a:t>K</a:t>
            </a:r>
            <a:r>
              <a:rPr lang="tr-TR" sz="1050" b="0" u="none" strike="noStrike" dirty="0">
                <a:solidFill>
                  <a:srgbClr val="898989"/>
                </a:solidFill>
                <a:effectLst/>
                <a:uFillTx/>
                <a:latin typeface="Calibri"/>
              </a:rPr>
              <a:t>TR)</a:t>
            </a:r>
            <a:endParaRPr lang="tr-TR" sz="1050" b="0" u="none" strike="noStrike" dirty="0">
              <a:solidFill>
                <a:srgbClr val="000000"/>
              </a:solidFill>
              <a:effectLst/>
              <a:uFillTx/>
              <a:latin typeface="Times New Roman"/>
            </a:endParaRPr>
          </a:p>
        </p:txBody>
      </p:sp>
      <p:sp>
        <p:nvSpPr>
          <p:cNvPr id="660" name="TextBox 9"/>
          <p:cNvSpPr/>
          <p:nvPr/>
        </p:nvSpPr>
        <p:spPr>
          <a:xfrm>
            <a:off x="6480" y="544680"/>
            <a:ext cx="1027440" cy="569880"/>
          </a:xfrm>
          <a:prstGeom prst="rect">
            <a:avLst/>
          </a:prstGeom>
          <a:noFill/>
          <a:ln w="0">
            <a:solidFill>
              <a:srgbClr val="000000"/>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tr-TR" sz="1550" b="0" u="none" strike="noStrike">
                <a:solidFill>
                  <a:srgbClr val="000000"/>
                </a:solidFill>
                <a:effectLst/>
                <a:uFillTx/>
                <a:latin typeface="Calibri"/>
              </a:rPr>
              <a:t>Takım Logosu</a:t>
            </a:r>
            <a:endParaRPr lang="tr-TR" sz="1550" b="0" u="none" strike="noStrike">
              <a:solidFill>
                <a:srgbClr val="000000"/>
              </a:solidFill>
              <a:effectLst/>
              <a:uFillTx/>
              <a:latin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1" name="PlaceHolder 1"/>
          <p:cNvSpPr>
            <a:spLocks noGrp="1"/>
          </p:cNvSpPr>
          <p:nvPr>
            <p:ph type="title"/>
          </p:nvPr>
        </p:nvSpPr>
        <p:spPr>
          <a:xfrm>
            <a:off x="1235160" y="494640"/>
            <a:ext cx="8019720" cy="658440"/>
          </a:xfrm>
          <a:prstGeom prst="rect">
            <a:avLst/>
          </a:prstGeom>
          <a:noFill/>
          <a:ln w="0">
            <a:noFill/>
          </a:ln>
        </p:spPr>
        <p:txBody>
          <a:bodyPr lIns="0" tIns="0" rIns="0" bIns="0" anchor="b">
            <a:normAutofit/>
          </a:bodyPr>
          <a:lstStyle/>
          <a:p>
            <a:pPr indent="0" algn="ctr">
              <a:lnSpc>
                <a:spcPct val="100000"/>
              </a:lnSpc>
              <a:buNone/>
            </a:pPr>
            <a:r>
              <a:rPr lang="tr-TR" sz="3950" b="1" u="none" strike="noStrike">
                <a:solidFill>
                  <a:srgbClr val="0070C0"/>
                </a:solidFill>
                <a:effectLst/>
                <a:uFillTx/>
                <a:latin typeface="Calibri"/>
              </a:rPr>
              <a:t>Kontrol Listesi </a:t>
            </a:r>
            <a:endParaRPr lang="tr-TR" sz="3950" b="0" u="none" strike="noStrike">
              <a:solidFill>
                <a:srgbClr val="000000"/>
              </a:solidFill>
              <a:effectLst/>
              <a:uFillTx/>
              <a:latin typeface="Calibri"/>
            </a:endParaRPr>
          </a:p>
        </p:txBody>
      </p:sp>
      <p:cxnSp>
        <p:nvCxnSpPr>
          <p:cNvPr id="662" name="Straight Connector 4"/>
          <p:cNvCxnSpPr/>
          <p:nvPr/>
        </p:nvCxnSpPr>
        <p:spPr>
          <a:xfrm flipV="1">
            <a:off x="0" y="1352520"/>
            <a:ext cx="10693440" cy="23040"/>
          </a:xfrm>
          <a:prstGeom prst="straightConnector1">
            <a:avLst/>
          </a:prstGeom>
          <a:ln w="38100">
            <a:solidFill>
              <a:srgbClr val="4A7EBB"/>
            </a:solidFill>
            <a:round/>
          </a:ln>
        </p:spPr>
      </p:cxnSp>
      <p:cxnSp>
        <p:nvCxnSpPr>
          <p:cNvPr id="663" name="Straight Connector 5"/>
          <p:cNvCxnSpPr/>
          <p:nvPr/>
        </p:nvCxnSpPr>
        <p:spPr>
          <a:xfrm flipV="1">
            <a:off x="0" y="6790680"/>
            <a:ext cx="10693440" cy="22680"/>
          </a:xfrm>
          <a:prstGeom prst="straightConnector1">
            <a:avLst/>
          </a:prstGeom>
          <a:ln w="38100">
            <a:solidFill>
              <a:srgbClr val="4A7EBB"/>
            </a:solidFill>
            <a:round/>
          </a:ln>
        </p:spPr>
      </p:cxnSp>
      <p:sp>
        <p:nvSpPr>
          <p:cNvPr id="664" name="PlaceHolder 2"/>
          <p:cNvSpPr>
            <a:spLocks noGrp="1"/>
          </p:cNvSpPr>
          <p:nvPr>
            <p:ph type="sldNum" idx="170"/>
          </p:nvPr>
        </p:nvSpPr>
        <p:spPr>
          <a:xfrm>
            <a:off x="9724320" y="6981840"/>
            <a:ext cx="201600" cy="16092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381EA827-CEA1-40C7-BED0-8580964799B7}" type="slidenum">
              <a:rPr lang="tr-TR" sz="1050" b="0" u="none" strike="noStrike">
                <a:solidFill>
                  <a:srgbClr val="898989"/>
                </a:solidFill>
                <a:effectLst/>
                <a:uFillTx/>
                <a:latin typeface="Calibri"/>
              </a:rPr>
              <a:t>52</a:t>
            </a:fld>
            <a:endParaRPr lang="tr-TR" sz="1050" b="0" u="none" strike="noStrike">
              <a:solidFill>
                <a:srgbClr val="000000"/>
              </a:solidFill>
              <a:effectLst/>
              <a:uFillTx/>
              <a:latin typeface="Times New Roman"/>
            </a:endParaRPr>
          </a:p>
        </p:txBody>
      </p:sp>
      <p:sp>
        <p:nvSpPr>
          <p:cNvPr id="665" name="PlaceHolder 3"/>
          <p:cNvSpPr>
            <a:spLocks noGrp="1"/>
          </p:cNvSpPr>
          <p:nvPr>
            <p:ph type="dt" idx="171"/>
          </p:nvPr>
        </p:nvSpPr>
        <p:spPr>
          <a:xfrm>
            <a:off x="802800" y="6981840"/>
            <a:ext cx="1320840" cy="16128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E8194291-6E95-4DB5-9E47-325F2FE2E890}" type="datetime2">
              <a:rPr lang="tr-TR" sz="1050" b="0" u="none" strike="noStrike">
                <a:solidFill>
                  <a:srgbClr val="898989"/>
                </a:solidFill>
                <a:effectLst/>
                <a:uFillTx/>
                <a:latin typeface="Calibri"/>
              </a:rPr>
              <a:t>21 Nisan 2026 Salı</a:t>
            </a:fld>
            <a:endParaRPr lang="tr-TR" sz="1050" b="0" u="none" strike="noStrike">
              <a:solidFill>
                <a:srgbClr val="000000"/>
              </a:solidFill>
              <a:effectLst/>
              <a:uFillTx/>
              <a:latin typeface="Times New Roman"/>
            </a:endParaRPr>
          </a:p>
        </p:txBody>
      </p:sp>
      <p:sp>
        <p:nvSpPr>
          <p:cNvPr id="666" name="TextBox 9"/>
          <p:cNvSpPr/>
          <p:nvPr/>
        </p:nvSpPr>
        <p:spPr>
          <a:xfrm>
            <a:off x="88920" y="1673640"/>
            <a:ext cx="9951480" cy="1046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50560" indent="-250560" algn="just">
              <a:lnSpc>
                <a:spcPct val="100000"/>
              </a:lnSpc>
              <a:buClr>
                <a:srgbClr val="000000"/>
              </a:buClr>
              <a:buFont typeface="Arial"/>
              <a:buChar char="•"/>
            </a:pPr>
            <a:r>
              <a:rPr lang="tr-TR" sz="1550" b="0" u="none" strike="noStrike">
                <a:solidFill>
                  <a:srgbClr val="000000"/>
                </a:solidFill>
                <a:effectLst/>
                <a:uFillTx/>
                <a:latin typeface="Calibri"/>
              </a:rPr>
              <a:t>Bu bölümde, şartnamede yer alan gereksinimlerin hepsinin karşılanıp karşılanmadığına dair güncel kontrol listesi yer almalıdır. Bu gereksinimlerin KTR’nin hangi sunu sayfasında yer verildiği ve gereksinim karşılama metodu (teknik resim, analiz, test vb.) ayrıca belirtilmelidir. (</a:t>
            </a:r>
            <a:r>
              <a:rPr lang="tr-TR" sz="1550" b="1" u="none" strike="noStrike">
                <a:solidFill>
                  <a:srgbClr val="000000"/>
                </a:solidFill>
                <a:effectLst/>
                <a:uFillTx/>
                <a:latin typeface="Calibri"/>
              </a:rPr>
              <a:t>Kontrol Listesi, ‘Word’ dokümanı halinde paylaşılacak EK rapor formatı içerisinde  istenmektedir</a:t>
            </a:r>
            <a:r>
              <a:rPr lang="tr-TR" sz="1550" b="0" u="none" strike="noStrike">
                <a:solidFill>
                  <a:srgbClr val="000000"/>
                </a:solidFill>
                <a:effectLst/>
                <a:uFillTx/>
                <a:latin typeface="Calibri"/>
              </a:rPr>
              <a:t>.)</a:t>
            </a:r>
            <a:endParaRPr lang="tr-TR" sz="1550" b="0" u="none" strike="noStrike">
              <a:solidFill>
                <a:srgbClr val="000000"/>
              </a:solidFill>
              <a:effectLst/>
              <a:uFillTx/>
              <a:latin typeface="Arial"/>
            </a:endParaRPr>
          </a:p>
        </p:txBody>
      </p:sp>
      <p:pic>
        <p:nvPicPr>
          <p:cNvPr id="667" name="Picture 6"/>
          <p:cNvPicPr/>
          <p:nvPr/>
        </p:nvPicPr>
        <p:blipFill>
          <a:blip r:embed="rId3"/>
          <a:stretch/>
        </p:blipFill>
        <p:spPr>
          <a:xfrm>
            <a:off x="9630360" y="276120"/>
            <a:ext cx="1062720" cy="1062720"/>
          </a:xfrm>
          <a:prstGeom prst="rect">
            <a:avLst/>
          </a:prstGeom>
          <a:noFill/>
          <a:ln w="0">
            <a:noFill/>
          </a:ln>
        </p:spPr>
      </p:pic>
      <p:graphicFrame>
        <p:nvGraphicFramePr>
          <p:cNvPr id="668" name="Tablo 13"/>
          <p:cNvGraphicFramePr/>
          <p:nvPr>
            <p:extLst>
              <p:ext uri="{D42A27DB-BD31-4B8C-83A1-F6EECF244321}">
                <p14:modId xmlns:p14="http://schemas.microsoft.com/office/powerpoint/2010/main" val="1511851791"/>
              </p:ext>
            </p:extLst>
          </p:nvPr>
        </p:nvGraphicFramePr>
        <p:xfrm>
          <a:off x="469800" y="3121560"/>
          <a:ext cx="9471600" cy="2857500"/>
        </p:xfrm>
        <a:graphic>
          <a:graphicData uri="http://schemas.openxmlformats.org/drawingml/2006/table">
            <a:tbl>
              <a:tblPr/>
              <a:tblGrid>
                <a:gridCol w="3157200">
                  <a:extLst>
                    <a:ext uri="{9D8B030D-6E8A-4147-A177-3AD203B41FA5}">
                      <a16:colId xmlns:a16="http://schemas.microsoft.com/office/drawing/2014/main" val="20000"/>
                    </a:ext>
                  </a:extLst>
                </a:gridCol>
                <a:gridCol w="3157200">
                  <a:extLst>
                    <a:ext uri="{9D8B030D-6E8A-4147-A177-3AD203B41FA5}">
                      <a16:colId xmlns:a16="http://schemas.microsoft.com/office/drawing/2014/main" val="20001"/>
                    </a:ext>
                  </a:extLst>
                </a:gridCol>
                <a:gridCol w="3157200">
                  <a:extLst>
                    <a:ext uri="{9D8B030D-6E8A-4147-A177-3AD203B41FA5}">
                      <a16:colId xmlns:a16="http://schemas.microsoft.com/office/drawing/2014/main" val="20002"/>
                    </a:ext>
                  </a:extLst>
                </a:gridCol>
              </a:tblGrid>
              <a:tr h="540000">
                <a:tc>
                  <a:txBody>
                    <a:bodyPr/>
                    <a:lstStyle/>
                    <a:p>
                      <a:pPr algn="ctr">
                        <a:lnSpc>
                          <a:spcPct val="100000"/>
                        </a:lnSpc>
                      </a:pPr>
                      <a:r>
                        <a:rPr lang="tr-TR" sz="1550" b="0" u="none" strike="noStrike">
                          <a:solidFill>
                            <a:srgbClr val="FFFFFF"/>
                          </a:solidFill>
                          <a:effectLst/>
                          <a:uFillTx/>
                          <a:latin typeface="Calibri"/>
                        </a:rPr>
                        <a:t>Şartname Maddesi</a:t>
                      </a:r>
                      <a:endParaRPr lang="tr-TR" sz="1550" b="0" u="none" strike="noStrike">
                        <a:solidFill>
                          <a:srgbClr val="FFFFFF"/>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c>
                  <a:txBody>
                    <a:bodyPr/>
                    <a:lstStyle/>
                    <a:p>
                      <a:pPr algn="ctr">
                        <a:lnSpc>
                          <a:spcPct val="100000"/>
                        </a:lnSpc>
                      </a:pPr>
                      <a:r>
                        <a:rPr lang="tr-TR" sz="1550" b="0" u="none" strike="noStrike">
                          <a:solidFill>
                            <a:srgbClr val="FFFFFF"/>
                          </a:solidFill>
                          <a:effectLst/>
                          <a:uFillTx/>
                          <a:latin typeface="Calibri"/>
                        </a:rPr>
                        <a:t>Kritik Tasarım Raporu İlgili Sayfası/Sayfaları</a:t>
                      </a:r>
                      <a:endParaRPr lang="tr-TR" sz="1550" b="0" u="none" strike="noStrike">
                        <a:solidFill>
                          <a:srgbClr val="FFFFFF"/>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c>
                  <a:txBody>
                    <a:bodyPr/>
                    <a:lstStyle/>
                    <a:p>
                      <a:pPr algn="ctr">
                        <a:lnSpc>
                          <a:spcPct val="100000"/>
                        </a:lnSpc>
                      </a:pPr>
                      <a:r>
                        <a:rPr lang="tr-TR" sz="1550" b="0" u="none" strike="noStrike">
                          <a:solidFill>
                            <a:srgbClr val="FFFFFF"/>
                          </a:solidFill>
                          <a:effectLst/>
                          <a:uFillTx/>
                          <a:latin typeface="Calibri"/>
                        </a:rPr>
                        <a:t>Karşılama Metodu</a:t>
                      </a:r>
                      <a:endParaRPr lang="tr-TR" sz="1550" b="0" u="none" strike="noStrike">
                        <a:solidFill>
                          <a:srgbClr val="FFFFFF"/>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extLst>
                  <a:ext uri="{0D108BD9-81ED-4DB2-BD59-A6C34878D82A}">
                    <a16:rowId xmlns:a16="http://schemas.microsoft.com/office/drawing/2014/main" val="10000"/>
                  </a:ext>
                </a:extLst>
              </a:tr>
              <a:tr h="312840">
                <a:tc>
                  <a:txBody>
                    <a:bodyPr/>
                    <a:lstStyle/>
                    <a:p>
                      <a:pPr algn="ctr">
                        <a:lnSpc>
                          <a:spcPct val="100000"/>
                        </a:lnSpc>
                      </a:pPr>
                      <a:r>
                        <a:rPr lang="tr-TR" sz="1550" b="0" u="none" strike="noStrike" dirty="0">
                          <a:solidFill>
                            <a:srgbClr val="000000"/>
                          </a:solidFill>
                          <a:effectLst/>
                          <a:uFillTx/>
                          <a:latin typeface="Calibri"/>
                        </a:rPr>
                        <a:t>4.2.</a:t>
                      </a:r>
                      <a:r>
                        <a:rPr lang="en-US" sz="1550" b="0" u="none" strike="noStrike" dirty="0">
                          <a:solidFill>
                            <a:srgbClr val="000000"/>
                          </a:solidFill>
                          <a:effectLst/>
                          <a:uFillTx/>
                          <a:latin typeface="Calibri"/>
                        </a:rPr>
                        <a:t>c</a:t>
                      </a:r>
                      <a:endParaRPr lang="tr-TR" sz="1550" b="0" u="none" strike="noStrike" dirty="0">
                        <a:solidFill>
                          <a:srgbClr val="000000"/>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pPr algn="ctr">
                        <a:lnSpc>
                          <a:spcPct val="100000"/>
                        </a:lnSpc>
                      </a:pPr>
                      <a:r>
                        <a:rPr lang="tr-TR" sz="1550" b="0" u="none" strike="noStrike">
                          <a:solidFill>
                            <a:srgbClr val="000000"/>
                          </a:solidFill>
                          <a:effectLst/>
                          <a:uFillTx/>
                          <a:latin typeface="Calibri"/>
                        </a:rPr>
                        <a:t>40-43</a:t>
                      </a:r>
                      <a:endParaRPr lang="tr-TR" sz="1550" b="0" u="none" strike="noStrike">
                        <a:solidFill>
                          <a:srgbClr val="000000"/>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pPr algn="ctr">
                        <a:lnSpc>
                          <a:spcPct val="100000"/>
                        </a:lnSpc>
                      </a:pPr>
                      <a:r>
                        <a:rPr lang="tr-TR" sz="1550" b="0" u="none" strike="noStrike">
                          <a:solidFill>
                            <a:srgbClr val="000000"/>
                          </a:solidFill>
                          <a:effectLst/>
                          <a:uFillTx/>
                          <a:latin typeface="Calibri"/>
                        </a:rPr>
                        <a:t>CAD dosyası (Montaj.sldprt)</a:t>
                      </a:r>
                      <a:endParaRPr lang="tr-TR" sz="1550" b="0" u="none" strike="noStrike">
                        <a:solidFill>
                          <a:srgbClr val="000000"/>
                        </a:solidFill>
                        <a:effectLst/>
                        <a:uFillTx/>
                        <a:latin typeface="Arial"/>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extLst>
                  <a:ext uri="{0D108BD9-81ED-4DB2-BD59-A6C34878D82A}">
                    <a16:rowId xmlns:a16="http://schemas.microsoft.com/office/drawing/2014/main" val="10001"/>
                  </a:ext>
                </a:extLst>
              </a:tr>
              <a:tr h="312840">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extLst>
                  <a:ext uri="{0D108BD9-81ED-4DB2-BD59-A6C34878D82A}">
                    <a16:rowId xmlns:a16="http://schemas.microsoft.com/office/drawing/2014/main" val="10002"/>
                  </a:ext>
                </a:extLst>
              </a:tr>
              <a:tr h="312840">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extLst>
                  <a:ext uri="{0D108BD9-81ED-4DB2-BD59-A6C34878D82A}">
                    <a16:rowId xmlns:a16="http://schemas.microsoft.com/office/drawing/2014/main" val="10003"/>
                  </a:ext>
                </a:extLst>
              </a:tr>
              <a:tr h="312840">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extLst>
                  <a:ext uri="{0D108BD9-81ED-4DB2-BD59-A6C34878D82A}">
                    <a16:rowId xmlns:a16="http://schemas.microsoft.com/office/drawing/2014/main" val="10004"/>
                  </a:ext>
                </a:extLst>
              </a:tr>
              <a:tr h="312840">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extLst>
                  <a:ext uri="{0D108BD9-81ED-4DB2-BD59-A6C34878D82A}">
                    <a16:rowId xmlns:a16="http://schemas.microsoft.com/office/drawing/2014/main" val="10005"/>
                  </a:ext>
                </a:extLst>
              </a:tr>
              <a:tr h="312840">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extLst>
                  <a:ext uri="{0D108BD9-81ED-4DB2-BD59-A6C34878D82A}">
                    <a16:rowId xmlns:a16="http://schemas.microsoft.com/office/drawing/2014/main" val="10006"/>
                  </a:ext>
                </a:extLst>
              </a:tr>
              <a:tr h="312840">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endParaRPr lang="tr-TR" sz="1550" b="0" u="none" strike="noStrike">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endParaRPr lang="tr-TR" sz="1550" b="0" u="none" strike="noStrike" dirty="0">
                        <a:solidFill>
                          <a:srgbClr val="000000"/>
                        </a:solidFill>
                        <a:effectLst/>
                        <a:uFillTx/>
                        <a:latin typeface="Calibri"/>
                      </a:endParaRPr>
                    </a:p>
                  </a:txBody>
                  <a:tcPr marL="79920" marR="7992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extLst>
                  <a:ext uri="{0D108BD9-81ED-4DB2-BD59-A6C34878D82A}">
                    <a16:rowId xmlns:a16="http://schemas.microsoft.com/office/drawing/2014/main" val="10007"/>
                  </a:ext>
                </a:extLst>
              </a:tr>
            </a:tbl>
          </a:graphicData>
        </a:graphic>
      </p:graphicFrame>
      <p:sp>
        <p:nvSpPr>
          <p:cNvPr id="669" name="TextBox 12"/>
          <p:cNvSpPr/>
          <p:nvPr/>
        </p:nvSpPr>
        <p:spPr>
          <a:xfrm rot="19567200">
            <a:off x="3160080" y="3978720"/>
            <a:ext cx="4025160" cy="9835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tr-TR" sz="5790" b="1" u="none" strike="noStrike">
                <a:solidFill>
                  <a:srgbClr val="FF0000"/>
                </a:solidFill>
                <a:effectLst/>
                <a:uFillTx/>
                <a:latin typeface="Arial"/>
              </a:rPr>
              <a:t>ÖRNEKTİR</a:t>
            </a:r>
            <a:endParaRPr lang="tr-TR" sz="5790" b="0" u="none" strike="noStrike">
              <a:solidFill>
                <a:srgbClr val="000000"/>
              </a:solidFill>
              <a:effectLst/>
              <a:uFillTx/>
              <a:latin typeface="Arial"/>
            </a:endParaRPr>
          </a:p>
        </p:txBody>
      </p:sp>
      <p:sp>
        <p:nvSpPr>
          <p:cNvPr id="670" name="Dikdörtgen 14"/>
          <p:cNvSpPr/>
          <p:nvPr/>
        </p:nvSpPr>
        <p:spPr>
          <a:xfrm>
            <a:off x="0" y="6493680"/>
            <a:ext cx="9897480" cy="281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tr-TR" sz="1200" b="0" i="1" u="none" strike="noStrike" dirty="0">
                <a:solidFill>
                  <a:srgbClr val="000000"/>
                </a:solidFill>
                <a:effectLst/>
                <a:uFillTx/>
                <a:latin typeface="Calibri"/>
              </a:rPr>
              <a:t>Bu bölümde şartnamede yer alan </a:t>
            </a:r>
            <a:r>
              <a:rPr lang="tr-TR" sz="1200" b="1" i="1" u="none" strike="noStrike" dirty="0">
                <a:solidFill>
                  <a:srgbClr val="000000"/>
                </a:solidFill>
                <a:effectLst/>
                <a:uFillTx/>
                <a:latin typeface="Calibri"/>
              </a:rPr>
              <a:t>4.2.a ve 4.2.c </a:t>
            </a:r>
            <a:r>
              <a:rPr lang="tr-TR" sz="1200" b="0" i="1" u="none" strike="noStrike" dirty="0">
                <a:solidFill>
                  <a:srgbClr val="000000"/>
                </a:solidFill>
                <a:effectLst/>
                <a:uFillTx/>
                <a:latin typeface="Calibri"/>
              </a:rPr>
              <a:t>numaralı gereksinimin karşılanıp karşılanmadığı kontrol edilecektir. </a:t>
            </a:r>
            <a:endParaRPr lang="tr-TR" sz="1200" b="0" u="none" strike="noStrike" dirty="0">
              <a:solidFill>
                <a:srgbClr val="000000"/>
              </a:solidFill>
              <a:effectLst/>
              <a:uFillTx/>
              <a:latin typeface="Arial"/>
            </a:endParaRPr>
          </a:p>
        </p:txBody>
      </p:sp>
      <p:sp>
        <p:nvSpPr>
          <p:cNvPr id="671" name="PlaceHolder 4"/>
          <p:cNvSpPr>
            <a:spLocks noGrp="1"/>
          </p:cNvSpPr>
          <p:nvPr>
            <p:ph type="ftr" idx="172"/>
          </p:nvPr>
        </p:nvSpPr>
        <p:spPr>
          <a:xfrm>
            <a:off x="3542040" y="6890040"/>
            <a:ext cx="3608640" cy="320040"/>
          </a:xfrm>
          <a:prstGeom prst="rect">
            <a:avLst/>
          </a:prstGeom>
          <a:noFill/>
          <a:ln w="0">
            <a:noFill/>
          </a:ln>
        </p:spPr>
        <p:txBody>
          <a:bodyPr lIns="0" tIns="0" rIns="0" bIns="0" anchor="t">
            <a:noAutofit/>
          </a:bodyPr>
          <a:lstStyle>
            <a:lvl1pPr indent="0" algn="ctr">
              <a:lnSpc>
                <a:spcPct val="100000"/>
              </a:lnSpc>
              <a:buNone/>
              <a:defRPr lang="tr-TR" sz="1050" b="0" u="none" strike="noStrike">
                <a:solidFill>
                  <a:srgbClr val="898989"/>
                </a:solidFill>
                <a:effectLst/>
                <a:uFillTx/>
                <a:latin typeface="Calibri"/>
              </a:defRPr>
            </a:lvl1pPr>
          </a:lstStyle>
          <a:p>
            <a:pPr indent="0" algn="ctr">
              <a:lnSpc>
                <a:spcPct val="100000"/>
              </a:lnSpc>
              <a:buNone/>
            </a:pPr>
            <a:r>
              <a:rPr lang="tr-TR" sz="1050" b="0" u="none" strike="noStrike" dirty="0">
                <a:solidFill>
                  <a:srgbClr val="898989"/>
                </a:solidFill>
                <a:effectLst/>
                <a:uFillTx/>
                <a:latin typeface="Calibri"/>
              </a:rPr>
              <a:t>2026 TEKNOFEST DİKEY İNİŞLİ ROKET YARIŞMASI</a:t>
            </a:r>
            <a:br>
              <a:rPr sz="1050" dirty="0"/>
            </a:br>
            <a:r>
              <a:rPr lang="tr-TR" sz="1050" b="0" u="none" strike="noStrike" dirty="0">
                <a:solidFill>
                  <a:srgbClr val="898989"/>
                </a:solidFill>
                <a:effectLst/>
                <a:uFillTx/>
                <a:latin typeface="Calibri"/>
              </a:rPr>
              <a:t> </a:t>
            </a:r>
            <a:r>
              <a:rPr lang="en-US" sz="1050" b="0" u="none" strike="noStrike" dirty="0">
                <a:solidFill>
                  <a:srgbClr val="898989"/>
                </a:solidFill>
                <a:effectLst/>
                <a:uFillTx/>
                <a:latin typeface="Calibri"/>
              </a:rPr>
              <a:t>KRİTİK</a:t>
            </a:r>
            <a:r>
              <a:rPr lang="tr-TR" sz="1050" b="0" u="none" strike="noStrike" dirty="0">
                <a:solidFill>
                  <a:srgbClr val="898989"/>
                </a:solidFill>
                <a:effectLst/>
                <a:uFillTx/>
                <a:latin typeface="Calibri"/>
              </a:rPr>
              <a:t> TASARIM RAPORU (</a:t>
            </a:r>
            <a:r>
              <a:rPr lang="en-US" sz="1050" b="0" u="none" strike="noStrike" dirty="0">
                <a:solidFill>
                  <a:srgbClr val="898989"/>
                </a:solidFill>
                <a:effectLst/>
                <a:uFillTx/>
                <a:latin typeface="Calibri"/>
              </a:rPr>
              <a:t>K</a:t>
            </a:r>
            <a:r>
              <a:rPr lang="tr-TR" sz="1050" b="0" u="none" strike="noStrike" dirty="0">
                <a:solidFill>
                  <a:srgbClr val="898989"/>
                </a:solidFill>
                <a:effectLst/>
                <a:uFillTx/>
                <a:latin typeface="Calibri"/>
              </a:rPr>
              <a:t>TR)</a:t>
            </a:r>
            <a:endParaRPr lang="tr-TR" sz="1050" b="0" u="none" strike="noStrike" dirty="0">
              <a:solidFill>
                <a:srgbClr val="000000"/>
              </a:solidFill>
              <a:effectLst/>
              <a:uFillTx/>
              <a:latin typeface="Times New Roman"/>
            </a:endParaRPr>
          </a:p>
        </p:txBody>
      </p:sp>
      <p:sp>
        <p:nvSpPr>
          <p:cNvPr id="672" name="TextBox 8"/>
          <p:cNvSpPr/>
          <p:nvPr/>
        </p:nvSpPr>
        <p:spPr>
          <a:xfrm>
            <a:off x="6480" y="544680"/>
            <a:ext cx="1027440" cy="569880"/>
          </a:xfrm>
          <a:prstGeom prst="rect">
            <a:avLst/>
          </a:prstGeom>
          <a:noFill/>
          <a:ln w="0">
            <a:solidFill>
              <a:srgbClr val="000000"/>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tr-TR" sz="1550" b="0" u="none" strike="noStrike">
                <a:solidFill>
                  <a:srgbClr val="000000"/>
                </a:solidFill>
                <a:effectLst/>
                <a:uFillTx/>
                <a:latin typeface="Calibri"/>
              </a:rPr>
              <a:t>Takım Logosu</a:t>
            </a:r>
            <a:endParaRPr lang="tr-TR" sz="1550" b="0" u="none" strike="noStrike">
              <a:solidFill>
                <a:srgbClr val="000000"/>
              </a:solidFill>
              <a:effectLst/>
              <a:uFillTx/>
              <a:latin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3" name="PlaceHolder 1"/>
          <p:cNvSpPr>
            <a:spLocks noGrp="1"/>
          </p:cNvSpPr>
          <p:nvPr>
            <p:ph type="title"/>
          </p:nvPr>
        </p:nvSpPr>
        <p:spPr>
          <a:xfrm>
            <a:off x="1250640" y="276120"/>
            <a:ext cx="8496360" cy="928440"/>
          </a:xfrm>
          <a:prstGeom prst="rect">
            <a:avLst/>
          </a:prstGeom>
          <a:noFill/>
          <a:ln w="0">
            <a:noFill/>
          </a:ln>
        </p:spPr>
        <p:txBody>
          <a:bodyPr lIns="0" tIns="0" rIns="0" bIns="0" anchor="b">
            <a:normAutofit/>
          </a:bodyPr>
          <a:lstStyle/>
          <a:p>
            <a:pPr indent="0" algn="ctr">
              <a:lnSpc>
                <a:spcPct val="100000"/>
              </a:lnSpc>
              <a:buNone/>
            </a:pPr>
            <a:r>
              <a:rPr lang="tr-TR" sz="3950" b="1" u="none" strike="noStrike">
                <a:solidFill>
                  <a:srgbClr val="0070C0"/>
                </a:solidFill>
                <a:effectLst/>
                <a:uFillTx/>
                <a:latin typeface="Calibri"/>
              </a:rPr>
              <a:t>Hata Türleri ve Etkileri Analizi</a:t>
            </a:r>
            <a:endParaRPr lang="tr-TR" sz="3950" b="0" u="none" strike="noStrike">
              <a:solidFill>
                <a:srgbClr val="000000"/>
              </a:solidFill>
              <a:effectLst/>
              <a:uFillTx/>
              <a:latin typeface="Calibri"/>
            </a:endParaRPr>
          </a:p>
        </p:txBody>
      </p:sp>
      <p:cxnSp>
        <p:nvCxnSpPr>
          <p:cNvPr id="674" name="Straight Connector 4"/>
          <p:cNvCxnSpPr/>
          <p:nvPr/>
        </p:nvCxnSpPr>
        <p:spPr>
          <a:xfrm flipV="1">
            <a:off x="0" y="1352520"/>
            <a:ext cx="10693440" cy="23040"/>
          </a:xfrm>
          <a:prstGeom prst="straightConnector1">
            <a:avLst/>
          </a:prstGeom>
          <a:ln w="38100">
            <a:solidFill>
              <a:srgbClr val="4A7EBB"/>
            </a:solidFill>
            <a:round/>
          </a:ln>
        </p:spPr>
      </p:cxnSp>
      <p:cxnSp>
        <p:nvCxnSpPr>
          <p:cNvPr id="675" name="Straight Connector 5"/>
          <p:cNvCxnSpPr/>
          <p:nvPr/>
        </p:nvCxnSpPr>
        <p:spPr>
          <a:xfrm flipV="1">
            <a:off x="0" y="6790680"/>
            <a:ext cx="10693440" cy="22680"/>
          </a:xfrm>
          <a:prstGeom prst="straightConnector1">
            <a:avLst/>
          </a:prstGeom>
          <a:ln w="38100">
            <a:solidFill>
              <a:srgbClr val="4A7EBB"/>
            </a:solidFill>
            <a:round/>
          </a:ln>
        </p:spPr>
      </p:cxnSp>
      <p:sp>
        <p:nvSpPr>
          <p:cNvPr id="676" name="PlaceHolder 2"/>
          <p:cNvSpPr>
            <a:spLocks noGrp="1"/>
          </p:cNvSpPr>
          <p:nvPr>
            <p:ph type="sldNum" idx="173"/>
          </p:nvPr>
        </p:nvSpPr>
        <p:spPr>
          <a:xfrm>
            <a:off x="9724320" y="6981840"/>
            <a:ext cx="201600" cy="16092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A694B5AC-DD96-48C2-A9C5-187AD2BFFFAB}" type="slidenum">
              <a:rPr lang="tr-TR" sz="1050" b="0" u="none" strike="noStrike">
                <a:solidFill>
                  <a:srgbClr val="898989"/>
                </a:solidFill>
                <a:effectLst/>
                <a:uFillTx/>
                <a:latin typeface="Calibri"/>
              </a:rPr>
              <a:t>53</a:t>
            </a:fld>
            <a:endParaRPr lang="tr-TR" sz="1050" b="0" u="none" strike="noStrike">
              <a:solidFill>
                <a:srgbClr val="000000"/>
              </a:solidFill>
              <a:effectLst/>
              <a:uFillTx/>
              <a:latin typeface="Times New Roman"/>
            </a:endParaRPr>
          </a:p>
        </p:txBody>
      </p:sp>
      <p:sp>
        <p:nvSpPr>
          <p:cNvPr id="677" name="PlaceHolder 3"/>
          <p:cNvSpPr>
            <a:spLocks noGrp="1"/>
          </p:cNvSpPr>
          <p:nvPr>
            <p:ph type="dt" idx="174"/>
          </p:nvPr>
        </p:nvSpPr>
        <p:spPr>
          <a:xfrm>
            <a:off x="802800" y="6981840"/>
            <a:ext cx="1320840" cy="16128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297E0DFE-C590-4032-A631-5255ED6A92E6}" type="datetime2">
              <a:rPr lang="tr-TR" sz="1050" b="0" u="none" strike="noStrike">
                <a:solidFill>
                  <a:srgbClr val="898989"/>
                </a:solidFill>
                <a:effectLst/>
                <a:uFillTx/>
                <a:latin typeface="Calibri"/>
              </a:rPr>
              <a:t>21 Nisan 2026 Salı</a:t>
            </a:fld>
            <a:endParaRPr lang="tr-TR" sz="1050" b="0" u="none" strike="noStrike">
              <a:solidFill>
                <a:srgbClr val="000000"/>
              </a:solidFill>
              <a:effectLst/>
              <a:uFillTx/>
              <a:latin typeface="Times New Roman"/>
            </a:endParaRPr>
          </a:p>
        </p:txBody>
      </p:sp>
      <p:sp>
        <p:nvSpPr>
          <p:cNvPr id="678" name="TextBox 9"/>
          <p:cNvSpPr/>
          <p:nvPr/>
        </p:nvSpPr>
        <p:spPr>
          <a:xfrm>
            <a:off x="227520" y="2033280"/>
            <a:ext cx="10244520" cy="1046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50560" indent="-250560" algn="just">
              <a:lnSpc>
                <a:spcPct val="100000"/>
              </a:lnSpc>
              <a:buClr>
                <a:srgbClr val="000000"/>
              </a:buClr>
              <a:buFont typeface="Arial"/>
              <a:buChar char="•"/>
            </a:pPr>
            <a:r>
              <a:rPr lang="tr-TR" sz="1550" b="0" u="none" strike="noStrike">
                <a:solidFill>
                  <a:srgbClr val="000000"/>
                </a:solidFill>
                <a:effectLst/>
                <a:uFillTx/>
                <a:latin typeface="Calibri"/>
              </a:rPr>
              <a:t>Bu bölümde, Hata Türleri ve Etkileri Analizi (HTEA) yapılması istenmektedir. </a:t>
            </a:r>
            <a:endParaRPr lang="tr-TR" sz="1550" b="0" u="none" strike="noStrike">
              <a:solidFill>
                <a:srgbClr val="000000"/>
              </a:solidFill>
              <a:effectLst/>
              <a:uFillTx/>
              <a:latin typeface="Arial"/>
            </a:endParaRPr>
          </a:p>
          <a:p>
            <a:pPr algn="just">
              <a:lnSpc>
                <a:spcPct val="100000"/>
              </a:lnSpc>
            </a:pPr>
            <a:endParaRPr lang="tr-TR" sz="1550" b="0" u="none" strike="noStrike">
              <a:solidFill>
                <a:srgbClr val="000000"/>
              </a:solidFill>
              <a:effectLst/>
              <a:uFillTx/>
              <a:latin typeface="Arial"/>
            </a:endParaRPr>
          </a:p>
          <a:p>
            <a:pPr marL="250560" indent="-250560" algn="just">
              <a:lnSpc>
                <a:spcPct val="100000"/>
              </a:lnSpc>
              <a:buClr>
                <a:srgbClr val="000000"/>
              </a:buClr>
              <a:buFont typeface="Arial"/>
              <a:buChar char="•"/>
            </a:pPr>
            <a:r>
              <a:rPr lang="tr-TR" sz="1550" b="0" u="none" strike="noStrike">
                <a:solidFill>
                  <a:srgbClr val="000000"/>
                </a:solidFill>
                <a:effectLst/>
                <a:uFillTx/>
                <a:latin typeface="Calibri"/>
              </a:rPr>
              <a:t>HTEA tablosu, </a:t>
            </a:r>
            <a:r>
              <a:rPr lang="tr-TR" sz="1550" b="1" u="none" strike="noStrike">
                <a:solidFill>
                  <a:srgbClr val="000000"/>
                </a:solidFill>
                <a:effectLst/>
                <a:uFillTx/>
                <a:latin typeface="Calibri"/>
              </a:rPr>
              <a:t>‘Word’ dokümanı halinde paylaşılacak EK rapor formatı içerisinde bulunmaktadır. Bu şablona uygun olarak ek rapor içerisinde HTEA tablosunun sunulması gerekmektedir. </a:t>
            </a:r>
            <a:endParaRPr lang="tr-TR" sz="1550" b="0" u="none" strike="noStrike">
              <a:solidFill>
                <a:srgbClr val="000000"/>
              </a:solidFill>
              <a:effectLst/>
              <a:uFillTx/>
              <a:latin typeface="Arial"/>
            </a:endParaRPr>
          </a:p>
        </p:txBody>
      </p:sp>
      <p:pic>
        <p:nvPicPr>
          <p:cNvPr id="679" name="Picture 6"/>
          <p:cNvPicPr/>
          <p:nvPr/>
        </p:nvPicPr>
        <p:blipFill>
          <a:blip r:embed="rId3"/>
          <a:stretch/>
        </p:blipFill>
        <p:spPr>
          <a:xfrm>
            <a:off x="9630360" y="276120"/>
            <a:ext cx="1062720" cy="1062720"/>
          </a:xfrm>
          <a:prstGeom prst="rect">
            <a:avLst/>
          </a:prstGeom>
          <a:noFill/>
          <a:ln w="0">
            <a:noFill/>
          </a:ln>
        </p:spPr>
      </p:pic>
      <p:sp>
        <p:nvSpPr>
          <p:cNvPr id="680" name="Rectangle 15"/>
          <p:cNvSpPr/>
          <p:nvPr/>
        </p:nvSpPr>
        <p:spPr>
          <a:xfrm>
            <a:off x="0" y="6471000"/>
            <a:ext cx="10465560" cy="281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lnSpc>
                <a:spcPct val="100000"/>
              </a:lnSpc>
            </a:pPr>
            <a:r>
              <a:rPr lang="tr-TR" sz="1200" b="0" i="1" u="none" strike="noStrike" dirty="0">
                <a:solidFill>
                  <a:srgbClr val="000000"/>
                </a:solidFill>
                <a:effectLst/>
                <a:uFillTx/>
                <a:latin typeface="Calibri"/>
              </a:rPr>
              <a:t>Bu bölümde şartnamede yer alan </a:t>
            </a:r>
            <a:r>
              <a:rPr lang="tr-TR" sz="1200" b="1" i="1" u="none" strike="noStrike" dirty="0">
                <a:solidFill>
                  <a:srgbClr val="000000"/>
                </a:solidFill>
                <a:effectLst/>
                <a:uFillTx/>
                <a:latin typeface="Calibri"/>
              </a:rPr>
              <a:t>4.2.c, 4.2.i, 4.2.j ve 4.2.k </a:t>
            </a:r>
            <a:r>
              <a:rPr lang="tr-TR" sz="1200" b="0" i="1" u="none" strike="noStrike" dirty="0">
                <a:solidFill>
                  <a:srgbClr val="000000"/>
                </a:solidFill>
                <a:effectLst/>
                <a:uFillTx/>
                <a:latin typeface="Calibri"/>
              </a:rPr>
              <a:t>numaralı gereksinimlerin karşılanıp karşılanmadığı kontrol edilecektir.</a:t>
            </a:r>
            <a:endParaRPr lang="tr-TR" sz="1200" b="0" u="none" strike="noStrike" dirty="0">
              <a:solidFill>
                <a:srgbClr val="000000"/>
              </a:solidFill>
              <a:effectLst/>
              <a:uFillTx/>
              <a:latin typeface="Arial"/>
            </a:endParaRPr>
          </a:p>
        </p:txBody>
      </p:sp>
      <p:sp>
        <p:nvSpPr>
          <p:cNvPr id="681" name="PlaceHolder 4"/>
          <p:cNvSpPr>
            <a:spLocks noGrp="1"/>
          </p:cNvSpPr>
          <p:nvPr>
            <p:ph type="ftr" idx="175"/>
          </p:nvPr>
        </p:nvSpPr>
        <p:spPr>
          <a:xfrm>
            <a:off x="3542040" y="6890040"/>
            <a:ext cx="3608640" cy="320040"/>
          </a:xfrm>
          <a:prstGeom prst="rect">
            <a:avLst/>
          </a:prstGeom>
          <a:noFill/>
          <a:ln w="0">
            <a:noFill/>
          </a:ln>
        </p:spPr>
        <p:txBody>
          <a:bodyPr lIns="0" tIns="0" rIns="0" bIns="0" anchor="t">
            <a:noAutofit/>
          </a:bodyPr>
          <a:lstStyle>
            <a:lvl1pPr indent="0" algn="ctr">
              <a:lnSpc>
                <a:spcPct val="100000"/>
              </a:lnSpc>
              <a:buNone/>
              <a:defRPr lang="tr-TR" sz="1050" b="0" u="none" strike="noStrike">
                <a:solidFill>
                  <a:srgbClr val="898989"/>
                </a:solidFill>
                <a:effectLst/>
                <a:uFillTx/>
                <a:latin typeface="Calibri"/>
              </a:defRPr>
            </a:lvl1pPr>
          </a:lstStyle>
          <a:p>
            <a:pPr indent="0" algn="ctr">
              <a:lnSpc>
                <a:spcPct val="100000"/>
              </a:lnSpc>
              <a:buNone/>
            </a:pPr>
            <a:r>
              <a:rPr lang="tr-TR" sz="1050" b="0" u="none" strike="noStrike" dirty="0">
                <a:solidFill>
                  <a:srgbClr val="898989"/>
                </a:solidFill>
                <a:effectLst/>
                <a:uFillTx/>
                <a:latin typeface="Calibri"/>
              </a:rPr>
              <a:t>2026 TEKNOFEST DİKEY İNİŞLİ ROKET YARIŞMASI</a:t>
            </a:r>
            <a:br>
              <a:rPr sz="1050" dirty="0"/>
            </a:br>
            <a:r>
              <a:rPr lang="tr-TR" sz="1050" b="0" u="none" strike="noStrike" dirty="0">
                <a:solidFill>
                  <a:srgbClr val="898989"/>
                </a:solidFill>
                <a:effectLst/>
                <a:uFillTx/>
                <a:latin typeface="Calibri"/>
              </a:rPr>
              <a:t> </a:t>
            </a:r>
            <a:r>
              <a:rPr lang="en-US" sz="1050" b="0" u="none" strike="noStrike" dirty="0">
                <a:solidFill>
                  <a:srgbClr val="898989"/>
                </a:solidFill>
                <a:effectLst/>
                <a:uFillTx/>
                <a:latin typeface="Calibri"/>
              </a:rPr>
              <a:t>KRİTİK</a:t>
            </a:r>
            <a:r>
              <a:rPr lang="tr-TR" sz="1050" b="0" u="none" strike="noStrike" dirty="0">
                <a:solidFill>
                  <a:srgbClr val="898989"/>
                </a:solidFill>
                <a:effectLst/>
                <a:uFillTx/>
                <a:latin typeface="Calibri"/>
              </a:rPr>
              <a:t> TASARIM RAPORU (</a:t>
            </a:r>
            <a:r>
              <a:rPr lang="en-US" sz="1050" b="0" u="none" strike="noStrike" dirty="0">
                <a:solidFill>
                  <a:srgbClr val="898989"/>
                </a:solidFill>
                <a:effectLst/>
                <a:uFillTx/>
                <a:latin typeface="Calibri"/>
              </a:rPr>
              <a:t>K</a:t>
            </a:r>
            <a:r>
              <a:rPr lang="tr-TR" sz="1050" b="0" u="none" strike="noStrike" dirty="0">
                <a:solidFill>
                  <a:srgbClr val="898989"/>
                </a:solidFill>
                <a:effectLst/>
                <a:uFillTx/>
                <a:latin typeface="Calibri"/>
              </a:rPr>
              <a:t>TR)</a:t>
            </a:r>
            <a:endParaRPr lang="tr-TR" sz="1050" b="0" u="none" strike="noStrike" dirty="0">
              <a:solidFill>
                <a:srgbClr val="000000"/>
              </a:solidFill>
              <a:effectLst/>
              <a:uFillTx/>
              <a:latin typeface="Times New Roman"/>
            </a:endParaRPr>
          </a:p>
        </p:txBody>
      </p:sp>
      <p:sp>
        <p:nvSpPr>
          <p:cNvPr id="682" name="TextBox 8"/>
          <p:cNvSpPr/>
          <p:nvPr/>
        </p:nvSpPr>
        <p:spPr>
          <a:xfrm>
            <a:off x="6480" y="544680"/>
            <a:ext cx="1027440" cy="569880"/>
          </a:xfrm>
          <a:prstGeom prst="rect">
            <a:avLst/>
          </a:prstGeom>
          <a:noFill/>
          <a:ln w="0">
            <a:solidFill>
              <a:srgbClr val="000000"/>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tr-TR" sz="1550" b="0" u="none" strike="noStrike">
                <a:solidFill>
                  <a:srgbClr val="000000"/>
                </a:solidFill>
                <a:effectLst/>
                <a:uFillTx/>
                <a:latin typeface="Calibri"/>
              </a:rPr>
              <a:t>Takım Logosu</a:t>
            </a:r>
            <a:endParaRPr lang="tr-TR" sz="1550" b="0" u="none" strike="noStrike">
              <a:solidFill>
                <a:srgbClr val="000000"/>
              </a:solidFill>
              <a:effectLst/>
              <a:uFillTx/>
              <a:latin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3" name="PlaceHolder 1"/>
          <p:cNvSpPr>
            <a:spLocks noGrp="1"/>
          </p:cNvSpPr>
          <p:nvPr>
            <p:ph type="title"/>
          </p:nvPr>
        </p:nvSpPr>
        <p:spPr>
          <a:xfrm>
            <a:off x="1231920" y="3552840"/>
            <a:ext cx="8019720" cy="658440"/>
          </a:xfrm>
          <a:prstGeom prst="rect">
            <a:avLst/>
          </a:prstGeom>
          <a:noFill/>
          <a:ln w="0">
            <a:noFill/>
          </a:ln>
        </p:spPr>
        <p:txBody>
          <a:bodyPr lIns="0" tIns="0" rIns="0" bIns="0" anchor="b">
            <a:normAutofit/>
          </a:bodyPr>
          <a:lstStyle/>
          <a:p>
            <a:pPr indent="0" algn="ctr">
              <a:lnSpc>
                <a:spcPct val="100000"/>
              </a:lnSpc>
              <a:buNone/>
            </a:pPr>
            <a:r>
              <a:rPr lang="tr-TR" sz="3950" b="1" u="none" strike="noStrike">
                <a:solidFill>
                  <a:srgbClr val="0070C0"/>
                </a:solidFill>
                <a:effectLst/>
                <a:uFillTx/>
                <a:latin typeface="Calibri"/>
              </a:rPr>
              <a:t>Proje Planı</a:t>
            </a:r>
            <a:endParaRPr lang="tr-TR" sz="3950" b="0" u="none" strike="noStrike">
              <a:solidFill>
                <a:srgbClr val="000000"/>
              </a:solidFill>
              <a:effectLst/>
              <a:uFillTx/>
              <a:latin typeface="Calibri"/>
            </a:endParaRPr>
          </a:p>
        </p:txBody>
      </p:sp>
      <p:cxnSp>
        <p:nvCxnSpPr>
          <p:cNvPr id="684" name="Straight Connector 4"/>
          <p:cNvCxnSpPr/>
          <p:nvPr/>
        </p:nvCxnSpPr>
        <p:spPr>
          <a:xfrm flipV="1">
            <a:off x="0" y="1352520"/>
            <a:ext cx="10693440" cy="23040"/>
          </a:xfrm>
          <a:prstGeom prst="straightConnector1">
            <a:avLst/>
          </a:prstGeom>
          <a:ln w="38100">
            <a:solidFill>
              <a:srgbClr val="4A7EBB"/>
            </a:solidFill>
            <a:round/>
          </a:ln>
        </p:spPr>
      </p:cxnSp>
      <p:cxnSp>
        <p:nvCxnSpPr>
          <p:cNvPr id="685" name="Straight Connector 5"/>
          <p:cNvCxnSpPr/>
          <p:nvPr/>
        </p:nvCxnSpPr>
        <p:spPr>
          <a:xfrm flipV="1">
            <a:off x="0" y="6790680"/>
            <a:ext cx="10693440" cy="22680"/>
          </a:xfrm>
          <a:prstGeom prst="straightConnector1">
            <a:avLst/>
          </a:prstGeom>
          <a:ln w="38100">
            <a:solidFill>
              <a:srgbClr val="4A7EBB"/>
            </a:solidFill>
            <a:round/>
          </a:ln>
        </p:spPr>
      </p:cxnSp>
      <p:sp>
        <p:nvSpPr>
          <p:cNvPr id="686" name="PlaceHolder 2"/>
          <p:cNvSpPr>
            <a:spLocks noGrp="1"/>
          </p:cNvSpPr>
          <p:nvPr>
            <p:ph type="sldNum" idx="176"/>
          </p:nvPr>
        </p:nvSpPr>
        <p:spPr>
          <a:xfrm>
            <a:off x="9724320" y="6981840"/>
            <a:ext cx="201600" cy="16092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312D8A00-DCC0-4843-AEA3-19FC4014A8C8}" type="slidenum">
              <a:rPr lang="tr-TR" sz="1050" b="0" u="none" strike="noStrike">
                <a:solidFill>
                  <a:srgbClr val="898989"/>
                </a:solidFill>
                <a:effectLst/>
                <a:uFillTx/>
                <a:latin typeface="Calibri"/>
              </a:rPr>
              <a:t>54</a:t>
            </a:fld>
            <a:endParaRPr lang="tr-TR" sz="1050" b="0" u="none" strike="noStrike">
              <a:solidFill>
                <a:srgbClr val="000000"/>
              </a:solidFill>
              <a:effectLst/>
              <a:uFillTx/>
              <a:latin typeface="Times New Roman"/>
            </a:endParaRPr>
          </a:p>
        </p:txBody>
      </p:sp>
      <p:sp>
        <p:nvSpPr>
          <p:cNvPr id="687" name="PlaceHolder 3"/>
          <p:cNvSpPr>
            <a:spLocks noGrp="1"/>
          </p:cNvSpPr>
          <p:nvPr>
            <p:ph type="dt" idx="177"/>
          </p:nvPr>
        </p:nvSpPr>
        <p:spPr>
          <a:xfrm>
            <a:off x="802800" y="6981840"/>
            <a:ext cx="1320840" cy="16128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11948049-7678-41EC-BFF6-17FFF8FA7E7C}" type="datetime2">
              <a:rPr lang="tr-TR" sz="1050" b="0" u="none" strike="noStrike">
                <a:solidFill>
                  <a:srgbClr val="898989"/>
                </a:solidFill>
                <a:effectLst/>
                <a:uFillTx/>
                <a:latin typeface="Calibri"/>
              </a:rPr>
              <a:t>21 Nisan 2026 Salı</a:t>
            </a:fld>
            <a:endParaRPr lang="tr-TR" sz="1050" b="0" u="none" strike="noStrike">
              <a:solidFill>
                <a:srgbClr val="000000"/>
              </a:solidFill>
              <a:effectLst/>
              <a:uFillTx/>
              <a:latin typeface="Times New Roman"/>
            </a:endParaRPr>
          </a:p>
        </p:txBody>
      </p:sp>
      <p:pic>
        <p:nvPicPr>
          <p:cNvPr id="688" name="Picture 6"/>
          <p:cNvPicPr/>
          <p:nvPr/>
        </p:nvPicPr>
        <p:blipFill>
          <a:blip r:embed="rId3"/>
          <a:stretch/>
        </p:blipFill>
        <p:spPr>
          <a:xfrm>
            <a:off x="9630360" y="276120"/>
            <a:ext cx="1062720" cy="1062720"/>
          </a:xfrm>
          <a:prstGeom prst="rect">
            <a:avLst/>
          </a:prstGeom>
          <a:noFill/>
          <a:ln w="0">
            <a:noFill/>
          </a:ln>
        </p:spPr>
      </p:pic>
      <p:sp>
        <p:nvSpPr>
          <p:cNvPr id="689" name="PlaceHolder 4"/>
          <p:cNvSpPr>
            <a:spLocks noGrp="1"/>
          </p:cNvSpPr>
          <p:nvPr>
            <p:ph type="ftr" idx="178"/>
          </p:nvPr>
        </p:nvSpPr>
        <p:spPr>
          <a:xfrm>
            <a:off x="3542040" y="6890040"/>
            <a:ext cx="3608640" cy="320040"/>
          </a:xfrm>
          <a:prstGeom prst="rect">
            <a:avLst/>
          </a:prstGeom>
          <a:noFill/>
          <a:ln w="0">
            <a:noFill/>
          </a:ln>
        </p:spPr>
        <p:txBody>
          <a:bodyPr lIns="0" tIns="0" rIns="0" bIns="0" anchor="t">
            <a:noAutofit/>
          </a:bodyPr>
          <a:lstStyle>
            <a:lvl1pPr indent="0" algn="ctr">
              <a:lnSpc>
                <a:spcPct val="100000"/>
              </a:lnSpc>
              <a:buNone/>
              <a:defRPr lang="tr-TR" sz="1050" b="0" u="none" strike="noStrike">
                <a:solidFill>
                  <a:srgbClr val="898989"/>
                </a:solidFill>
                <a:effectLst/>
                <a:uFillTx/>
                <a:latin typeface="Calibri"/>
              </a:defRPr>
            </a:lvl1pPr>
          </a:lstStyle>
          <a:p>
            <a:pPr indent="0" algn="ctr">
              <a:lnSpc>
                <a:spcPct val="100000"/>
              </a:lnSpc>
              <a:buNone/>
            </a:pPr>
            <a:r>
              <a:rPr lang="tr-TR" sz="1050" b="0" u="none" strike="noStrike" dirty="0">
                <a:solidFill>
                  <a:srgbClr val="898989"/>
                </a:solidFill>
                <a:effectLst/>
                <a:uFillTx/>
                <a:latin typeface="Calibri"/>
              </a:rPr>
              <a:t>2026 TEKNOFEST DİKEY İNİŞLİ ROKET YARIŞMASI</a:t>
            </a:r>
            <a:br>
              <a:rPr sz="1050" dirty="0"/>
            </a:br>
            <a:r>
              <a:rPr lang="tr-TR" sz="1050" b="0" u="none" strike="noStrike" dirty="0">
                <a:solidFill>
                  <a:srgbClr val="898989"/>
                </a:solidFill>
                <a:effectLst/>
                <a:uFillTx/>
                <a:latin typeface="Calibri"/>
              </a:rPr>
              <a:t> </a:t>
            </a:r>
            <a:r>
              <a:rPr lang="en-US" sz="1050" b="0" u="none" strike="noStrike" dirty="0">
                <a:solidFill>
                  <a:srgbClr val="898989"/>
                </a:solidFill>
                <a:effectLst/>
                <a:uFillTx/>
                <a:latin typeface="Calibri"/>
              </a:rPr>
              <a:t>KRİTİK</a:t>
            </a:r>
            <a:r>
              <a:rPr lang="tr-TR" sz="1050" b="0" u="none" strike="noStrike" dirty="0">
                <a:solidFill>
                  <a:srgbClr val="898989"/>
                </a:solidFill>
                <a:effectLst/>
                <a:uFillTx/>
                <a:latin typeface="Calibri"/>
              </a:rPr>
              <a:t> TASARIM RAPORU (</a:t>
            </a:r>
            <a:r>
              <a:rPr lang="en-US" sz="1050" b="0" u="none" strike="noStrike" dirty="0">
                <a:solidFill>
                  <a:srgbClr val="898989"/>
                </a:solidFill>
                <a:effectLst/>
                <a:uFillTx/>
                <a:latin typeface="Calibri"/>
              </a:rPr>
              <a:t>K</a:t>
            </a:r>
            <a:r>
              <a:rPr lang="tr-TR" sz="1050" b="0" u="none" strike="noStrike" dirty="0">
                <a:solidFill>
                  <a:srgbClr val="898989"/>
                </a:solidFill>
                <a:effectLst/>
                <a:uFillTx/>
                <a:latin typeface="Calibri"/>
              </a:rPr>
              <a:t>TR)</a:t>
            </a:r>
            <a:endParaRPr lang="tr-TR" sz="1050" b="0" u="none" strike="noStrike" dirty="0">
              <a:solidFill>
                <a:srgbClr val="000000"/>
              </a:solidFill>
              <a:effectLst/>
              <a:uFillTx/>
              <a:latin typeface="Times New Roman"/>
            </a:endParaRPr>
          </a:p>
        </p:txBody>
      </p:sp>
      <p:sp>
        <p:nvSpPr>
          <p:cNvPr id="690" name="TextBox 11"/>
          <p:cNvSpPr/>
          <p:nvPr/>
        </p:nvSpPr>
        <p:spPr>
          <a:xfrm>
            <a:off x="6480" y="544680"/>
            <a:ext cx="1027440" cy="569880"/>
          </a:xfrm>
          <a:prstGeom prst="rect">
            <a:avLst/>
          </a:prstGeom>
          <a:noFill/>
          <a:ln w="0">
            <a:solidFill>
              <a:srgbClr val="000000"/>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tr-TR" sz="1550" b="0" u="none" strike="noStrike">
                <a:solidFill>
                  <a:srgbClr val="000000"/>
                </a:solidFill>
                <a:effectLst/>
                <a:uFillTx/>
                <a:latin typeface="Calibri"/>
              </a:rPr>
              <a:t>Takım Logosu</a:t>
            </a:r>
            <a:endParaRPr lang="tr-TR" sz="1550" b="0" u="none" strike="noStrike">
              <a:solidFill>
                <a:srgbClr val="000000"/>
              </a:solidFill>
              <a:effectLst/>
              <a:uFillTx/>
              <a:latin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1" name="PlaceHolder 1"/>
          <p:cNvSpPr>
            <a:spLocks noGrp="1"/>
          </p:cNvSpPr>
          <p:nvPr>
            <p:ph type="title"/>
          </p:nvPr>
        </p:nvSpPr>
        <p:spPr>
          <a:xfrm>
            <a:off x="1235160" y="494640"/>
            <a:ext cx="8019720" cy="658440"/>
          </a:xfrm>
          <a:prstGeom prst="rect">
            <a:avLst/>
          </a:prstGeom>
          <a:noFill/>
          <a:ln w="0">
            <a:noFill/>
          </a:ln>
        </p:spPr>
        <p:txBody>
          <a:bodyPr lIns="0" tIns="0" rIns="0" bIns="0" anchor="b">
            <a:normAutofit/>
          </a:bodyPr>
          <a:lstStyle/>
          <a:p>
            <a:pPr indent="0" algn="ctr">
              <a:lnSpc>
                <a:spcPct val="100000"/>
              </a:lnSpc>
              <a:buNone/>
            </a:pPr>
            <a:r>
              <a:rPr lang="tr-TR" sz="3950" b="1" u="none" strike="noStrike">
                <a:solidFill>
                  <a:srgbClr val="0070C0"/>
                </a:solidFill>
                <a:effectLst/>
                <a:uFillTx/>
                <a:latin typeface="Calibri"/>
              </a:rPr>
              <a:t>Proje Takvimi</a:t>
            </a:r>
            <a:endParaRPr lang="tr-TR" sz="3950" b="0" u="none" strike="noStrike">
              <a:solidFill>
                <a:srgbClr val="000000"/>
              </a:solidFill>
              <a:effectLst/>
              <a:uFillTx/>
              <a:latin typeface="Calibri"/>
            </a:endParaRPr>
          </a:p>
        </p:txBody>
      </p:sp>
      <p:cxnSp>
        <p:nvCxnSpPr>
          <p:cNvPr id="692" name="Straight Connector 4"/>
          <p:cNvCxnSpPr/>
          <p:nvPr/>
        </p:nvCxnSpPr>
        <p:spPr>
          <a:xfrm flipV="1">
            <a:off x="0" y="1352520"/>
            <a:ext cx="10693440" cy="23040"/>
          </a:xfrm>
          <a:prstGeom prst="straightConnector1">
            <a:avLst/>
          </a:prstGeom>
          <a:ln w="38100">
            <a:solidFill>
              <a:srgbClr val="4A7EBB"/>
            </a:solidFill>
            <a:round/>
          </a:ln>
        </p:spPr>
      </p:cxnSp>
      <p:cxnSp>
        <p:nvCxnSpPr>
          <p:cNvPr id="693" name="Straight Connector 5"/>
          <p:cNvCxnSpPr/>
          <p:nvPr/>
        </p:nvCxnSpPr>
        <p:spPr>
          <a:xfrm flipV="1">
            <a:off x="0" y="6790680"/>
            <a:ext cx="10693440" cy="22680"/>
          </a:xfrm>
          <a:prstGeom prst="straightConnector1">
            <a:avLst/>
          </a:prstGeom>
          <a:ln w="38100">
            <a:solidFill>
              <a:srgbClr val="4A7EBB"/>
            </a:solidFill>
            <a:round/>
          </a:ln>
        </p:spPr>
      </p:cxnSp>
      <p:sp>
        <p:nvSpPr>
          <p:cNvPr id="694" name="PlaceHolder 2"/>
          <p:cNvSpPr>
            <a:spLocks noGrp="1"/>
          </p:cNvSpPr>
          <p:nvPr>
            <p:ph type="sldNum" idx="179"/>
          </p:nvPr>
        </p:nvSpPr>
        <p:spPr>
          <a:xfrm>
            <a:off x="9724320" y="6981840"/>
            <a:ext cx="201600" cy="16092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16D9D0A8-6371-4520-A845-0D120A04DBD0}" type="slidenum">
              <a:rPr lang="tr-TR" sz="1050" b="0" u="none" strike="noStrike">
                <a:solidFill>
                  <a:srgbClr val="898989"/>
                </a:solidFill>
                <a:effectLst/>
                <a:uFillTx/>
                <a:latin typeface="Calibri"/>
              </a:rPr>
              <a:t>55</a:t>
            </a:fld>
            <a:endParaRPr lang="tr-TR" sz="1050" b="0" u="none" strike="noStrike">
              <a:solidFill>
                <a:srgbClr val="000000"/>
              </a:solidFill>
              <a:effectLst/>
              <a:uFillTx/>
              <a:latin typeface="Times New Roman"/>
            </a:endParaRPr>
          </a:p>
        </p:txBody>
      </p:sp>
      <p:sp>
        <p:nvSpPr>
          <p:cNvPr id="695" name="PlaceHolder 3"/>
          <p:cNvSpPr>
            <a:spLocks noGrp="1"/>
          </p:cNvSpPr>
          <p:nvPr>
            <p:ph type="dt" idx="180"/>
          </p:nvPr>
        </p:nvSpPr>
        <p:spPr>
          <a:xfrm>
            <a:off x="802800" y="6981840"/>
            <a:ext cx="1320840" cy="16128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9E3388AA-8C0E-49C6-8591-27A20FE471C0}" type="datetime2">
              <a:rPr lang="tr-TR" sz="1050" b="0" u="none" strike="noStrike">
                <a:solidFill>
                  <a:srgbClr val="898989"/>
                </a:solidFill>
                <a:effectLst/>
                <a:uFillTx/>
                <a:latin typeface="Calibri"/>
              </a:rPr>
              <a:t>21 Nisan 2026 Salı</a:t>
            </a:fld>
            <a:endParaRPr lang="tr-TR" sz="1050" b="0" u="none" strike="noStrike">
              <a:solidFill>
                <a:srgbClr val="000000"/>
              </a:solidFill>
              <a:effectLst/>
              <a:uFillTx/>
              <a:latin typeface="Times New Roman"/>
            </a:endParaRPr>
          </a:p>
        </p:txBody>
      </p:sp>
      <p:sp>
        <p:nvSpPr>
          <p:cNvPr id="696" name="TextBox 9"/>
          <p:cNvSpPr/>
          <p:nvPr/>
        </p:nvSpPr>
        <p:spPr>
          <a:xfrm>
            <a:off x="186840" y="2078280"/>
            <a:ext cx="10418040" cy="3670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50560" indent="-250560" algn="just">
              <a:lnSpc>
                <a:spcPct val="100000"/>
              </a:lnSpc>
              <a:buClr>
                <a:srgbClr val="000000"/>
              </a:buClr>
              <a:buFont typeface="Arial"/>
              <a:buChar char="•"/>
            </a:pPr>
            <a:r>
              <a:rPr lang="tr-TR" sz="1550" b="0" u="none" strike="noStrike">
                <a:solidFill>
                  <a:srgbClr val="000000"/>
                </a:solidFill>
                <a:effectLst/>
                <a:uFillTx/>
                <a:latin typeface="Calibri"/>
              </a:rPr>
              <a:t>Proje takviminin güncel hali bu bölümde verilmelidir.</a:t>
            </a:r>
            <a:endParaRPr lang="tr-TR" sz="1550" b="0" u="none" strike="noStrike">
              <a:solidFill>
                <a:srgbClr val="000000"/>
              </a:solidFill>
              <a:effectLst/>
              <a:uFillTx/>
              <a:latin typeface="Arial"/>
            </a:endParaRPr>
          </a:p>
          <a:p>
            <a:pPr algn="just">
              <a:lnSpc>
                <a:spcPct val="100000"/>
              </a:lnSpc>
            </a:pPr>
            <a:endParaRPr lang="tr-TR" sz="1550" b="0" u="none" strike="noStrike">
              <a:solidFill>
                <a:srgbClr val="000000"/>
              </a:solidFill>
              <a:effectLst/>
              <a:uFillTx/>
              <a:latin typeface="Arial"/>
            </a:endParaRPr>
          </a:p>
          <a:p>
            <a:pPr marL="250560" indent="-250560" algn="just">
              <a:lnSpc>
                <a:spcPct val="100000"/>
              </a:lnSpc>
              <a:buClr>
                <a:srgbClr val="000000"/>
              </a:buClr>
              <a:buFont typeface="Arial"/>
              <a:buChar char="•"/>
            </a:pPr>
            <a:r>
              <a:rPr lang="tr-TR" sz="1550" b="0" u="none" strike="noStrike">
                <a:solidFill>
                  <a:srgbClr val="000000"/>
                </a:solidFill>
                <a:effectLst/>
                <a:uFillTx/>
                <a:latin typeface="Calibri"/>
              </a:rPr>
              <a:t>Bütün zaman planlaması Teknofest web sayfasında ilan edilen güncel takvime göre yapılmalıdır. </a:t>
            </a:r>
            <a:endParaRPr lang="tr-TR" sz="1550" b="0" u="none" strike="noStrike">
              <a:solidFill>
                <a:srgbClr val="000000"/>
              </a:solidFill>
              <a:effectLst/>
              <a:uFillTx/>
              <a:latin typeface="Arial"/>
            </a:endParaRPr>
          </a:p>
          <a:p>
            <a:pPr algn="just">
              <a:lnSpc>
                <a:spcPct val="100000"/>
              </a:lnSpc>
            </a:pPr>
            <a:endParaRPr lang="tr-TR" sz="1550" b="0" u="none" strike="noStrike">
              <a:solidFill>
                <a:srgbClr val="000000"/>
              </a:solidFill>
              <a:effectLst/>
              <a:uFillTx/>
              <a:latin typeface="Arial"/>
            </a:endParaRPr>
          </a:p>
          <a:p>
            <a:pPr marL="250560" indent="-250560" algn="just">
              <a:lnSpc>
                <a:spcPct val="100000"/>
              </a:lnSpc>
              <a:buClr>
                <a:srgbClr val="000000"/>
              </a:buClr>
              <a:buFont typeface="Arial"/>
              <a:buChar char="•"/>
            </a:pPr>
            <a:r>
              <a:rPr lang="tr-TR" sz="1550" b="0" u="none" strike="noStrike">
                <a:solidFill>
                  <a:srgbClr val="000000"/>
                </a:solidFill>
                <a:effectLst/>
                <a:uFillTx/>
                <a:latin typeface="Calibri"/>
              </a:rPr>
              <a:t>Proje takvimi, takımın yarışma için gerçekleştirdiği ilk toplantısından itibaren tüm aşamaları içerecek şekilde oluşturulmalıdır.</a:t>
            </a:r>
            <a:endParaRPr lang="tr-TR" sz="1550" b="0" u="none" strike="noStrike">
              <a:solidFill>
                <a:srgbClr val="000000"/>
              </a:solidFill>
              <a:effectLst/>
              <a:uFillTx/>
              <a:latin typeface="Arial"/>
            </a:endParaRPr>
          </a:p>
          <a:p>
            <a:pPr algn="just">
              <a:lnSpc>
                <a:spcPct val="100000"/>
              </a:lnSpc>
            </a:pPr>
            <a:endParaRPr lang="tr-TR" sz="1550" b="0" u="none" strike="noStrike">
              <a:solidFill>
                <a:srgbClr val="000000"/>
              </a:solidFill>
              <a:effectLst/>
              <a:uFillTx/>
              <a:latin typeface="Arial"/>
            </a:endParaRPr>
          </a:p>
          <a:p>
            <a:pPr marL="250560" indent="-250560" algn="just">
              <a:lnSpc>
                <a:spcPct val="100000"/>
              </a:lnSpc>
              <a:buClr>
                <a:srgbClr val="000000"/>
              </a:buClr>
              <a:buFont typeface="Arial"/>
              <a:buChar char="•"/>
            </a:pPr>
            <a:r>
              <a:rPr lang="tr-TR" sz="1550" b="0" u="none" strike="noStrike">
                <a:solidFill>
                  <a:srgbClr val="000000"/>
                </a:solidFill>
                <a:effectLst/>
                <a:uFillTx/>
                <a:latin typeface="Calibri"/>
              </a:rPr>
              <a:t>Takvim, tüm alt sistemlerin tasarım, üretim ve test takvimlerini de içermelidir. Tasarım, üretim ve test takvimleri için ayrı renk kodları belirtilip takvimde bu renkler kullanılmalıdır.</a:t>
            </a:r>
            <a:endParaRPr lang="tr-TR" sz="1550" b="0" u="none" strike="noStrike">
              <a:solidFill>
                <a:srgbClr val="000000"/>
              </a:solidFill>
              <a:effectLst/>
              <a:uFillTx/>
              <a:latin typeface="Arial"/>
            </a:endParaRPr>
          </a:p>
          <a:p>
            <a:pPr algn="just">
              <a:lnSpc>
                <a:spcPct val="100000"/>
              </a:lnSpc>
            </a:pPr>
            <a:endParaRPr lang="tr-TR" sz="1550" b="0" u="none" strike="noStrike">
              <a:solidFill>
                <a:srgbClr val="000000"/>
              </a:solidFill>
              <a:effectLst/>
              <a:uFillTx/>
              <a:latin typeface="Arial"/>
            </a:endParaRPr>
          </a:p>
          <a:p>
            <a:pPr marL="250560" indent="-250560" algn="just">
              <a:lnSpc>
                <a:spcPct val="100000"/>
              </a:lnSpc>
              <a:buClr>
                <a:srgbClr val="000000"/>
              </a:buClr>
              <a:buFont typeface="Arial"/>
              <a:buChar char="•"/>
            </a:pPr>
            <a:r>
              <a:rPr lang="tr-TR" sz="1550" b="0" u="none" strike="noStrike">
                <a:solidFill>
                  <a:srgbClr val="000000"/>
                </a:solidFill>
                <a:effectLst/>
                <a:uFillTx/>
                <a:latin typeface="Calibri"/>
              </a:rPr>
              <a:t>Takvimde bütünleme sürecine ayrı bir kodla yer verilmelidir.</a:t>
            </a:r>
            <a:endParaRPr lang="tr-TR" sz="1550" b="0" u="none" strike="noStrike">
              <a:solidFill>
                <a:srgbClr val="000000"/>
              </a:solidFill>
              <a:effectLst/>
              <a:uFillTx/>
              <a:latin typeface="Arial"/>
            </a:endParaRPr>
          </a:p>
          <a:p>
            <a:pPr algn="just">
              <a:lnSpc>
                <a:spcPct val="100000"/>
              </a:lnSpc>
            </a:pPr>
            <a:endParaRPr lang="tr-TR" sz="1550" b="0" u="none" strike="noStrike">
              <a:solidFill>
                <a:srgbClr val="000000"/>
              </a:solidFill>
              <a:effectLst/>
              <a:uFillTx/>
              <a:latin typeface="Arial"/>
            </a:endParaRPr>
          </a:p>
          <a:p>
            <a:pPr marL="250560" indent="-250560" algn="just">
              <a:lnSpc>
                <a:spcPct val="100000"/>
              </a:lnSpc>
              <a:buClr>
                <a:srgbClr val="000000"/>
              </a:buClr>
              <a:buFont typeface="Arial"/>
              <a:buChar char="•"/>
            </a:pPr>
            <a:r>
              <a:rPr lang="tr-TR" sz="1550" b="0" u="none" strike="noStrike">
                <a:solidFill>
                  <a:srgbClr val="000000"/>
                </a:solidFill>
                <a:effectLst/>
                <a:uFillTx/>
                <a:latin typeface="Calibri"/>
              </a:rPr>
              <a:t>Öneri: İş Planlama Programlarının (Microsoft Project , Project Libre  vb.) kullanılması tavsiye edilmektedir.</a:t>
            </a:r>
            <a:endParaRPr lang="tr-TR" sz="1550" b="0" u="none" strike="noStrike">
              <a:solidFill>
                <a:srgbClr val="000000"/>
              </a:solidFill>
              <a:effectLst/>
              <a:uFillTx/>
              <a:latin typeface="Arial"/>
            </a:endParaRPr>
          </a:p>
          <a:p>
            <a:pPr>
              <a:lnSpc>
                <a:spcPct val="100000"/>
              </a:lnSpc>
            </a:pPr>
            <a:endParaRPr lang="tr-TR" sz="1550" b="0" u="none" strike="noStrike">
              <a:solidFill>
                <a:srgbClr val="000000"/>
              </a:solidFill>
              <a:effectLst/>
              <a:uFillTx/>
              <a:latin typeface="Arial"/>
            </a:endParaRPr>
          </a:p>
          <a:p>
            <a:pPr>
              <a:lnSpc>
                <a:spcPct val="100000"/>
              </a:lnSpc>
            </a:pPr>
            <a:endParaRPr lang="tr-TR" sz="1550" b="0" u="none" strike="noStrike">
              <a:solidFill>
                <a:srgbClr val="000000"/>
              </a:solidFill>
              <a:effectLst/>
              <a:uFillTx/>
              <a:latin typeface="Arial"/>
            </a:endParaRPr>
          </a:p>
          <a:p>
            <a:pPr>
              <a:lnSpc>
                <a:spcPct val="100000"/>
              </a:lnSpc>
            </a:pPr>
            <a:endParaRPr lang="tr-TR" sz="1550" b="0" u="none" strike="noStrike">
              <a:solidFill>
                <a:srgbClr val="000000"/>
              </a:solidFill>
              <a:effectLst/>
              <a:uFillTx/>
              <a:latin typeface="Arial"/>
            </a:endParaRPr>
          </a:p>
        </p:txBody>
      </p:sp>
      <p:pic>
        <p:nvPicPr>
          <p:cNvPr id="697" name="Picture 6"/>
          <p:cNvPicPr/>
          <p:nvPr/>
        </p:nvPicPr>
        <p:blipFill>
          <a:blip r:embed="rId3"/>
          <a:stretch/>
        </p:blipFill>
        <p:spPr>
          <a:xfrm>
            <a:off x="9630360" y="276120"/>
            <a:ext cx="1062720" cy="1062720"/>
          </a:xfrm>
          <a:prstGeom prst="rect">
            <a:avLst/>
          </a:prstGeom>
          <a:noFill/>
          <a:ln w="0">
            <a:noFill/>
          </a:ln>
        </p:spPr>
      </p:pic>
      <p:sp>
        <p:nvSpPr>
          <p:cNvPr id="698" name="PlaceHolder 4"/>
          <p:cNvSpPr>
            <a:spLocks noGrp="1"/>
          </p:cNvSpPr>
          <p:nvPr>
            <p:ph type="ftr" idx="181"/>
          </p:nvPr>
        </p:nvSpPr>
        <p:spPr>
          <a:xfrm>
            <a:off x="3542040" y="6890040"/>
            <a:ext cx="3608640" cy="320040"/>
          </a:xfrm>
          <a:prstGeom prst="rect">
            <a:avLst/>
          </a:prstGeom>
          <a:noFill/>
          <a:ln w="0">
            <a:noFill/>
          </a:ln>
        </p:spPr>
        <p:txBody>
          <a:bodyPr lIns="0" tIns="0" rIns="0" bIns="0" anchor="t">
            <a:noAutofit/>
          </a:bodyPr>
          <a:lstStyle>
            <a:lvl1pPr indent="0" algn="ctr">
              <a:lnSpc>
                <a:spcPct val="100000"/>
              </a:lnSpc>
              <a:buNone/>
              <a:defRPr lang="tr-TR" sz="1050" b="0" u="none" strike="noStrike">
                <a:solidFill>
                  <a:srgbClr val="898989"/>
                </a:solidFill>
                <a:effectLst/>
                <a:uFillTx/>
                <a:latin typeface="Calibri"/>
              </a:defRPr>
            </a:lvl1pPr>
          </a:lstStyle>
          <a:p>
            <a:pPr indent="0" algn="ctr">
              <a:lnSpc>
                <a:spcPct val="100000"/>
              </a:lnSpc>
              <a:buNone/>
            </a:pPr>
            <a:r>
              <a:rPr lang="tr-TR" sz="1050" b="0" u="none" strike="noStrike" dirty="0">
                <a:solidFill>
                  <a:srgbClr val="898989"/>
                </a:solidFill>
                <a:effectLst/>
                <a:uFillTx/>
                <a:latin typeface="Calibri"/>
              </a:rPr>
              <a:t>2026 TEKNOFEST DİKEY İNİŞLİ ROKET YARIŞMASI</a:t>
            </a:r>
            <a:br>
              <a:rPr sz="1050" dirty="0"/>
            </a:br>
            <a:r>
              <a:rPr lang="tr-TR" sz="1050" b="0" u="none" strike="noStrike" dirty="0">
                <a:solidFill>
                  <a:srgbClr val="898989"/>
                </a:solidFill>
                <a:effectLst/>
                <a:uFillTx/>
                <a:latin typeface="Calibri"/>
              </a:rPr>
              <a:t> </a:t>
            </a:r>
            <a:r>
              <a:rPr lang="en-US" sz="1050" b="0" u="none" strike="noStrike" dirty="0">
                <a:solidFill>
                  <a:srgbClr val="898989"/>
                </a:solidFill>
                <a:effectLst/>
                <a:uFillTx/>
                <a:latin typeface="Calibri"/>
              </a:rPr>
              <a:t>KRİTİK</a:t>
            </a:r>
            <a:r>
              <a:rPr lang="tr-TR" sz="1050" b="0" u="none" strike="noStrike" dirty="0">
                <a:solidFill>
                  <a:srgbClr val="898989"/>
                </a:solidFill>
                <a:effectLst/>
                <a:uFillTx/>
                <a:latin typeface="Calibri"/>
              </a:rPr>
              <a:t> TASARIM RAPORU (</a:t>
            </a:r>
            <a:r>
              <a:rPr lang="en-US" sz="1050" b="0" u="none" strike="noStrike" dirty="0">
                <a:solidFill>
                  <a:srgbClr val="898989"/>
                </a:solidFill>
                <a:effectLst/>
                <a:uFillTx/>
                <a:latin typeface="Calibri"/>
              </a:rPr>
              <a:t>K</a:t>
            </a:r>
            <a:r>
              <a:rPr lang="tr-TR" sz="1050" b="0" u="none" strike="noStrike" dirty="0">
                <a:solidFill>
                  <a:srgbClr val="898989"/>
                </a:solidFill>
                <a:effectLst/>
                <a:uFillTx/>
                <a:latin typeface="Calibri"/>
              </a:rPr>
              <a:t>TR)</a:t>
            </a:r>
            <a:endParaRPr lang="tr-TR" sz="1050" b="0" u="none" strike="noStrike" dirty="0">
              <a:solidFill>
                <a:srgbClr val="000000"/>
              </a:solidFill>
              <a:effectLst/>
              <a:uFillTx/>
              <a:latin typeface="Times New Roman"/>
            </a:endParaRPr>
          </a:p>
        </p:txBody>
      </p:sp>
      <p:sp>
        <p:nvSpPr>
          <p:cNvPr id="699" name="TextBox 8"/>
          <p:cNvSpPr/>
          <p:nvPr/>
        </p:nvSpPr>
        <p:spPr>
          <a:xfrm>
            <a:off x="6480" y="544680"/>
            <a:ext cx="1027440" cy="569880"/>
          </a:xfrm>
          <a:prstGeom prst="rect">
            <a:avLst/>
          </a:prstGeom>
          <a:noFill/>
          <a:ln w="0">
            <a:solidFill>
              <a:srgbClr val="000000"/>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tr-TR" sz="1550" b="0" u="none" strike="noStrike">
                <a:solidFill>
                  <a:srgbClr val="000000"/>
                </a:solidFill>
                <a:effectLst/>
                <a:uFillTx/>
                <a:latin typeface="Calibri"/>
              </a:rPr>
              <a:t>Takım Logosu</a:t>
            </a:r>
            <a:endParaRPr lang="tr-TR" sz="1550" b="0" u="none" strike="noStrike">
              <a:solidFill>
                <a:srgbClr val="000000"/>
              </a:solidFill>
              <a:effectLst/>
              <a:uFillTx/>
              <a:latin typeface="Arial"/>
            </a:endParaRPr>
          </a:p>
        </p:txBody>
      </p:sp>
      <p:sp>
        <p:nvSpPr>
          <p:cNvPr id="700" name="TextBox 13"/>
          <p:cNvSpPr/>
          <p:nvPr/>
        </p:nvSpPr>
        <p:spPr>
          <a:xfrm>
            <a:off x="6480" y="6512760"/>
            <a:ext cx="8540640" cy="277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tr-TR" sz="1200" b="0" i="1" u="none" strike="noStrike" dirty="0">
                <a:solidFill>
                  <a:srgbClr val="000000"/>
                </a:solidFill>
                <a:effectLst/>
                <a:uFillTx/>
                <a:latin typeface="Calibri"/>
              </a:rPr>
              <a:t>Bu bölümde şartnamede yer alan</a:t>
            </a:r>
            <a:r>
              <a:rPr lang="tr-TR" sz="1200" b="1" i="1" u="none" strike="noStrike" dirty="0">
                <a:solidFill>
                  <a:srgbClr val="000000"/>
                </a:solidFill>
                <a:effectLst/>
                <a:uFillTx/>
                <a:latin typeface="Calibri"/>
              </a:rPr>
              <a:t> 3.3.f</a:t>
            </a:r>
            <a:r>
              <a:rPr lang="tr-TR" sz="1200" b="1" i="1" dirty="0">
                <a:solidFill>
                  <a:srgbClr val="000000"/>
                </a:solidFill>
              </a:rPr>
              <a:t>, 4.2.c, 4.2.g ve </a:t>
            </a:r>
            <a:r>
              <a:rPr lang="tr-TR" sz="1200" b="1" i="1" u="none" strike="noStrike" dirty="0">
                <a:solidFill>
                  <a:srgbClr val="000000"/>
                </a:solidFill>
                <a:effectLst/>
                <a:uFillTx/>
                <a:latin typeface="Calibri"/>
              </a:rPr>
              <a:t>4.2.k </a:t>
            </a:r>
            <a:r>
              <a:rPr lang="tr-TR" sz="1200" b="0" i="1" u="none" strike="noStrike" dirty="0">
                <a:solidFill>
                  <a:srgbClr val="000000"/>
                </a:solidFill>
                <a:effectLst/>
                <a:uFillTx/>
                <a:latin typeface="Calibri"/>
              </a:rPr>
              <a:t>numaralı gereksinimin karşılanıp karşılanmadığı kontrol edilecektir.</a:t>
            </a:r>
            <a:endParaRPr lang="tr-TR" sz="1200" b="0" u="none" strike="noStrike" dirty="0">
              <a:solidFill>
                <a:srgbClr val="000000"/>
              </a:solidFill>
              <a:effectLst/>
              <a:uFillTx/>
              <a:latin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1" name="PlaceHolder 1"/>
          <p:cNvSpPr>
            <a:spLocks noGrp="1"/>
          </p:cNvSpPr>
          <p:nvPr>
            <p:ph type="title"/>
          </p:nvPr>
        </p:nvSpPr>
        <p:spPr>
          <a:xfrm>
            <a:off x="1235160" y="494640"/>
            <a:ext cx="8019720" cy="658440"/>
          </a:xfrm>
          <a:prstGeom prst="rect">
            <a:avLst/>
          </a:prstGeom>
          <a:noFill/>
          <a:ln w="0">
            <a:noFill/>
          </a:ln>
        </p:spPr>
        <p:txBody>
          <a:bodyPr lIns="0" tIns="0" rIns="0" bIns="0" anchor="b">
            <a:normAutofit/>
          </a:bodyPr>
          <a:lstStyle/>
          <a:p>
            <a:pPr indent="0" algn="ctr">
              <a:lnSpc>
                <a:spcPct val="100000"/>
              </a:lnSpc>
              <a:buNone/>
            </a:pPr>
            <a:r>
              <a:rPr lang="tr-TR" sz="3950" b="1" u="none" strike="noStrike">
                <a:solidFill>
                  <a:srgbClr val="0070C0"/>
                </a:solidFill>
                <a:effectLst/>
                <a:uFillTx/>
                <a:latin typeface="Calibri"/>
              </a:rPr>
              <a:t>Maliyet Bütçesi </a:t>
            </a:r>
            <a:endParaRPr lang="tr-TR" sz="3950" b="0" u="none" strike="noStrike">
              <a:solidFill>
                <a:srgbClr val="000000"/>
              </a:solidFill>
              <a:effectLst/>
              <a:uFillTx/>
              <a:latin typeface="Calibri"/>
            </a:endParaRPr>
          </a:p>
        </p:txBody>
      </p:sp>
      <p:cxnSp>
        <p:nvCxnSpPr>
          <p:cNvPr id="702" name="Straight Connector 4"/>
          <p:cNvCxnSpPr/>
          <p:nvPr/>
        </p:nvCxnSpPr>
        <p:spPr>
          <a:xfrm flipV="1">
            <a:off x="0" y="1352520"/>
            <a:ext cx="10693440" cy="23040"/>
          </a:xfrm>
          <a:prstGeom prst="straightConnector1">
            <a:avLst/>
          </a:prstGeom>
          <a:ln w="38100">
            <a:solidFill>
              <a:srgbClr val="4A7EBB"/>
            </a:solidFill>
            <a:round/>
          </a:ln>
        </p:spPr>
      </p:cxnSp>
      <p:cxnSp>
        <p:nvCxnSpPr>
          <p:cNvPr id="703" name="Straight Connector 5"/>
          <p:cNvCxnSpPr/>
          <p:nvPr/>
        </p:nvCxnSpPr>
        <p:spPr>
          <a:xfrm flipV="1">
            <a:off x="0" y="6790680"/>
            <a:ext cx="10693440" cy="22680"/>
          </a:xfrm>
          <a:prstGeom prst="straightConnector1">
            <a:avLst/>
          </a:prstGeom>
          <a:ln w="38100">
            <a:solidFill>
              <a:srgbClr val="4A7EBB"/>
            </a:solidFill>
            <a:round/>
          </a:ln>
        </p:spPr>
      </p:cxnSp>
      <p:sp>
        <p:nvSpPr>
          <p:cNvPr id="704" name="PlaceHolder 2"/>
          <p:cNvSpPr>
            <a:spLocks noGrp="1"/>
          </p:cNvSpPr>
          <p:nvPr>
            <p:ph type="sldNum" idx="182"/>
          </p:nvPr>
        </p:nvSpPr>
        <p:spPr>
          <a:xfrm>
            <a:off x="9724320" y="6981840"/>
            <a:ext cx="201600" cy="16092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AD23552B-EFA7-43A9-AA4F-1B00BF124E89}" type="slidenum">
              <a:rPr lang="tr-TR" sz="1050" b="0" u="none" strike="noStrike">
                <a:solidFill>
                  <a:srgbClr val="898989"/>
                </a:solidFill>
                <a:effectLst/>
                <a:uFillTx/>
                <a:latin typeface="Calibri"/>
              </a:rPr>
              <a:t>56</a:t>
            </a:fld>
            <a:endParaRPr lang="tr-TR" sz="1050" b="0" u="none" strike="noStrike">
              <a:solidFill>
                <a:srgbClr val="000000"/>
              </a:solidFill>
              <a:effectLst/>
              <a:uFillTx/>
              <a:latin typeface="Times New Roman"/>
            </a:endParaRPr>
          </a:p>
        </p:txBody>
      </p:sp>
      <p:sp>
        <p:nvSpPr>
          <p:cNvPr id="705" name="PlaceHolder 3"/>
          <p:cNvSpPr>
            <a:spLocks noGrp="1"/>
          </p:cNvSpPr>
          <p:nvPr>
            <p:ph type="dt" idx="183"/>
          </p:nvPr>
        </p:nvSpPr>
        <p:spPr>
          <a:xfrm>
            <a:off x="802800" y="6981840"/>
            <a:ext cx="1320840" cy="16128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F7E6F8A6-618C-4BE6-9D57-376473E64B1D}" type="datetime2">
              <a:rPr lang="tr-TR" sz="1050" b="0" u="none" strike="noStrike">
                <a:solidFill>
                  <a:srgbClr val="898989"/>
                </a:solidFill>
                <a:effectLst/>
                <a:uFillTx/>
                <a:latin typeface="Calibri"/>
              </a:rPr>
              <a:t>21 Nisan 2026 Salı</a:t>
            </a:fld>
            <a:endParaRPr lang="tr-TR" sz="1050" b="0" u="none" strike="noStrike">
              <a:solidFill>
                <a:srgbClr val="000000"/>
              </a:solidFill>
              <a:effectLst/>
              <a:uFillTx/>
              <a:latin typeface="Times New Roman"/>
            </a:endParaRPr>
          </a:p>
        </p:txBody>
      </p:sp>
      <p:sp>
        <p:nvSpPr>
          <p:cNvPr id="706" name="TextBox 9"/>
          <p:cNvSpPr/>
          <p:nvPr/>
        </p:nvSpPr>
        <p:spPr>
          <a:xfrm>
            <a:off x="194760" y="2014200"/>
            <a:ext cx="10238760" cy="4147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50560" indent="-250560" algn="just">
              <a:lnSpc>
                <a:spcPct val="100000"/>
              </a:lnSpc>
              <a:buClr>
                <a:srgbClr val="000000"/>
              </a:buClr>
              <a:buFont typeface="Arial"/>
              <a:buChar char="•"/>
            </a:pPr>
            <a:r>
              <a:rPr lang="tr-TR" sz="1550" b="0" u="none" strike="noStrike" dirty="0">
                <a:solidFill>
                  <a:srgbClr val="000000"/>
                </a:solidFill>
                <a:effectLst/>
                <a:uFillTx/>
                <a:latin typeface="Calibri"/>
              </a:rPr>
              <a:t>Öngörülen tüm bileşenlerin bütçe bilgisi bu yansıda paylaşılmalıdır. Tedarik kanalları, tedarik süreleri belirtilmeli, riskler varsa önlemleri öngörülmelidir. </a:t>
            </a:r>
            <a:endParaRPr lang="tr-TR" sz="1550" b="0" u="none" strike="noStrike" dirty="0">
              <a:solidFill>
                <a:srgbClr val="000000"/>
              </a:solidFill>
              <a:effectLst/>
              <a:uFillTx/>
              <a:latin typeface="Arial"/>
            </a:endParaRPr>
          </a:p>
          <a:p>
            <a:pPr algn="just">
              <a:lnSpc>
                <a:spcPct val="100000"/>
              </a:lnSpc>
            </a:pPr>
            <a:endParaRPr lang="tr-TR" sz="1550" b="0" u="none" strike="noStrike" dirty="0">
              <a:solidFill>
                <a:srgbClr val="000000"/>
              </a:solidFill>
              <a:effectLst/>
              <a:uFillTx/>
              <a:latin typeface="Arial"/>
            </a:endParaRPr>
          </a:p>
          <a:p>
            <a:pPr marL="250560" indent="-250560" algn="just">
              <a:lnSpc>
                <a:spcPct val="100000"/>
              </a:lnSpc>
              <a:buClr>
                <a:srgbClr val="000000"/>
              </a:buClr>
              <a:buFont typeface="Arial"/>
              <a:buChar char="•"/>
            </a:pPr>
            <a:r>
              <a:rPr lang="tr-TR" sz="1550" b="0" u="none" strike="noStrike" dirty="0">
                <a:solidFill>
                  <a:srgbClr val="000000"/>
                </a:solidFill>
                <a:effectLst/>
                <a:uFillTx/>
                <a:latin typeface="Calibri"/>
              </a:rPr>
              <a:t>Maliyet bütçesi, </a:t>
            </a:r>
            <a:r>
              <a:rPr lang="tr-TR" sz="1550" b="1" u="none" strike="noStrike" dirty="0">
                <a:solidFill>
                  <a:srgbClr val="000000"/>
                </a:solidFill>
                <a:effectLst/>
                <a:uFillTx/>
                <a:latin typeface="Calibri"/>
              </a:rPr>
              <a:t>‘Word’ dokümanı halinde paylaşılacak EK rapor formatı içerisinde ayrıca istenmektedir. Bu şablona uygun olarak ek rapor içerisinde Maliyet Bütçe tablosunun sunulması gerekmektedir. </a:t>
            </a:r>
            <a:endParaRPr lang="tr-TR" sz="1550" b="0" u="none" strike="noStrike" dirty="0">
              <a:solidFill>
                <a:srgbClr val="000000"/>
              </a:solidFill>
              <a:effectLst/>
              <a:uFillTx/>
              <a:latin typeface="Arial"/>
            </a:endParaRPr>
          </a:p>
          <a:p>
            <a:pPr algn="just">
              <a:lnSpc>
                <a:spcPct val="100000"/>
              </a:lnSpc>
            </a:pPr>
            <a:endParaRPr lang="tr-TR" sz="1550" b="0" u="none" strike="noStrike" dirty="0">
              <a:solidFill>
                <a:srgbClr val="000000"/>
              </a:solidFill>
              <a:effectLst/>
              <a:uFillTx/>
              <a:latin typeface="Arial"/>
            </a:endParaRPr>
          </a:p>
          <a:p>
            <a:pPr marL="250560" indent="-250560">
              <a:lnSpc>
                <a:spcPct val="100000"/>
              </a:lnSpc>
              <a:buClr>
                <a:srgbClr val="000000"/>
              </a:buClr>
              <a:buFont typeface="Arial"/>
              <a:buChar char="•"/>
            </a:pPr>
            <a:r>
              <a:rPr lang="tr-TR" sz="1550" b="0" u="none" strike="noStrike" dirty="0">
                <a:solidFill>
                  <a:srgbClr val="000000"/>
                </a:solidFill>
                <a:effectLst/>
                <a:uFillTx/>
                <a:latin typeface="Calibri"/>
              </a:rPr>
              <a:t>Ücretsiz veya sponsorluk karşılığı alınacak ürünler veya yapılacak testler «0 ₺» olarak verilmelidir.</a:t>
            </a:r>
            <a:endParaRPr lang="tr-TR" sz="1550" b="0" u="none" strike="noStrike" dirty="0">
              <a:solidFill>
                <a:srgbClr val="000000"/>
              </a:solidFill>
              <a:effectLst/>
              <a:uFillTx/>
              <a:latin typeface="Arial"/>
            </a:endParaRPr>
          </a:p>
          <a:p>
            <a:pPr>
              <a:lnSpc>
                <a:spcPct val="100000"/>
              </a:lnSpc>
            </a:pPr>
            <a:endParaRPr lang="tr-TR" sz="1550" b="0" u="none" strike="noStrike" dirty="0">
              <a:solidFill>
                <a:srgbClr val="000000"/>
              </a:solidFill>
              <a:effectLst/>
              <a:uFillTx/>
              <a:latin typeface="Arial"/>
            </a:endParaRPr>
          </a:p>
          <a:p>
            <a:pPr>
              <a:lnSpc>
                <a:spcPct val="100000"/>
              </a:lnSpc>
            </a:pPr>
            <a:endParaRPr lang="tr-TR" sz="1550" b="0" u="none" strike="noStrike" dirty="0">
              <a:solidFill>
                <a:srgbClr val="000000"/>
              </a:solidFill>
              <a:effectLst/>
              <a:uFillTx/>
              <a:latin typeface="Arial"/>
            </a:endParaRPr>
          </a:p>
          <a:p>
            <a:pPr>
              <a:lnSpc>
                <a:spcPct val="100000"/>
              </a:lnSpc>
            </a:pPr>
            <a:endParaRPr lang="tr-TR" sz="1550" b="0" u="none" strike="noStrike">
              <a:solidFill>
                <a:srgbClr val="000000"/>
              </a:solidFill>
              <a:effectLst/>
              <a:uFillTx/>
              <a:latin typeface="Arial"/>
            </a:endParaRPr>
          </a:p>
          <a:p>
            <a:pPr>
              <a:lnSpc>
                <a:spcPct val="100000"/>
              </a:lnSpc>
            </a:pPr>
            <a:endParaRPr lang="tr-TR" sz="1550" b="0" u="none" strike="noStrike">
              <a:solidFill>
                <a:srgbClr val="000000"/>
              </a:solidFill>
              <a:effectLst/>
              <a:uFillTx/>
              <a:latin typeface="Arial"/>
            </a:endParaRPr>
          </a:p>
          <a:p>
            <a:pPr>
              <a:lnSpc>
                <a:spcPct val="100000"/>
              </a:lnSpc>
            </a:pPr>
            <a:endParaRPr lang="tr-TR" sz="1550" b="0" u="none" strike="noStrike" dirty="0">
              <a:solidFill>
                <a:srgbClr val="000000"/>
              </a:solidFill>
              <a:effectLst/>
              <a:uFillTx/>
              <a:latin typeface="Arial"/>
            </a:endParaRPr>
          </a:p>
          <a:p>
            <a:pPr>
              <a:lnSpc>
                <a:spcPct val="100000"/>
              </a:lnSpc>
            </a:pPr>
            <a:endParaRPr lang="tr-TR" sz="1550" b="0" u="none" strike="noStrike" dirty="0">
              <a:solidFill>
                <a:srgbClr val="000000"/>
              </a:solidFill>
              <a:effectLst/>
              <a:uFillTx/>
              <a:latin typeface="Arial"/>
            </a:endParaRPr>
          </a:p>
          <a:p>
            <a:pPr>
              <a:lnSpc>
                <a:spcPct val="100000"/>
              </a:lnSpc>
            </a:pPr>
            <a:endParaRPr lang="tr-TR" sz="1550" b="0" u="none" strike="noStrike" dirty="0">
              <a:solidFill>
                <a:srgbClr val="000000"/>
              </a:solidFill>
              <a:effectLst/>
              <a:uFillTx/>
              <a:latin typeface="Arial"/>
            </a:endParaRPr>
          </a:p>
          <a:p>
            <a:pPr>
              <a:lnSpc>
                <a:spcPct val="100000"/>
              </a:lnSpc>
            </a:pPr>
            <a:endParaRPr lang="tr-TR" sz="1550" b="0" u="none" strike="noStrike" dirty="0">
              <a:solidFill>
                <a:srgbClr val="000000"/>
              </a:solidFill>
              <a:effectLst/>
              <a:uFillTx/>
              <a:latin typeface="Arial"/>
            </a:endParaRPr>
          </a:p>
          <a:p>
            <a:pPr>
              <a:lnSpc>
                <a:spcPct val="100000"/>
              </a:lnSpc>
            </a:pPr>
            <a:endParaRPr lang="tr-TR" sz="1550" b="0" u="none" strike="noStrike" dirty="0">
              <a:solidFill>
                <a:srgbClr val="000000"/>
              </a:solidFill>
              <a:effectLst/>
              <a:uFillTx/>
              <a:latin typeface="Arial"/>
            </a:endParaRPr>
          </a:p>
          <a:p>
            <a:pPr>
              <a:lnSpc>
                <a:spcPct val="100000"/>
              </a:lnSpc>
            </a:pPr>
            <a:endParaRPr lang="tr-TR" sz="1550" b="0" u="none" strike="noStrike" dirty="0">
              <a:solidFill>
                <a:srgbClr val="000000"/>
              </a:solidFill>
              <a:effectLst/>
              <a:uFillTx/>
              <a:latin typeface="Arial"/>
            </a:endParaRPr>
          </a:p>
        </p:txBody>
      </p:sp>
      <p:pic>
        <p:nvPicPr>
          <p:cNvPr id="707" name="Picture 6"/>
          <p:cNvPicPr/>
          <p:nvPr/>
        </p:nvPicPr>
        <p:blipFill>
          <a:blip r:embed="rId3"/>
          <a:stretch/>
        </p:blipFill>
        <p:spPr>
          <a:xfrm>
            <a:off x="9630360" y="276120"/>
            <a:ext cx="1062720" cy="1062720"/>
          </a:xfrm>
          <a:prstGeom prst="rect">
            <a:avLst/>
          </a:prstGeom>
          <a:noFill/>
          <a:ln w="0">
            <a:noFill/>
          </a:ln>
        </p:spPr>
      </p:pic>
      <p:sp>
        <p:nvSpPr>
          <p:cNvPr id="708" name="PlaceHolder 4"/>
          <p:cNvSpPr>
            <a:spLocks noGrp="1"/>
          </p:cNvSpPr>
          <p:nvPr>
            <p:ph type="ftr" idx="184"/>
          </p:nvPr>
        </p:nvSpPr>
        <p:spPr>
          <a:xfrm>
            <a:off x="3542040" y="6890040"/>
            <a:ext cx="3608640" cy="320040"/>
          </a:xfrm>
          <a:prstGeom prst="rect">
            <a:avLst/>
          </a:prstGeom>
          <a:noFill/>
          <a:ln w="0">
            <a:noFill/>
          </a:ln>
        </p:spPr>
        <p:txBody>
          <a:bodyPr lIns="0" tIns="0" rIns="0" bIns="0" anchor="t">
            <a:noAutofit/>
          </a:bodyPr>
          <a:lstStyle>
            <a:lvl1pPr indent="0" algn="ctr">
              <a:lnSpc>
                <a:spcPct val="100000"/>
              </a:lnSpc>
              <a:buNone/>
              <a:defRPr lang="tr-TR" sz="1050" b="0" u="none" strike="noStrike">
                <a:solidFill>
                  <a:srgbClr val="898989"/>
                </a:solidFill>
                <a:effectLst/>
                <a:uFillTx/>
                <a:latin typeface="Calibri"/>
              </a:defRPr>
            </a:lvl1pPr>
          </a:lstStyle>
          <a:p>
            <a:pPr indent="0" algn="ctr">
              <a:lnSpc>
                <a:spcPct val="100000"/>
              </a:lnSpc>
              <a:buNone/>
            </a:pPr>
            <a:r>
              <a:rPr lang="tr-TR" sz="1050" b="0" u="none" strike="noStrike" dirty="0">
                <a:solidFill>
                  <a:srgbClr val="898989"/>
                </a:solidFill>
                <a:effectLst/>
                <a:uFillTx/>
                <a:latin typeface="Calibri"/>
              </a:rPr>
              <a:t>2026 TEKNOFEST DİKEY İNİŞLİ ROKET YARIŞMASI</a:t>
            </a:r>
            <a:br>
              <a:rPr sz="1050" dirty="0"/>
            </a:br>
            <a:r>
              <a:rPr lang="tr-TR" sz="1050" b="0" u="none" strike="noStrike" dirty="0">
                <a:solidFill>
                  <a:srgbClr val="898989"/>
                </a:solidFill>
                <a:effectLst/>
                <a:uFillTx/>
                <a:latin typeface="Calibri"/>
              </a:rPr>
              <a:t> </a:t>
            </a:r>
            <a:r>
              <a:rPr lang="en-US" sz="1050" b="0" u="none" strike="noStrike" dirty="0">
                <a:solidFill>
                  <a:srgbClr val="898989"/>
                </a:solidFill>
                <a:effectLst/>
                <a:uFillTx/>
                <a:latin typeface="Calibri"/>
              </a:rPr>
              <a:t>KRİTİK</a:t>
            </a:r>
            <a:r>
              <a:rPr lang="tr-TR" sz="1050" b="0" u="none" strike="noStrike" dirty="0">
                <a:solidFill>
                  <a:srgbClr val="898989"/>
                </a:solidFill>
                <a:effectLst/>
                <a:uFillTx/>
                <a:latin typeface="Calibri"/>
              </a:rPr>
              <a:t> TASARIM RAPORU (</a:t>
            </a:r>
            <a:r>
              <a:rPr lang="en-US" sz="1050" b="0" u="none" strike="noStrike" dirty="0">
                <a:solidFill>
                  <a:srgbClr val="898989"/>
                </a:solidFill>
                <a:effectLst/>
                <a:uFillTx/>
                <a:latin typeface="Calibri"/>
              </a:rPr>
              <a:t>K</a:t>
            </a:r>
            <a:r>
              <a:rPr lang="tr-TR" sz="1050" b="0" u="none" strike="noStrike" dirty="0">
                <a:solidFill>
                  <a:srgbClr val="898989"/>
                </a:solidFill>
                <a:effectLst/>
                <a:uFillTx/>
                <a:latin typeface="Calibri"/>
              </a:rPr>
              <a:t>TR)</a:t>
            </a:r>
            <a:endParaRPr lang="tr-TR" sz="1050" b="0" u="none" strike="noStrike" dirty="0">
              <a:solidFill>
                <a:srgbClr val="000000"/>
              </a:solidFill>
              <a:effectLst/>
              <a:uFillTx/>
              <a:latin typeface="Times New Roman"/>
            </a:endParaRPr>
          </a:p>
        </p:txBody>
      </p:sp>
      <p:sp>
        <p:nvSpPr>
          <p:cNvPr id="709" name="TextBox 8"/>
          <p:cNvSpPr/>
          <p:nvPr/>
        </p:nvSpPr>
        <p:spPr>
          <a:xfrm>
            <a:off x="6480" y="544680"/>
            <a:ext cx="1027440" cy="569880"/>
          </a:xfrm>
          <a:prstGeom prst="rect">
            <a:avLst/>
          </a:prstGeom>
          <a:noFill/>
          <a:ln w="0">
            <a:solidFill>
              <a:srgbClr val="000000"/>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tr-TR" sz="1550" b="0" u="none" strike="noStrike">
                <a:solidFill>
                  <a:srgbClr val="000000"/>
                </a:solidFill>
                <a:effectLst/>
                <a:uFillTx/>
                <a:latin typeface="Calibri"/>
              </a:rPr>
              <a:t>Takım Logosu</a:t>
            </a:r>
            <a:endParaRPr lang="tr-TR" sz="1550" b="0" u="none" strike="noStrike">
              <a:solidFill>
                <a:srgbClr val="000000"/>
              </a:solidFill>
              <a:effectLst/>
              <a:uFillTx/>
              <a:latin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0" name="PlaceHolder 1"/>
          <p:cNvSpPr>
            <a:spLocks noGrp="1"/>
          </p:cNvSpPr>
          <p:nvPr>
            <p:ph type="title"/>
          </p:nvPr>
        </p:nvSpPr>
        <p:spPr>
          <a:xfrm>
            <a:off x="1034280" y="470160"/>
            <a:ext cx="8697240" cy="721800"/>
          </a:xfrm>
          <a:prstGeom prst="rect">
            <a:avLst/>
          </a:prstGeom>
          <a:noFill/>
          <a:ln w="0">
            <a:noFill/>
          </a:ln>
        </p:spPr>
        <p:txBody>
          <a:bodyPr lIns="0" tIns="0" rIns="0" bIns="0" anchor="b">
            <a:noAutofit/>
          </a:bodyPr>
          <a:lstStyle/>
          <a:p>
            <a:pPr indent="0" algn="ctr">
              <a:lnSpc>
                <a:spcPct val="100000"/>
              </a:lnSpc>
              <a:buNone/>
            </a:pPr>
            <a:r>
              <a:rPr lang="tr-TR" sz="3950" b="1" u="none" strike="noStrike">
                <a:solidFill>
                  <a:srgbClr val="0070C0"/>
                </a:solidFill>
                <a:effectLst/>
                <a:uFillTx/>
                <a:latin typeface="Calibri"/>
              </a:rPr>
              <a:t>KTR Puan Şablonu</a:t>
            </a:r>
            <a:endParaRPr lang="tr-TR" sz="3950" b="0" u="none" strike="noStrike">
              <a:solidFill>
                <a:srgbClr val="000000"/>
              </a:solidFill>
              <a:effectLst/>
              <a:uFillTx/>
              <a:latin typeface="Calibri"/>
            </a:endParaRPr>
          </a:p>
        </p:txBody>
      </p:sp>
      <p:cxnSp>
        <p:nvCxnSpPr>
          <p:cNvPr id="711" name="Straight Connector 4"/>
          <p:cNvCxnSpPr/>
          <p:nvPr/>
        </p:nvCxnSpPr>
        <p:spPr>
          <a:xfrm flipV="1">
            <a:off x="0" y="1352520"/>
            <a:ext cx="10693440" cy="23040"/>
          </a:xfrm>
          <a:prstGeom prst="straightConnector1">
            <a:avLst/>
          </a:prstGeom>
          <a:ln w="38100">
            <a:solidFill>
              <a:srgbClr val="4A7EBB"/>
            </a:solidFill>
            <a:round/>
          </a:ln>
        </p:spPr>
      </p:cxnSp>
      <p:cxnSp>
        <p:nvCxnSpPr>
          <p:cNvPr id="712" name="Straight Connector 5"/>
          <p:cNvCxnSpPr/>
          <p:nvPr/>
        </p:nvCxnSpPr>
        <p:spPr>
          <a:xfrm flipV="1">
            <a:off x="0" y="6790680"/>
            <a:ext cx="10693440" cy="22680"/>
          </a:xfrm>
          <a:prstGeom prst="straightConnector1">
            <a:avLst/>
          </a:prstGeom>
          <a:ln w="38100">
            <a:solidFill>
              <a:srgbClr val="4A7EBB"/>
            </a:solidFill>
            <a:round/>
          </a:ln>
        </p:spPr>
      </p:cxnSp>
      <p:sp>
        <p:nvSpPr>
          <p:cNvPr id="713" name="PlaceHolder 2"/>
          <p:cNvSpPr>
            <a:spLocks noGrp="1"/>
          </p:cNvSpPr>
          <p:nvPr>
            <p:ph type="sldNum" idx="185"/>
          </p:nvPr>
        </p:nvSpPr>
        <p:spPr>
          <a:xfrm>
            <a:off x="9724320" y="6981840"/>
            <a:ext cx="201600" cy="16092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66824E7D-30F0-4518-9447-490FEB25F869}" type="slidenum">
              <a:rPr lang="tr-TR" sz="1050" b="0" u="none" strike="noStrike">
                <a:solidFill>
                  <a:srgbClr val="898989"/>
                </a:solidFill>
                <a:effectLst/>
                <a:uFillTx/>
                <a:latin typeface="Calibri"/>
              </a:rPr>
              <a:t>57</a:t>
            </a:fld>
            <a:endParaRPr lang="tr-TR" sz="1050" b="0" u="none" strike="noStrike">
              <a:solidFill>
                <a:srgbClr val="000000"/>
              </a:solidFill>
              <a:effectLst/>
              <a:uFillTx/>
              <a:latin typeface="Times New Roman"/>
            </a:endParaRPr>
          </a:p>
        </p:txBody>
      </p:sp>
      <p:sp>
        <p:nvSpPr>
          <p:cNvPr id="714" name="PlaceHolder 3"/>
          <p:cNvSpPr>
            <a:spLocks noGrp="1"/>
          </p:cNvSpPr>
          <p:nvPr>
            <p:ph type="dt" idx="186"/>
          </p:nvPr>
        </p:nvSpPr>
        <p:spPr>
          <a:xfrm>
            <a:off x="802800" y="6981840"/>
            <a:ext cx="1320840" cy="16128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478E2D8C-5701-4986-B131-9BE55D03EEDB}" type="datetime2">
              <a:rPr lang="tr-TR" sz="1050" b="0" u="none" strike="noStrike">
                <a:solidFill>
                  <a:srgbClr val="898989"/>
                </a:solidFill>
                <a:effectLst/>
                <a:uFillTx/>
                <a:latin typeface="Calibri"/>
              </a:rPr>
              <a:t>21 Nisan 2026 Salı</a:t>
            </a:fld>
            <a:endParaRPr lang="tr-TR" sz="1050" b="0" u="none" strike="noStrike">
              <a:solidFill>
                <a:srgbClr val="000000"/>
              </a:solidFill>
              <a:effectLst/>
              <a:uFillTx/>
              <a:latin typeface="Times New Roman"/>
            </a:endParaRPr>
          </a:p>
        </p:txBody>
      </p:sp>
      <p:pic>
        <p:nvPicPr>
          <p:cNvPr id="715" name="Picture 6"/>
          <p:cNvPicPr/>
          <p:nvPr/>
        </p:nvPicPr>
        <p:blipFill>
          <a:blip r:embed="rId3"/>
          <a:stretch/>
        </p:blipFill>
        <p:spPr>
          <a:xfrm>
            <a:off x="9630360" y="276120"/>
            <a:ext cx="1062720" cy="1062720"/>
          </a:xfrm>
          <a:prstGeom prst="rect">
            <a:avLst/>
          </a:prstGeom>
          <a:noFill/>
          <a:ln w="0">
            <a:noFill/>
          </a:ln>
        </p:spPr>
      </p:pic>
      <p:graphicFrame>
        <p:nvGraphicFramePr>
          <p:cNvPr id="716" name="Tablo 13"/>
          <p:cNvGraphicFramePr/>
          <p:nvPr/>
        </p:nvGraphicFramePr>
        <p:xfrm>
          <a:off x="2125440" y="2114280"/>
          <a:ext cx="6696360" cy="4587240"/>
        </p:xfrm>
        <a:graphic>
          <a:graphicData uri="http://schemas.openxmlformats.org/drawingml/2006/table">
            <a:tbl>
              <a:tblPr/>
              <a:tblGrid>
                <a:gridCol w="6012360">
                  <a:extLst>
                    <a:ext uri="{9D8B030D-6E8A-4147-A177-3AD203B41FA5}">
                      <a16:colId xmlns:a16="http://schemas.microsoft.com/office/drawing/2014/main" val="20000"/>
                    </a:ext>
                  </a:extLst>
                </a:gridCol>
                <a:gridCol w="684000">
                  <a:extLst>
                    <a:ext uri="{9D8B030D-6E8A-4147-A177-3AD203B41FA5}">
                      <a16:colId xmlns:a16="http://schemas.microsoft.com/office/drawing/2014/main" val="20001"/>
                    </a:ext>
                  </a:extLst>
                </a:gridCol>
              </a:tblGrid>
              <a:tr h="248760">
                <a:tc>
                  <a:txBody>
                    <a:bodyPr/>
                    <a:lstStyle/>
                    <a:p>
                      <a:pPr algn="ctr">
                        <a:lnSpc>
                          <a:spcPct val="100000"/>
                        </a:lnSpc>
                      </a:pPr>
                      <a:r>
                        <a:rPr lang="tr-TR" sz="1550" b="1" u="none" strike="noStrike">
                          <a:solidFill>
                            <a:srgbClr val="000000"/>
                          </a:solidFill>
                          <a:effectLst/>
                          <a:uFillTx/>
                          <a:latin typeface="Calibri"/>
                        </a:rPr>
                        <a:t>İş Faaliyeti</a:t>
                      </a:r>
                      <a:endParaRPr lang="tr-TR" sz="1550" b="0" u="none" strike="noStrike">
                        <a:solidFill>
                          <a:srgbClr val="000000"/>
                        </a:solidFill>
                        <a:effectLst/>
                        <a:uFillTx/>
                        <a:latin typeface="Arial"/>
                      </a:endParaRPr>
                    </a:p>
                  </a:txBody>
                  <a:tcPr marL="8280" marR="828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AEFF7"/>
                    </a:solidFill>
                  </a:tcPr>
                </a:tc>
                <a:tc>
                  <a:txBody>
                    <a:bodyPr/>
                    <a:lstStyle/>
                    <a:p>
                      <a:pPr algn="ctr">
                        <a:lnSpc>
                          <a:spcPct val="100000"/>
                        </a:lnSpc>
                      </a:pPr>
                      <a:r>
                        <a:rPr lang="tr-TR" sz="1550" b="1" u="none" strike="noStrike">
                          <a:solidFill>
                            <a:srgbClr val="000000"/>
                          </a:solidFill>
                          <a:effectLst/>
                          <a:uFillTx/>
                          <a:latin typeface="Calibri"/>
                        </a:rPr>
                        <a:t>Puan</a:t>
                      </a:r>
                      <a:endParaRPr lang="tr-TR" sz="1550" b="0" u="none" strike="noStrike">
                        <a:solidFill>
                          <a:srgbClr val="000000"/>
                        </a:solidFill>
                        <a:effectLst/>
                        <a:uFillTx/>
                        <a:latin typeface="Arial"/>
                      </a:endParaRPr>
                    </a:p>
                  </a:txBody>
                  <a:tcPr marL="8280" marR="82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AEFF7"/>
                    </a:solidFill>
                  </a:tcPr>
                </a:tc>
                <a:extLst>
                  <a:ext uri="{0D108BD9-81ED-4DB2-BD59-A6C34878D82A}">
                    <a16:rowId xmlns:a16="http://schemas.microsoft.com/office/drawing/2014/main" val="10000"/>
                  </a:ext>
                </a:extLst>
              </a:tr>
              <a:tr h="248760">
                <a:tc>
                  <a:txBody>
                    <a:bodyPr/>
                    <a:lstStyle/>
                    <a:p>
                      <a:pPr>
                        <a:lnSpc>
                          <a:spcPct val="100000"/>
                        </a:lnSpc>
                      </a:pPr>
                      <a:r>
                        <a:rPr lang="tr-TR" sz="1550" b="0" i="1" u="none" strike="noStrike">
                          <a:solidFill>
                            <a:srgbClr val="000000"/>
                          </a:solidFill>
                          <a:effectLst/>
                          <a:uFillTx/>
                          <a:latin typeface="Calibri"/>
                        </a:rPr>
                        <a:t>Genel Tasarım</a:t>
                      </a:r>
                      <a:endParaRPr lang="tr-TR" sz="1550" b="0" u="none" strike="noStrike">
                        <a:solidFill>
                          <a:srgbClr val="000000"/>
                        </a:solidFill>
                        <a:effectLst/>
                        <a:uFillTx/>
                        <a:latin typeface="Arial"/>
                      </a:endParaRPr>
                    </a:p>
                  </a:txBody>
                  <a:tcPr marL="8280" marR="828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AEFF7"/>
                    </a:solidFill>
                  </a:tcPr>
                </a:tc>
                <a:tc>
                  <a:txBody>
                    <a:bodyPr/>
                    <a:lstStyle/>
                    <a:p>
                      <a:pPr algn="ctr">
                        <a:lnSpc>
                          <a:spcPct val="100000"/>
                        </a:lnSpc>
                      </a:pPr>
                      <a:r>
                        <a:rPr lang="tr-TR" sz="1550" b="0" i="1" u="none" strike="noStrike">
                          <a:solidFill>
                            <a:srgbClr val="000000"/>
                          </a:solidFill>
                          <a:effectLst/>
                          <a:uFillTx/>
                          <a:latin typeface="Calibri"/>
                        </a:rPr>
                        <a:t>4</a:t>
                      </a:r>
                      <a:endParaRPr lang="tr-TR" sz="1550" b="0" u="none" strike="noStrike">
                        <a:solidFill>
                          <a:srgbClr val="000000"/>
                        </a:solidFill>
                        <a:effectLst/>
                        <a:uFillTx/>
                        <a:latin typeface="Arial"/>
                      </a:endParaRPr>
                    </a:p>
                  </a:txBody>
                  <a:tcPr marL="8280" marR="82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AEFF7"/>
                    </a:solidFill>
                  </a:tcPr>
                </a:tc>
                <a:extLst>
                  <a:ext uri="{0D108BD9-81ED-4DB2-BD59-A6C34878D82A}">
                    <a16:rowId xmlns:a16="http://schemas.microsoft.com/office/drawing/2014/main" val="10001"/>
                  </a:ext>
                </a:extLst>
              </a:tr>
              <a:tr h="248760">
                <a:tc>
                  <a:txBody>
                    <a:bodyPr/>
                    <a:lstStyle/>
                    <a:p>
                      <a:pPr>
                        <a:lnSpc>
                          <a:spcPct val="100000"/>
                        </a:lnSpc>
                      </a:pPr>
                      <a:r>
                        <a:rPr lang="tr-TR" sz="1550" b="0" i="1" u="none" strike="noStrike">
                          <a:solidFill>
                            <a:srgbClr val="000000"/>
                          </a:solidFill>
                          <a:effectLst/>
                          <a:uFillTx/>
                          <a:latin typeface="Calibri"/>
                        </a:rPr>
                        <a:t>Pnömatik Sistem Tasarımı</a:t>
                      </a:r>
                      <a:endParaRPr lang="tr-TR" sz="1550" b="0" u="none" strike="noStrike">
                        <a:solidFill>
                          <a:srgbClr val="000000"/>
                        </a:solidFill>
                        <a:effectLst/>
                        <a:uFillTx/>
                        <a:latin typeface="Arial"/>
                      </a:endParaRPr>
                    </a:p>
                  </a:txBody>
                  <a:tcPr marL="8280" marR="828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AEFF7"/>
                    </a:solidFill>
                  </a:tcPr>
                </a:tc>
                <a:tc>
                  <a:txBody>
                    <a:bodyPr/>
                    <a:lstStyle/>
                    <a:p>
                      <a:pPr algn="ctr">
                        <a:lnSpc>
                          <a:spcPct val="100000"/>
                        </a:lnSpc>
                      </a:pPr>
                      <a:r>
                        <a:rPr lang="tr-TR" sz="1550" b="0" i="1" u="none" strike="noStrike">
                          <a:solidFill>
                            <a:srgbClr val="000000"/>
                          </a:solidFill>
                          <a:effectLst/>
                          <a:uFillTx/>
                          <a:latin typeface="Calibri"/>
                        </a:rPr>
                        <a:t>30</a:t>
                      </a:r>
                      <a:endParaRPr lang="tr-TR" sz="1550" b="0" u="none" strike="noStrike">
                        <a:solidFill>
                          <a:srgbClr val="000000"/>
                        </a:solidFill>
                        <a:effectLst/>
                        <a:uFillTx/>
                        <a:latin typeface="Arial"/>
                      </a:endParaRPr>
                    </a:p>
                  </a:txBody>
                  <a:tcPr marL="8280" marR="82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AEFF7"/>
                    </a:solidFill>
                  </a:tcPr>
                </a:tc>
                <a:extLst>
                  <a:ext uri="{0D108BD9-81ED-4DB2-BD59-A6C34878D82A}">
                    <a16:rowId xmlns:a16="http://schemas.microsoft.com/office/drawing/2014/main" val="10002"/>
                  </a:ext>
                </a:extLst>
              </a:tr>
              <a:tr h="248760">
                <a:tc>
                  <a:txBody>
                    <a:bodyPr/>
                    <a:lstStyle/>
                    <a:p>
                      <a:pPr>
                        <a:lnSpc>
                          <a:spcPct val="100000"/>
                        </a:lnSpc>
                      </a:pPr>
                      <a:r>
                        <a:rPr lang="tr-TR" sz="1550" b="0" i="1" u="none" strike="noStrike">
                          <a:solidFill>
                            <a:srgbClr val="000000"/>
                          </a:solidFill>
                          <a:effectLst/>
                          <a:uFillTx/>
                          <a:latin typeface="Calibri"/>
                        </a:rPr>
                        <a:t>Mekanik Yapı Görünümü ve Güdüm Kontrol Sisteminin Görünümü </a:t>
                      </a:r>
                      <a:endParaRPr lang="tr-TR" sz="1550" b="0" u="none" strike="noStrike">
                        <a:solidFill>
                          <a:srgbClr val="000000"/>
                        </a:solidFill>
                        <a:effectLst/>
                        <a:uFillTx/>
                        <a:latin typeface="Arial"/>
                      </a:endParaRPr>
                    </a:p>
                  </a:txBody>
                  <a:tcPr marL="8280" marR="828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AEFF7"/>
                    </a:solidFill>
                  </a:tcPr>
                </a:tc>
                <a:tc>
                  <a:txBody>
                    <a:bodyPr/>
                    <a:lstStyle/>
                    <a:p>
                      <a:pPr algn="ctr">
                        <a:lnSpc>
                          <a:spcPct val="100000"/>
                        </a:lnSpc>
                      </a:pPr>
                      <a:r>
                        <a:rPr lang="tr-TR" sz="1550" b="0" i="1" u="none" strike="noStrike">
                          <a:solidFill>
                            <a:srgbClr val="000000"/>
                          </a:solidFill>
                          <a:effectLst/>
                          <a:uFillTx/>
                          <a:latin typeface="Calibri"/>
                        </a:rPr>
                        <a:t>15</a:t>
                      </a:r>
                      <a:endParaRPr lang="tr-TR" sz="1550" b="0" u="none" strike="noStrike">
                        <a:solidFill>
                          <a:srgbClr val="000000"/>
                        </a:solidFill>
                        <a:effectLst/>
                        <a:uFillTx/>
                        <a:latin typeface="Arial"/>
                      </a:endParaRPr>
                    </a:p>
                  </a:txBody>
                  <a:tcPr marL="8280" marR="82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AEFF7"/>
                    </a:solidFill>
                  </a:tcPr>
                </a:tc>
                <a:extLst>
                  <a:ext uri="{0D108BD9-81ED-4DB2-BD59-A6C34878D82A}">
                    <a16:rowId xmlns:a16="http://schemas.microsoft.com/office/drawing/2014/main" val="10003"/>
                  </a:ext>
                </a:extLst>
              </a:tr>
              <a:tr h="248760">
                <a:tc>
                  <a:txBody>
                    <a:bodyPr/>
                    <a:lstStyle/>
                    <a:p>
                      <a:pPr>
                        <a:lnSpc>
                          <a:spcPct val="100000"/>
                        </a:lnSpc>
                      </a:pPr>
                      <a:r>
                        <a:rPr lang="tr-TR" sz="1550" b="0" i="1" u="none" strike="noStrike">
                          <a:solidFill>
                            <a:srgbClr val="000000"/>
                          </a:solidFill>
                          <a:effectLst/>
                          <a:uFillTx/>
                          <a:latin typeface="Calibri"/>
                        </a:rPr>
                        <a:t>İniş Takımı</a:t>
                      </a:r>
                      <a:endParaRPr lang="tr-TR" sz="1550" b="0" u="none" strike="noStrike">
                        <a:solidFill>
                          <a:srgbClr val="000000"/>
                        </a:solidFill>
                        <a:effectLst/>
                        <a:uFillTx/>
                        <a:latin typeface="Arial"/>
                      </a:endParaRPr>
                    </a:p>
                  </a:txBody>
                  <a:tcPr marL="8280" marR="828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AEFF7"/>
                    </a:solidFill>
                  </a:tcPr>
                </a:tc>
                <a:tc>
                  <a:txBody>
                    <a:bodyPr/>
                    <a:lstStyle/>
                    <a:p>
                      <a:pPr algn="ctr">
                        <a:lnSpc>
                          <a:spcPct val="100000"/>
                        </a:lnSpc>
                      </a:pPr>
                      <a:r>
                        <a:rPr lang="tr-TR" sz="1550" b="0" i="1" u="none" strike="noStrike">
                          <a:solidFill>
                            <a:srgbClr val="000000"/>
                          </a:solidFill>
                          <a:effectLst/>
                          <a:uFillTx/>
                          <a:latin typeface="Calibri"/>
                        </a:rPr>
                        <a:t>4</a:t>
                      </a:r>
                      <a:endParaRPr lang="tr-TR" sz="1550" b="0" u="none" strike="noStrike">
                        <a:solidFill>
                          <a:srgbClr val="000000"/>
                        </a:solidFill>
                        <a:effectLst/>
                        <a:uFillTx/>
                        <a:latin typeface="Arial"/>
                      </a:endParaRPr>
                    </a:p>
                  </a:txBody>
                  <a:tcPr marL="8280" marR="82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AEFF7"/>
                    </a:solidFill>
                  </a:tcPr>
                </a:tc>
                <a:extLst>
                  <a:ext uri="{0D108BD9-81ED-4DB2-BD59-A6C34878D82A}">
                    <a16:rowId xmlns:a16="http://schemas.microsoft.com/office/drawing/2014/main" val="10004"/>
                  </a:ext>
                </a:extLst>
              </a:tr>
              <a:tr h="248760">
                <a:tc>
                  <a:txBody>
                    <a:bodyPr/>
                    <a:lstStyle/>
                    <a:p>
                      <a:pPr>
                        <a:lnSpc>
                          <a:spcPct val="100000"/>
                        </a:lnSpc>
                      </a:pPr>
                      <a:r>
                        <a:rPr lang="tr-TR" sz="1550" b="0" i="1" u="none" strike="noStrike">
                          <a:solidFill>
                            <a:srgbClr val="000000"/>
                          </a:solidFill>
                          <a:effectLst/>
                          <a:uFillTx/>
                          <a:latin typeface="Calibri"/>
                        </a:rPr>
                        <a:t>Yapısal Analizler ve Testler</a:t>
                      </a:r>
                      <a:endParaRPr lang="tr-TR" sz="1550" b="0" u="none" strike="noStrike">
                        <a:solidFill>
                          <a:srgbClr val="000000"/>
                        </a:solidFill>
                        <a:effectLst/>
                        <a:uFillTx/>
                        <a:latin typeface="Arial"/>
                      </a:endParaRPr>
                    </a:p>
                  </a:txBody>
                  <a:tcPr marL="8280" marR="828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AEFF7"/>
                    </a:solidFill>
                  </a:tcPr>
                </a:tc>
                <a:tc>
                  <a:txBody>
                    <a:bodyPr/>
                    <a:lstStyle/>
                    <a:p>
                      <a:pPr algn="ctr">
                        <a:lnSpc>
                          <a:spcPct val="100000"/>
                        </a:lnSpc>
                      </a:pPr>
                      <a:r>
                        <a:rPr lang="tr-TR" sz="1550" b="0" i="1" u="none" strike="noStrike">
                          <a:solidFill>
                            <a:srgbClr val="000000"/>
                          </a:solidFill>
                          <a:effectLst/>
                          <a:uFillTx/>
                          <a:latin typeface="Calibri"/>
                        </a:rPr>
                        <a:t>5</a:t>
                      </a:r>
                      <a:endParaRPr lang="tr-TR" sz="1550" b="0" u="none" strike="noStrike">
                        <a:solidFill>
                          <a:srgbClr val="000000"/>
                        </a:solidFill>
                        <a:effectLst/>
                        <a:uFillTx/>
                        <a:latin typeface="Arial"/>
                      </a:endParaRPr>
                    </a:p>
                  </a:txBody>
                  <a:tcPr marL="8280" marR="82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AEFF7"/>
                    </a:solidFill>
                  </a:tcPr>
                </a:tc>
                <a:extLst>
                  <a:ext uri="{0D108BD9-81ED-4DB2-BD59-A6C34878D82A}">
                    <a16:rowId xmlns:a16="http://schemas.microsoft.com/office/drawing/2014/main" val="10005"/>
                  </a:ext>
                </a:extLst>
              </a:tr>
              <a:tr h="248760">
                <a:tc>
                  <a:txBody>
                    <a:bodyPr/>
                    <a:lstStyle/>
                    <a:p>
                      <a:pPr>
                        <a:lnSpc>
                          <a:spcPct val="100000"/>
                        </a:lnSpc>
                      </a:pPr>
                      <a:r>
                        <a:rPr lang="tr-TR" sz="1550" b="0" i="1" u="none" strike="noStrike">
                          <a:solidFill>
                            <a:srgbClr val="000000"/>
                          </a:solidFill>
                          <a:effectLst/>
                          <a:uFillTx/>
                          <a:latin typeface="Calibri"/>
                        </a:rPr>
                        <a:t>Bütünleşik Sistemin 3B Görünümü</a:t>
                      </a:r>
                      <a:endParaRPr lang="tr-TR" sz="1550" b="0" u="none" strike="noStrike">
                        <a:solidFill>
                          <a:srgbClr val="000000"/>
                        </a:solidFill>
                        <a:effectLst/>
                        <a:uFillTx/>
                        <a:latin typeface="Arial"/>
                      </a:endParaRPr>
                    </a:p>
                  </a:txBody>
                  <a:tcPr marL="8280" marR="828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AEFF7"/>
                    </a:solidFill>
                  </a:tcPr>
                </a:tc>
                <a:tc>
                  <a:txBody>
                    <a:bodyPr/>
                    <a:lstStyle/>
                    <a:p>
                      <a:pPr algn="ctr">
                        <a:lnSpc>
                          <a:spcPct val="100000"/>
                        </a:lnSpc>
                      </a:pPr>
                      <a:r>
                        <a:rPr lang="tr-TR" sz="1550" b="0" i="1" u="none" strike="noStrike">
                          <a:solidFill>
                            <a:srgbClr val="000000"/>
                          </a:solidFill>
                          <a:effectLst/>
                          <a:uFillTx/>
                          <a:latin typeface="Calibri"/>
                        </a:rPr>
                        <a:t>3</a:t>
                      </a:r>
                      <a:endParaRPr lang="tr-TR" sz="1550" b="0" u="none" strike="noStrike">
                        <a:solidFill>
                          <a:srgbClr val="000000"/>
                        </a:solidFill>
                        <a:effectLst/>
                        <a:uFillTx/>
                        <a:latin typeface="Arial"/>
                      </a:endParaRPr>
                    </a:p>
                  </a:txBody>
                  <a:tcPr marL="8280" marR="82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AEFF7"/>
                    </a:solidFill>
                  </a:tcPr>
                </a:tc>
                <a:extLst>
                  <a:ext uri="{0D108BD9-81ED-4DB2-BD59-A6C34878D82A}">
                    <a16:rowId xmlns:a16="http://schemas.microsoft.com/office/drawing/2014/main" val="10006"/>
                  </a:ext>
                </a:extLst>
              </a:tr>
              <a:tr h="248760">
                <a:tc>
                  <a:txBody>
                    <a:bodyPr/>
                    <a:lstStyle/>
                    <a:p>
                      <a:pPr>
                        <a:lnSpc>
                          <a:spcPct val="100000"/>
                        </a:lnSpc>
                      </a:pPr>
                      <a:r>
                        <a:rPr lang="tr-TR" sz="1550" b="0" i="1" u="none" strike="noStrike">
                          <a:solidFill>
                            <a:srgbClr val="000000"/>
                          </a:solidFill>
                          <a:effectLst/>
                          <a:uFillTx/>
                          <a:latin typeface="Calibri"/>
                        </a:rPr>
                        <a:t>6 Serbestlik Dereceli Uçuş Benzetimi</a:t>
                      </a:r>
                      <a:endParaRPr lang="tr-TR" sz="1550" b="0" u="none" strike="noStrike">
                        <a:solidFill>
                          <a:srgbClr val="000000"/>
                        </a:solidFill>
                        <a:effectLst/>
                        <a:uFillTx/>
                        <a:latin typeface="Arial"/>
                      </a:endParaRPr>
                    </a:p>
                  </a:txBody>
                  <a:tcPr marL="8280" marR="828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AEFF7"/>
                    </a:solidFill>
                  </a:tcPr>
                </a:tc>
                <a:tc>
                  <a:txBody>
                    <a:bodyPr/>
                    <a:lstStyle/>
                    <a:p>
                      <a:pPr algn="ctr">
                        <a:lnSpc>
                          <a:spcPct val="100000"/>
                        </a:lnSpc>
                      </a:pPr>
                      <a:r>
                        <a:rPr lang="tr-TR" sz="1550" b="0" i="1" u="none" strike="noStrike">
                          <a:solidFill>
                            <a:srgbClr val="000000"/>
                          </a:solidFill>
                          <a:effectLst/>
                          <a:uFillTx/>
                          <a:latin typeface="Calibri"/>
                        </a:rPr>
                        <a:t>10</a:t>
                      </a:r>
                      <a:endParaRPr lang="tr-TR" sz="1550" b="0" u="none" strike="noStrike">
                        <a:solidFill>
                          <a:srgbClr val="000000"/>
                        </a:solidFill>
                        <a:effectLst/>
                        <a:uFillTx/>
                        <a:latin typeface="Arial"/>
                      </a:endParaRPr>
                    </a:p>
                  </a:txBody>
                  <a:tcPr marL="8280" marR="82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AEFF7"/>
                    </a:solidFill>
                  </a:tcPr>
                </a:tc>
                <a:extLst>
                  <a:ext uri="{0D108BD9-81ED-4DB2-BD59-A6C34878D82A}">
                    <a16:rowId xmlns:a16="http://schemas.microsoft.com/office/drawing/2014/main" val="10007"/>
                  </a:ext>
                </a:extLst>
              </a:tr>
              <a:tr h="248760">
                <a:tc>
                  <a:txBody>
                    <a:bodyPr/>
                    <a:lstStyle/>
                    <a:p>
                      <a:pPr>
                        <a:lnSpc>
                          <a:spcPct val="100000"/>
                        </a:lnSpc>
                      </a:pPr>
                      <a:r>
                        <a:rPr lang="tr-TR" sz="1550" b="0" i="1" u="none" strike="noStrike">
                          <a:solidFill>
                            <a:srgbClr val="000000"/>
                          </a:solidFill>
                          <a:effectLst/>
                          <a:uFillTx/>
                          <a:latin typeface="Calibri"/>
                        </a:rPr>
                        <a:t>Güdüm Kontrol Sistemi</a:t>
                      </a:r>
                      <a:endParaRPr lang="tr-TR" sz="1550" b="0" u="none" strike="noStrike">
                        <a:solidFill>
                          <a:srgbClr val="000000"/>
                        </a:solidFill>
                        <a:effectLst/>
                        <a:uFillTx/>
                        <a:latin typeface="Arial"/>
                      </a:endParaRPr>
                    </a:p>
                  </a:txBody>
                  <a:tcPr marL="8280" marR="828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AEFF7"/>
                    </a:solidFill>
                  </a:tcPr>
                </a:tc>
                <a:tc>
                  <a:txBody>
                    <a:bodyPr/>
                    <a:lstStyle/>
                    <a:p>
                      <a:pPr algn="ctr">
                        <a:lnSpc>
                          <a:spcPct val="100000"/>
                        </a:lnSpc>
                      </a:pPr>
                      <a:r>
                        <a:rPr lang="tr-TR" sz="1550" b="0" i="1" u="none" strike="noStrike">
                          <a:solidFill>
                            <a:srgbClr val="000000"/>
                          </a:solidFill>
                          <a:effectLst/>
                          <a:uFillTx/>
                          <a:latin typeface="Calibri"/>
                        </a:rPr>
                        <a:t>10</a:t>
                      </a:r>
                      <a:endParaRPr lang="tr-TR" sz="1550" b="0" u="none" strike="noStrike">
                        <a:solidFill>
                          <a:srgbClr val="000000"/>
                        </a:solidFill>
                        <a:effectLst/>
                        <a:uFillTx/>
                        <a:latin typeface="Arial"/>
                      </a:endParaRPr>
                    </a:p>
                  </a:txBody>
                  <a:tcPr marL="8280" marR="82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AEFF7"/>
                    </a:solidFill>
                  </a:tcPr>
                </a:tc>
                <a:extLst>
                  <a:ext uri="{0D108BD9-81ED-4DB2-BD59-A6C34878D82A}">
                    <a16:rowId xmlns:a16="http://schemas.microsoft.com/office/drawing/2014/main" val="10008"/>
                  </a:ext>
                </a:extLst>
              </a:tr>
              <a:tr h="248760">
                <a:tc>
                  <a:txBody>
                    <a:bodyPr/>
                    <a:lstStyle/>
                    <a:p>
                      <a:pPr>
                        <a:lnSpc>
                          <a:spcPct val="100000"/>
                        </a:lnSpc>
                      </a:pPr>
                      <a:r>
                        <a:rPr lang="tr-TR" sz="1550" b="0" i="1" u="none" strike="noStrike">
                          <a:solidFill>
                            <a:srgbClr val="000000"/>
                          </a:solidFill>
                          <a:effectLst/>
                          <a:uFillTx/>
                          <a:latin typeface="Calibri"/>
                        </a:rPr>
                        <a:t>Aviyonik Sistem</a:t>
                      </a:r>
                      <a:endParaRPr lang="tr-TR" sz="1550" b="0" u="none" strike="noStrike">
                        <a:solidFill>
                          <a:srgbClr val="000000"/>
                        </a:solidFill>
                        <a:effectLst/>
                        <a:uFillTx/>
                        <a:latin typeface="Arial"/>
                      </a:endParaRPr>
                    </a:p>
                  </a:txBody>
                  <a:tcPr marL="8280" marR="828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AEFF7"/>
                    </a:solidFill>
                  </a:tcPr>
                </a:tc>
                <a:tc>
                  <a:txBody>
                    <a:bodyPr/>
                    <a:lstStyle/>
                    <a:p>
                      <a:pPr algn="ctr">
                        <a:lnSpc>
                          <a:spcPct val="100000"/>
                        </a:lnSpc>
                      </a:pPr>
                      <a:r>
                        <a:rPr lang="tr-TR" sz="1550" b="0" i="1" u="none" strike="noStrike">
                          <a:solidFill>
                            <a:srgbClr val="000000"/>
                          </a:solidFill>
                          <a:effectLst/>
                          <a:uFillTx/>
                          <a:latin typeface="Calibri"/>
                        </a:rPr>
                        <a:t>7</a:t>
                      </a:r>
                      <a:endParaRPr lang="tr-TR" sz="1550" b="0" u="none" strike="noStrike">
                        <a:solidFill>
                          <a:srgbClr val="000000"/>
                        </a:solidFill>
                        <a:effectLst/>
                        <a:uFillTx/>
                        <a:latin typeface="Arial"/>
                      </a:endParaRPr>
                    </a:p>
                  </a:txBody>
                  <a:tcPr marL="8280" marR="82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AEFF7"/>
                    </a:solidFill>
                  </a:tcPr>
                </a:tc>
                <a:extLst>
                  <a:ext uri="{0D108BD9-81ED-4DB2-BD59-A6C34878D82A}">
                    <a16:rowId xmlns:a16="http://schemas.microsoft.com/office/drawing/2014/main" val="10009"/>
                  </a:ext>
                </a:extLst>
              </a:tr>
              <a:tr h="248760">
                <a:tc>
                  <a:txBody>
                    <a:bodyPr/>
                    <a:lstStyle/>
                    <a:p>
                      <a:pPr>
                        <a:lnSpc>
                          <a:spcPct val="100000"/>
                        </a:lnSpc>
                      </a:pPr>
                      <a:r>
                        <a:rPr lang="tr-TR" sz="1550" b="0" i="1" u="none" strike="noStrike">
                          <a:solidFill>
                            <a:srgbClr val="000000"/>
                          </a:solidFill>
                          <a:effectLst/>
                          <a:uFillTx/>
                          <a:latin typeface="Calibri"/>
                        </a:rPr>
                        <a:t>Kütle Bütçesi</a:t>
                      </a:r>
                      <a:endParaRPr lang="tr-TR" sz="1550" b="0" u="none" strike="noStrike">
                        <a:solidFill>
                          <a:srgbClr val="000000"/>
                        </a:solidFill>
                        <a:effectLst/>
                        <a:uFillTx/>
                        <a:latin typeface="Arial"/>
                      </a:endParaRPr>
                    </a:p>
                  </a:txBody>
                  <a:tcPr marL="8280" marR="828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AEFF7"/>
                    </a:solidFill>
                  </a:tcPr>
                </a:tc>
                <a:tc>
                  <a:txBody>
                    <a:bodyPr/>
                    <a:lstStyle/>
                    <a:p>
                      <a:pPr algn="ctr">
                        <a:lnSpc>
                          <a:spcPct val="100000"/>
                        </a:lnSpc>
                      </a:pPr>
                      <a:r>
                        <a:rPr lang="tr-TR" sz="1550" b="0" i="1" u="none" strike="noStrike">
                          <a:solidFill>
                            <a:srgbClr val="000000"/>
                          </a:solidFill>
                          <a:effectLst/>
                          <a:uFillTx/>
                          <a:latin typeface="Calibri"/>
                        </a:rPr>
                        <a:t>3</a:t>
                      </a:r>
                      <a:endParaRPr lang="tr-TR" sz="1550" b="0" u="none" strike="noStrike">
                        <a:solidFill>
                          <a:srgbClr val="000000"/>
                        </a:solidFill>
                        <a:effectLst/>
                        <a:uFillTx/>
                        <a:latin typeface="Arial"/>
                      </a:endParaRPr>
                    </a:p>
                  </a:txBody>
                  <a:tcPr marL="8280" marR="82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AEFF7"/>
                    </a:solidFill>
                  </a:tcPr>
                </a:tc>
                <a:extLst>
                  <a:ext uri="{0D108BD9-81ED-4DB2-BD59-A6C34878D82A}">
                    <a16:rowId xmlns:a16="http://schemas.microsoft.com/office/drawing/2014/main" val="10010"/>
                  </a:ext>
                </a:extLst>
              </a:tr>
              <a:tr h="248760">
                <a:tc>
                  <a:txBody>
                    <a:bodyPr/>
                    <a:lstStyle/>
                    <a:p>
                      <a:pPr>
                        <a:lnSpc>
                          <a:spcPct val="100000"/>
                        </a:lnSpc>
                      </a:pPr>
                      <a:r>
                        <a:rPr lang="it-IT" sz="1550" b="0" i="1" u="none" strike="noStrike">
                          <a:solidFill>
                            <a:srgbClr val="000000"/>
                          </a:solidFill>
                          <a:effectLst/>
                          <a:uFillTx/>
                          <a:latin typeface="Calibri"/>
                        </a:rPr>
                        <a:t>Hata Türleri ve Etkileri Analizi</a:t>
                      </a:r>
                      <a:endParaRPr lang="tr-TR" sz="1550" b="0" u="none" strike="noStrike">
                        <a:solidFill>
                          <a:srgbClr val="000000"/>
                        </a:solidFill>
                        <a:effectLst/>
                        <a:uFillTx/>
                        <a:latin typeface="Arial"/>
                      </a:endParaRPr>
                    </a:p>
                  </a:txBody>
                  <a:tcPr marL="8280" marR="828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AEFF7"/>
                    </a:solidFill>
                  </a:tcPr>
                </a:tc>
                <a:tc>
                  <a:txBody>
                    <a:bodyPr/>
                    <a:lstStyle/>
                    <a:p>
                      <a:pPr algn="ctr">
                        <a:lnSpc>
                          <a:spcPct val="100000"/>
                        </a:lnSpc>
                      </a:pPr>
                      <a:r>
                        <a:rPr lang="tr-TR" sz="1550" b="0" i="1" u="none" strike="noStrike">
                          <a:solidFill>
                            <a:srgbClr val="000000"/>
                          </a:solidFill>
                          <a:effectLst/>
                          <a:uFillTx/>
                          <a:latin typeface="Calibri"/>
                        </a:rPr>
                        <a:t>5</a:t>
                      </a:r>
                      <a:endParaRPr lang="tr-TR" sz="1550" b="0" u="none" strike="noStrike">
                        <a:solidFill>
                          <a:srgbClr val="000000"/>
                        </a:solidFill>
                        <a:effectLst/>
                        <a:uFillTx/>
                        <a:latin typeface="Arial"/>
                      </a:endParaRPr>
                    </a:p>
                  </a:txBody>
                  <a:tcPr marL="8280" marR="82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AEFF7"/>
                    </a:solidFill>
                  </a:tcPr>
                </a:tc>
                <a:extLst>
                  <a:ext uri="{0D108BD9-81ED-4DB2-BD59-A6C34878D82A}">
                    <a16:rowId xmlns:a16="http://schemas.microsoft.com/office/drawing/2014/main" val="10011"/>
                  </a:ext>
                </a:extLst>
              </a:tr>
              <a:tr h="248760">
                <a:tc>
                  <a:txBody>
                    <a:bodyPr/>
                    <a:lstStyle/>
                    <a:p>
                      <a:pPr>
                        <a:lnSpc>
                          <a:spcPct val="100000"/>
                        </a:lnSpc>
                      </a:pPr>
                      <a:r>
                        <a:rPr lang="tr-TR" sz="1550" b="0" i="1" u="none" strike="noStrike">
                          <a:solidFill>
                            <a:srgbClr val="000000"/>
                          </a:solidFill>
                          <a:effectLst/>
                          <a:uFillTx/>
                          <a:latin typeface="Calibri"/>
                        </a:rPr>
                        <a:t>Proje Takvimi ve Bütçesi</a:t>
                      </a:r>
                      <a:endParaRPr lang="tr-TR" sz="1550" b="0" u="none" strike="noStrike">
                        <a:solidFill>
                          <a:srgbClr val="000000"/>
                        </a:solidFill>
                        <a:effectLst/>
                        <a:uFillTx/>
                        <a:latin typeface="Arial"/>
                      </a:endParaRPr>
                    </a:p>
                  </a:txBody>
                  <a:tcPr marL="8280" marR="828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AEFF7"/>
                    </a:solidFill>
                  </a:tcPr>
                </a:tc>
                <a:tc>
                  <a:txBody>
                    <a:bodyPr/>
                    <a:lstStyle/>
                    <a:p>
                      <a:pPr algn="ctr">
                        <a:lnSpc>
                          <a:spcPct val="100000"/>
                        </a:lnSpc>
                      </a:pPr>
                      <a:r>
                        <a:rPr lang="tr-TR" sz="1550" b="0" i="1" u="none" strike="noStrike">
                          <a:solidFill>
                            <a:srgbClr val="000000"/>
                          </a:solidFill>
                          <a:effectLst/>
                          <a:uFillTx/>
                          <a:latin typeface="Calibri"/>
                        </a:rPr>
                        <a:t>4</a:t>
                      </a:r>
                      <a:endParaRPr lang="tr-TR" sz="1550" b="0" u="none" strike="noStrike">
                        <a:solidFill>
                          <a:srgbClr val="000000"/>
                        </a:solidFill>
                        <a:effectLst/>
                        <a:uFillTx/>
                        <a:latin typeface="Arial"/>
                      </a:endParaRPr>
                    </a:p>
                  </a:txBody>
                  <a:tcPr marL="8280" marR="82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AEFF7"/>
                    </a:solidFill>
                  </a:tcPr>
                </a:tc>
                <a:extLst>
                  <a:ext uri="{0D108BD9-81ED-4DB2-BD59-A6C34878D82A}">
                    <a16:rowId xmlns:a16="http://schemas.microsoft.com/office/drawing/2014/main" val="10012"/>
                  </a:ext>
                </a:extLst>
              </a:tr>
              <a:tr h="248760">
                <a:tc>
                  <a:txBody>
                    <a:bodyPr/>
                    <a:lstStyle/>
                    <a:p>
                      <a:pPr>
                        <a:lnSpc>
                          <a:spcPct val="100000"/>
                        </a:lnSpc>
                      </a:pPr>
                      <a:r>
                        <a:rPr lang="tr-TR" sz="1550" b="1" u="none" strike="noStrike">
                          <a:solidFill>
                            <a:srgbClr val="000000"/>
                          </a:solidFill>
                          <a:effectLst/>
                          <a:uFillTx/>
                          <a:latin typeface="Calibri"/>
                        </a:rPr>
                        <a:t>Toplam Puan</a:t>
                      </a:r>
                      <a:endParaRPr lang="tr-TR" sz="1550" b="0" u="none" strike="noStrike">
                        <a:solidFill>
                          <a:srgbClr val="000000"/>
                        </a:solidFill>
                        <a:effectLst/>
                        <a:uFillTx/>
                        <a:latin typeface="Arial"/>
                      </a:endParaRPr>
                    </a:p>
                  </a:txBody>
                  <a:tcPr marL="8280" marR="828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AEFF7"/>
                    </a:solidFill>
                  </a:tcPr>
                </a:tc>
                <a:tc>
                  <a:txBody>
                    <a:bodyPr/>
                    <a:lstStyle/>
                    <a:p>
                      <a:pPr algn="ctr">
                        <a:lnSpc>
                          <a:spcPct val="100000"/>
                        </a:lnSpc>
                      </a:pPr>
                      <a:r>
                        <a:rPr lang="tr-TR" sz="1550" b="1" u="none" strike="noStrike">
                          <a:solidFill>
                            <a:srgbClr val="000000"/>
                          </a:solidFill>
                          <a:effectLst/>
                          <a:uFillTx/>
                          <a:latin typeface="Calibri"/>
                        </a:rPr>
                        <a:t>100</a:t>
                      </a:r>
                      <a:endParaRPr lang="tr-TR" sz="1550" b="0" u="none" strike="noStrike">
                        <a:solidFill>
                          <a:srgbClr val="000000"/>
                        </a:solidFill>
                        <a:effectLst/>
                        <a:uFillTx/>
                        <a:latin typeface="Arial"/>
                      </a:endParaRPr>
                    </a:p>
                  </a:txBody>
                  <a:tcPr marL="8280" marR="82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AEFF7"/>
                    </a:solidFill>
                  </a:tcPr>
                </a:tc>
                <a:extLst>
                  <a:ext uri="{0D108BD9-81ED-4DB2-BD59-A6C34878D82A}">
                    <a16:rowId xmlns:a16="http://schemas.microsoft.com/office/drawing/2014/main" val="10013"/>
                  </a:ext>
                </a:extLst>
              </a:tr>
            </a:tbl>
          </a:graphicData>
        </a:graphic>
      </p:graphicFrame>
      <p:sp>
        <p:nvSpPr>
          <p:cNvPr id="717" name="PlaceHolder 4"/>
          <p:cNvSpPr>
            <a:spLocks noGrp="1"/>
          </p:cNvSpPr>
          <p:nvPr>
            <p:ph type="ftr" idx="187"/>
          </p:nvPr>
        </p:nvSpPr>
        <p:spPr>
          <a:xfrm>
            <a:off x="3542040" y="6890040"/>
            <a:ext cx="3608640" cy="320040"/>
          </a:xfrm>
          <a:prstGeom prst="rect">
            <a:avLst/>
          </a:prstGeom>
          <a:noFill/>
          <a:ln w="0">
            <a:noFill/>
          </a:ln>
        </p:spPr>
        <p:txBody>
          <a:bodyPr lIns="0" tIns="0" rIns="0" bIns="0" anchor="t">
            <a:noAutofit/>
          </a:bodyPr>
          <a:lstStyle>
            <a:lvl1pPr indent="0" algn="ctr">
              <a:lnSpc>
                <a:spcPct val="100000"/>
              </a:lnSpc>
              <a:buNone/>
              <a:defRPr lang="tr-TR" sz="1050" b="0" u="none" strike="noStrike">
                <a:solidFill>
                  <a:srgbClr val="898989"/>
                </a:solidFill>
                <a:effectLst/>
                <a:uFillTx/>
                <a:latin typeface="Calibri"/>
              </a:defRPr>
            </a:lvl1pPr>
          </a:lstStyle>
          <a:p>
            <a:pPr indent="0" algn="ctr">
              <a:lnSpc>
                <a:spcPct val="100000"/>
              </a:lnSpc>
              <a:buNone/>
            </a:pPr>
            <a:r>
              <a:rPr lang="tr-TR" sz="1050" b="0" u="none" strike="noStrike" dirty="0">
                <a:solidFill>
                  <a:srgbClr val="898989"/>
                </a:solidFill>
                <a:effectLst/>
                <a:uFillTx/>
                <a:latin typeface="Calibri"/>
              </a:rPr>
              <a:t>2026 TEKNOFEST DİKEY İNİŞLİ ROKET YARIŞMASI</a:t>
            </a:r>
            <a:br>
              <a:rPr sz="1050" dirty="0"/>
            </a:br>
            <a:r>
              <a:rPr lang="tr-TR" sz="1050" b="0" u="none" strike="noStrike" dirty="0">
                <a:solidFill>
                  <a:srgbClr val="898989"/>
                </a:solidFill>
                <a:effectLst/>
                <a:uFillTx/>
                <a:latin typeface="Calibri"/>
              </a:rPr>
              <a:t> </a:t>
            </a:r>
            <a:r>
              <a:rPr lang="en-US" sz="1050" b="0" u="none" strike="noStrike" dirty="0">
                <a:solidFill>
                  <a:srgbClr val="898989"/>
                </a:solidFill>
                <a:effectLst/>
                <a:uFillTx/>
                <a:latin typeface="Calibri"/>
              </a:rPr>
              <a:t>KRİTİK</a:t>
            </a:r>
            <a:r>
              <a:rPr lang="tr-TR" sz="1050" b="0" u="none" strike="noStrike" dirty="0">
                <a:solidFill>
                  <a:srgbClr val="898989"/>
                </a:solidFill>
                <a:effectLst/>
                <a:uFillTx/>
                <a:latin typeface="Calibri"/>
              </a:rPr>
              <a:t> TASARIM RAPORU (</a:t>
            </a:r>
            <a:r>
              <a:rPr lang="en-US" sz="1050" b="0" u="none" strike="noStrike" dirty="0">
                <a:solidFill>
                  <a:srgbClr val="898989"/>
                </a:solidFill>
                <a:effectLst/>
                <a:uFillTx/>
                <a:latin typeface="Calibri"/>
              </a:rPr>
              <a:t>K</a:t>
            </a:r>
            <a:r>
              <a:rPr lang="tr-TR" sz="1050" b="0" u="none" strike="noStrike" dirty="0">
                <a:solidFill>
                  <a:srgbClr val="898989"/>
                </a:solidFill>
                <a:effectLst/>
                <a:uFillTx/>
                <a:latin typeface="Calibri"/>
              </a:rPr>
              <a:t>TR)</a:t>
            </a:r>
            <a:endParaRPr lang="tr-TR" sz="1050" b="0" u="none" strike="noStrike" dirty="0">
              <a:solidFill>
                <a:srgbClr val="000000"/>
              </a:solidFill>
              <a:effectLst/>
              <a:uFillTx/>
              <a:latin typeface="Times New Roman"/>
            </a:endParaRPr>
          </a:p>
        </p:txBody>
      </p:sp>
      <p:sp>
        <p:nvSpPr>
          <p:cNvPr id="718" name="TextBox 8"/>
          <p:cNvSpPr/>
          <p:nvPr/>
        </p:nvSpPr>
        <p:spPr>
          <a:xfrm>
            <a:off x="6480" y="544680"/>
            <a:ext cx="1027440" cy="569880"/>
          </a:xfrm>
          <a:prstGeom prst="rect">
            <a:avLst/>
          </a:prstGeom>
          <a:noFill/>
          <a:ln w="0">
            <a:solidFill>
              <a:srgbClr val="000000"/>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tr-TR" sz="1550" b="0" u="none" strike="noStrike">
                <a:solidFill>
                  <a:srgbClr val="000000"/>
                </a:solidFill>
                <a:effectLst/>
                <a:uFillTx/>
                <a:latin typeface="Calibri"/>
              </a:rPr>
              <a:t>Takım Logosu</a:t>
            </a:r>
            <a:endParaRPr lang="tr-TR" sz="1550" b="0" u="none" strike="noStrike">
              <a:solidFill>
                <a:srgbClr val="000000"/>
              </a:solidFill>
              <a:effectLst/>
              <a:uFillTx/>
              <a:latin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9" name="PlaceHolder 1"/>
          <p:cNvSpPr>
            <a:spLocks noGrp="1"/>
          </p:cNvSpPr>
          <p:nvPr>
            <p:ph type="title"/>
          </p:nvPr>
        </p:nvSpPr>
        <p:spPr>
          <a:xfrm>
            <a:off x="1235160" y="494640"/>
            <a:ext cx="8019720" cy="658440"/>
          </a:xfrm>
          <a:prstGeom prst="rect">
            <a:avLst/>
          </a:prstGeom>
          <a:noFill/>
          <a:ln w="0">
            <a:noFill/>
          </a:ln>
        </p:spPr>
        <p:txBody>
          <a:bodyPr lIns="0" tIns="0" rIns="0" bIns="0" anchor="b">
            <a:noAutofit/>
          </a:bodyPr>
          <a:lstStyle/>
          <a:p>
            <a:pPr indent="0" algn="ctr">
              <a:lnSpc>
                <a:spcPct val="100000"/>
              </a:lnSpc>
              <a:buNone/>
            </a:pPr>
            <a:r>
              <a:rPr lang="tr-TR" sz="3950" b="1" u="none" strike="noStrike">
                <a:solidFill>
                  <a:srgbClr val="0070C0"/>
                </a:solidFill>
                <a:effectLst/>
                <a:uFillTx/>
                <a:latin typeface="Calibri"/>
              </a:rPr>
              <a:t>ALT SİSTEM (EK İÇERİK)</a:t>
            </a:r>
            <a:endParaRPr lang="tr-TR" sz="3950" b="0" u="none" strike="noStrike">
              <a:solidFill>
                <a:srgbClr val="000000"/>
              </a:solidFill>
              <a:effectLst/>
              <a:uFillTx/>
              <a:latin typeface="Calibri"/>
            </a:endParaRPr>
          </a:p>
        </p:txBody>
      </p:sp>
      <p:cxnSp>
        <p:nvCxnSpPr>
          <p:cNvPr id="720" name="Straight Connector 4"/>
          <p:cNvCxnSpPr/>
          <p:nvPr/>
        </p:nvCxnSpPr>
        <p:spPr>
          <a:xfrm flipV="1">
            <a:off x="0" y="1352520"/>
            <a:ext cx="10693440" cy="23040"/>
          </a:xfrm>
          <a:prstGeom prst="straightConnector1">
            <a:avLst/>
          </a:prstGeom>
          <a:ln w="38100">
            <a:solidFill>
              <a:srgbClr val="4A7EBB"/>
            </a:solidFill>
            <a:round/>
          </a:ln>
        </p:spPr>
      </p:cxnSp>
      <p:cxnSp>
        <p:nvCxnSpPr>
          <p:cNvPr id="721" name="Straight Connector 5"/>
          <p:cNvCxnSpPr/>
          <p:nvPr/>
        </p:nvCxnSpPr>
        <p:spPr>
          <a:xfrm flipV="1">
            <a:off x="0" y="6790680"/>
            <a:ext cx="10693440" cy="22680"/>
          </a:xfrm>
          <a:prstGeom prst="straightConnector1">
            <a:avLst/>
          </a:prstGeom>
          <a:ln w="38100">
            <a:solidFill>
              <a:srgbClr val="4A7EBB"/>
            </a:solidFill>
            <a:round/>
          </a:ln>
        </p:spPr>
      </p:cxnSp>
      <p:sp>
        <p:nvSpPr>
          <p:cNvPr id="722" name="PlaceHolder 2"/>
          <p:cNvSpPr>
            <a:spLocks noGrp="1"/>
          </p:cNvSpPr>
          <p:nvPr>
            <p:ph type="sldNum" idx="188"/>
          </p:nvPr>
        </p:nvSpPr>
        <p:spPr>
          <a:xfrm>
            <a:off x="9724320" y="6981840"/>
            <a:ext cx="201600" cy="16092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E8BF0A0A-206E-4051-B824-3A1AE94C0479}" type="slidenum">
              <a:rPr lang="tr-TR" sz="1050" b="0" u="none" strike="noStrike">
                <a:solidFill>
                  <a:srgbClr val="898989"/>
                </a:solidFill>
                <a:effectLst/>
                <a:uFillTx/>
                <a:latin typeface="Calibri"/>
              </a:rPr>
              <a:t>58</a:t>
            </a:fld>
            <a:endParaRPr lang="tr-TR" sz="1050" b="0" u="none" strike="noStrike">
              <a:solidFill>
                <a:srgbClr val="000000"/>
              </a:solidFill>
              <a:effectLst/>
              <a:uFillTx/>
              <a:latin typeface="Times New Roman"/>
            </a:endParaRPr>
          </a:p>
        </p:txBody>
      </p:sp>
      <p:sp>
        <p:nvSpPr>
          <p:cNvPr id="723" name="PlaceHolder 3"/>
          <p:cNvSpPr>
            <a:spLocks noGrp="1"/>
          </p:cNvSpPr>
          <p:nvPr>
            <p:ph type="dt" idx="189"/>
          </p:nvPr>
        </p:nvSpPr>
        <p:spPr>
          <a:xfrm>
            <a:off x="802800" y="6981840"/>
            <a:ext cx="1320840" cy="16128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8B946772-0A85-48EA-B56E-F787E1189AC5}" type="datetime2">
              <a:rPr lang="tr-TR" sz="1050" b="0" u="none" strike="noStrike">
                <a:solidFill>
                  <a:srgbClr val="898989"/>
                </a:solidFill>
                <a:effectLst/>
                <a:uFillTx/>
                <a:latin typeface="Calibri"/>
              </a:rPr>
              <a:t>21 Nisan 2026 Salı</a:t>
            </a:fld>
            <a:endParaRPr lang="tr-TR" sz="1050" b="0" u="none" strike="noStrike">
              <a:solidFill>
                <a:srgbClr val="000000"/>
              </a:solidFill>
              <a:effectLst/>
              <a:uFillTx/>
              <a:latin typeface="Times New Roman"/>
            </a:endParaRPr>
          </a:p>
        </p:txBody>
      </p:sp>
      <p:sp>
        <p:nvSpPr>
          <p:cNvPr id="724" name="TextBox 9"/>
          <p:cNvSpPr/>
          <p:nvPr/>
        </p:nvSpPr>
        <p:spPr>
          <a:xfrm>
            <a:off x="-2160" y="1951920"/>
            <a:ext cx="10442520" cy="1954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50560" indent="-250560" algn="just">
              <a:lnSpc>
                <a:spcPct val="100000"/>
              </a:lnSpc>
              <a:buClr>
                <a:srgbClr val="000000"/>
              </a:buClr>
              <a:buFont typeface="Arial"/>
              <a:buChar char="•"/>
            </a:pPr>
            <a:r>
              <a:rPr lang="tr-TR" sz="1550" b="0" u="none" strike="noStrike">
                <a:solidFill>
                  <a:srgbClr val="000000"/>
                </a:solidFill>
                <a:effectLst/>
                <a:uFillTx/>
                <a:latin typeface="Calibri"/>
              </a:rPr>
              <a:t>Ek rapor, alt sistemlere ait </a:t>
            </a:r>
            <a:r>
              <a:rPr lang="tr-TR" sz="1550" b="1" u="none" strike="noStrike">
                <a:solidFill>
                  <a:srgbClr val="002060"/>
                </a:solidFill>
                <a:effectLst/>
                <a:uFillTx/>
                <a:latin typeface="Calibri"/>
              </a:rPr>
              <a:t>belirtilmiş olan tüm bilgileri içermelidir. </a:t>
            </a:r>
            <a:r>
              <a:rPr lang="tr-TR" sz="1550" b="0" u="none" strike="noStrike">
                <a:solidFill>
                  <a:srgbClr val="000000"/>
                </a:solidFill>
                <a:effectLst/>
                <a:uFillTx/>
                <a:latin typeface="Calibri"/>
              </a:rPr>
              <a:t>Bunun dışında sunulacak ek bilgiler, başlık ve başlık numaraları belirtilerek bu yansıda listelenmelidir.</a:t>
            </a:r>
            <a:endParaRPr lang="tr-TR" sz="1550" b="0" u="none" strike="noStrike">
              <a:solidFill>
                <a:srgbClr val="000000"/>
              </a:solidFill>
              <a:effectLst/>
              <a:uFillTx/>
              <a:latin typeface="Arial"/>
            </a:endParaRPr>
          </a:p>
          <a:p>
            <a:pPr algn="just">
              <a:lnSpc>
                <a:spcPct val="100000"/>
              </a:lnSpc>
            </a:pPr>
            <a:endParaRPr lang="tr-TR" sz="1550" b="0" u="none" strike="noStrike">
              <a:solidFill>
                <a:srgbClr val="000000"/>
              </a:solidFill>
              <a:effectLst/>
              <a:uFillTx/>
              <a:latin typeface="Arial"/>
            </a:endParaRPr>
          </a:p>
          <a:p>
            <a:pPr algn="just">
              <a:lnSpc>
                <a:spcPct val="100000"/>
              </a:lnSpc>
            </a:pPr>
            <a:endParaRPr lang="tr-TR" sz="1550" b="0" u="none" strike="noStrike">
              <a:solidFill>
                <a:srgbClr val="000000"/>
              </a:solidFill>
              <a:effectLst/>
              <a:uFillTx/>
              <a:latin typeface="Arial"/>
            </a:endParaRPr>
          </a:p>
          <a:p>
            <a:pPr algn="just">
              <a:lnSpc>
                <a:spcPct val="100000"/>
              </a:lnSpc>
            </a:pPr>
            <a:endParaRPr lang="tr-TR" sz="1550" b="0" u="none" strike="noStrike">
              <a:solidFill>
                <a:srgbClr val="000000"/>
              </a:solidFill>
              <a:effectLst/>
              <a:uFillTx/>
              <a:latin typeface="Arial"/>
            </a:endParaRPr>
          </a:p>
          <a:p>
            <a:pPr algn="just">
              <a:lnSpc>
                <a:spcPct val="100000"/>
              </a:lnSpc>
            </a:pPr>
            <a:r>
              <a:rPr lang="tr-TR" sz="1800" b="0" u="none" strike="noStrike">
                <a:solidFill>
                  <a:srgbClr val="000000"/>
                </a:solidFill>
                <a:effectLst/>
                <a:uFillTx/>
                <a:latin typeface="Calibri"/>
              </a:rPr>
              <a:t>	</a:t>
            </a:r>
            <a:endParaRPr lang="tr-TR" sz="1800" b="0" u="none" strike="noStrike">
              <a:solidFill>
                <a:srgbClr val="000000"/>
              </a:solidFill>
              <a:effectLst/>
              <a:uFillTx/>
              <a:latin typeface="Arial"/>
            </a:endParaRPr>
          </a:p>
          <a:p>
            <a:pPr algn="just">
              <a:lnSpc>
                <a:spcPct val="100000"/>
              </a:lnSpc>
            </a:pPr>
            <a:endParaRPr lang="tr-TR" sz="1800" b="0" u="none" strike="noStrike">
              <a:solidFill>
                <a:srgbClr val="000000"/>
              </a:solidFill>
              <a:effectLst/>
              <a:uFillTx/>
              <a:latin typeface="Arial"/>
            </a:endParaRPr>
          </a:p>
        </p:txBody>
      </p:sp>
      <p:pic>
        <p:nvPicPr>
          <p:cNvPr id="725" name="Picture 6"/>
          <p:cNvPicPr/>
          <p:nvPr/>
        </p:nvPicPr>
        <p:blipFill>
          <a:blip r:embed="rId3"/>
          <a:stretch/>
        </p:blipFill>
        <p:spPr>
          <a:xfrm>
            <a:off x="9630360" y="276120"/>
            <a:ext cx="1062720" cy="1062720"/>
          </a:xfrm>
          <a:prstGeom prst="rect">
            <a:avLst/>
          </a:prstGeom>
          <a:noFill/>
          <a:ln w="0">
            <a:noFill/>
          </a:ln>
        </p:spPr>
      </p:pic>
      <p:sp>
        <p:nvSpPr>
          <p:cNvPr id="726" name="PlaceHolder 4"/>
          <p:cNvSpPr>
            <a:spLocks noGrp="1"/>
          </p:cNvSpPr>
          <p:nvPr>
            <p:ph type="ftr" idx="190"/>
          </p:nvPr>
        </p:nvSpPr>
        <p:spPr>
          <a:xfrm>
            <a:off x="3542040" y="6890040"/>
            <a:ext cx="3608640" cy="320040"/>
          </a:xfrm>
          <a:prstGeom prst="rect">
            <a:avLst/>
          </a:prstGeom>
          <a:noFill/>
          <a:ln w="0">
            <a:noFill/>
          </a:ln>
        </p:spPr>
        <p:txBody>
          <a:bodyPr lIns="0" tIns="0" rIns="0" bIns="0" anchor="t">
            <a:noAutofit/>
          </a:bodyPr>
          <a:lstStyle>
            <a:lvl1pPr indent="0" algn="ctr">
              <a:lnSpc>
                <a:spcPct val="100000"/>
              </a:lnSpc>
              <a:buNone/>
              <a:defRPr lang="tr-TR" sz="1050" b="0" u="none" strike="noStrike">
                <a:solidFill>
                  <a:srgbClr val="898989"/>
                </a:solidFill>
                <a:effectLst/>
                <a:uFillTx/>
                <a:latin typeface="Calibri"/>
              </a:defRPr>
            </a:lvl1pPr>
          </a:lstStyle>
          <a:p>
            <a:pPr indent="0" algn="ctr">
              <a:lnSpc>
                <a:spcPct val="100000"/>
              </a:lnSpc>
              <a:buNone/>
            </a:pPr>
            <a:r>
              <a:rPr lang="tr-TR" sz="1050" b="0" u="none" strike="noStrike" dirty="0">
                <a:solidFill>
                  <a:srgbClr val="898989"/>
                </a:solidFill>
                <a:effectLst/>
                <a:uFillTx/>
                <a:latin typeface="Calibri"/>
              </a:rPr>
              <a:t>2026 TEKNOFEST DİKEY İNİŞLİ ROKET YARIŞMASI</a:t>
            </a:r>
            <a:br>
              <a:rPr sz="1050" dirty="0"/>
            </a:br>
            <a:r>
              <a:rPr lang="tr-TR" sz="1050" b="0" u="none" strike="noStrike" dirty="0">
                <a:solidFill>
                  <a:srgbClr val="898989"/>
                </a:solidFill>
                <a:effectLst/>
                <a:uFillTx/>
                <a:latin typeface="Calibri"/>
              </a:rPr>
              <a:t> </a:t>
            </a:r>
            <a:r>
              <a:rPr lang="en-US" sz="1050" b="0" u="none" strike="noStrike" dirty="0">
                <a:solidFill>
                  <a:srgbClr val="898989"/>
                </a:solidFill>
                <a:effectLst/>
                <a:uFillTx/>
                <a:latin typeface="Calibri"/>
              </a:rPr>
              <a:t>KRİTİK</a:t>
            </a:r>
            <a:r>
              <a:rPr lang="tr-TR" sz="1050" b="0" u="none" strike="noStrike" dirty="0">
                <a:solidFill>
                  <a:srgbClr val="898989"/>
                </a:solidFill>
                <a:effectLst/>
                <a:uFillTx/>
                <a:latin typeface="Calibri"/>
              </a:rPr>
              <a:t> TASARIM RAPORU (</a:t>
            </a:r>
            <a:r>
              <a:rPr lang="en-US" sz="1050" b="0" u="none" strike="noStrike" dirty="0">
                <a:solidFill>
                  <a:srgbClr val="898989"/>
                </a:solidFill>
                <a:effectLst/>
                <a:uFillTx/>
                <a:latin typeface="Calibri"/>
              </a:rPr>
              <a:t>K</a:t>
            </a:r>
            <a:r>
              <a:rPr lang="tr-TR" sz="1050" b="0" u="none" strike="noStrike" dirty="0">
                <a:solidFill>
                  <a:srgbClr val="898989"/>
                </a:solidFill>
                <a:effectLst/>
                <a:uFillTx/>
                <a:latin typeface="Calibri"/>
              </a:rPr>
              <a:t>TR)</a:t>
            </a:r>
            <a:endParaRPr lang="tr-TR" sz="1050" b="0" u="none" strike="noStrike" dirty="0">
              <a:solidFill>
                <a:srgbClr val="000000"/>
              </a:solidFill>
              <a:effectLst/>
              <a:uFillTx/>
              <a:latin typeface="Times New Roman"/>
            </a:endParaRPr>
          </a:p>
        </p:txBody>
      </p:sp>
      <p:sp>
        <p:nvSpPr>
          <p:cNvPr id="727" name="TextBox 8"/>
          <p:cNvSpPr/>
          <p:nvPr/>
        </p:nvSpPr>
        <p:spPr>
          <a:xfrm>
            <a:off x="6480" y="544680"/>
            <a:ext cx="1027440" cy="569880"/>
          </a:xfrm>
          <a:prstGeom prst="rect">
            <a:avLst/>
          </a:prstGeom>
          <a:noFill/>
          <a:ln w="0">
            <a:solidFill>
              <a:srgbClr val="000000"/>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tr-TR" sz="1550" b="0" u="none" strike="noStrike">
                <a:solidFill>
                  <a:srgbClr val="000000"/>
                </a:solidFill>
                <a:effectLst/>
                <a:uFillTx/>
                <a:latin typeface="Calibri"/>
              </a:rPr>
              <a:t>Takım Logosu</a:t>
            </a:r>
            <a:endParaRPr lang="tr-TR" sz="1550" b="0" u="none" strike="noStrike">
              <a:solidFill>
                <a:srgbClr val="000000"/>
              </a:solidFill>
              <a:effectLst/>
              <a:uFillTx/>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1874</TotalTime>
  <Words>7094</Words>
  <Application>Microsoft Office PowerPoint</Application>
  <PresentationFormat>Custom</PresentationFormat>
  <Paragraphs>944</Paragraphs>
  <Slides>58</Slides>
  <Notes>58</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58</vt:i4>
      </vt:variant>
    </vt:vector>
  </HeadingPairs>
  <TitlesOfParts>
    <vt:vector size="67" baseType="lpstr">
      <vt:lpstr>Arial</vt:lpstr>
      <vt:lpstr>Calibri</vt:lpstr>
      <vt:lpstr>Calibri Light</vt:lpstr>
      <vt:lpstr>Microsoft Sans Serif</vt:lpstr>
      <vt:lpstr>Symbol</vt:lpstr>
      <vt:lpstr>Times New Roman</vt:lpstr>
      <vt:lpstr>Wingdings</vt:lpstr>
      <vt:lpstr>Office Theme</vt:lpstr>
      <vt:lpstr>1_Office Theme</vt:lpstr>
      <vt:lpstr>UYARI </vt:lpstr>
      <vt:lpstr>UYARI </vt:lpstr>
      <vt:lpstr>TEKNOFEST 2026 Dikey İnişli Roket Yarışması  Kritik Tasarım Raporu (KTR) Sunuşu Takım Adı </vt:lpstr>
      <vt:lpstr>Takım Yapısı</vt:lpstr>
      <vt:lpstr>Genel Bilgi </vt:lpstr>
      <vt:lpstr>PowerPoint Presentation</vt:lpstr>
      <vt:lpstr>PowerPoint Presentation</vt:lpstr>
      <vt:lpstr>Genel Tasarım</vt:lpstr>
      <vt:lpstr>Operasyon Konsepti (ConOps) - 1 </vt:lpstr>
      <vt:lpstr>Operasyon Konsepti (ConOps) - 2 </vt:lpstr>
      <vt:lpstr> Roket Alt Sistem Detayları   </vt:lpstr>
      <vt:lpstr>Alt Sistem Detay İçerikleri</vt:lpstr>
      <vt:lpstr>Pnömatik Sistem Tasarımı</vt:lpstr>
      <vt:lpstr>Pnömatik Sistem Tasarımı - Detay</vt:lpstr>
      <vt:lpstr>Pnömatik Sistem Tasarımı - Detay</vt:lpstr>
      <vt:lpstr>Pnömatik Sistem Tasarımı - Detay</vt:lpstr>
      <vt:lpstr>PowerPoint Presentation</vt:lpstr>
      <vt:lpstr>Pnömatik Sistem Tasarımı - Detay</vt:lpstr>
      <vt:lpstr>Pnömatik Sistem Tasarımı - Detay</vt:lpstr>
      <vt:lpstr>Pnömatik Sistem Tasarımı - Detay</vt:lpstr>
      <vt:lpstr>Pnömatik Sistem Tasarımı - Detay</vt:lpstr>
      <vt:lpstr>Pnömatik Sistem Tasarımı - Detay</vt:lpstr>
      <vt:lpstr>Pnömatik Sistem Tasarımı - Detay</vt:lpstr>
      <vt:lpstr>Pnömatik Sistem Tasarımı - Detay</vt:lpstr>
      <vt:lpstr>Mekanik Yapı ve Güdüm Kontrol Sisteminin Görünümü </vt:lpstr>
      <vt:lpstr> Mekanik Yapı – Detay </vt:lpstr>
      <vt:lpstr>Mekanik Görünüm &amp; Detay </vt:lpstr>
      <vt:lpstr>Eyleyicilerin Bağlantısı ve Detayı</vt:lpstr>
      <vt:lpstr>İniş Sistemi</vt:lpstr>
      <vt:lpstr>İniş Sistemi Mekanik Görünüm</vt:lpstr>
      <vt:lpstr> İniş Sistemi – Detay </vt:lpstr>
      <vt:lpstr>Gövde Bileşenleri &amp; Gövde Bütünün Mekanik Görünümü</vt:lpstr>
      <vt:lpstr>PowerPoint Presentation</vt:lpstr>
      <vt:lpstr>Yapısal Analizler  </vt:lpstr>
      <vt:lpstr>Yapısal Testler </vt:lpstr>
      <vt:lpstr>6 Serbestlik Dereceli Uçuş Benzetimi</vt:lpstr>
      <vt:lpstr>6 Serbestlik Dereceli Uçuş Benzetimi</vt:lpstr>
      <vt:lpstr>6 Serbestlik Dereceli Uçuş Benzetimi</vt:lpstr>
      <vt:lpstr>6 Serbestlik Dereceli Uçuş Benzetimi</vt:lpstr>
      <vt:lpstr> Güdüm Kontrol Sistemi - Detay </vt:lpstr>
      <vt:lpstr> Güdüm Kontrol Sistemi - Detay </vt:lpstr>
      <vt:lpstr> Güdüm Kontrol Sistemi - Detay </vt:lpstr>
      <vt:lpstr> Güdüm Kontrol Sistemi - Detay </vt:lpstr>
      <vt:lpstr>Aviyonik Sistemin Yerleşim Görünümü </vt:lpstr>
      <vt:lpstr>Aviyonik – Detay</vt:lpstr>
      <vt:lpstr>PowerPoint Presentation</vt:lpstr>
      <vt:lpstr>Aviyonik – Detay</vt:lpstr>
      <vt:lpstr>Aviyonik – Detay</vt:lpstr>
      <vt:lpstr>Roket Bütünleştirme Stratejisi</vt:lpstr>
      <vt:lpstr>Bütünleşik Sistemin 3B Görünümü</vt:lpstr>
      <vt:lpstr>Kütle Bütçesi </vt:lpstr>
      <vt:lpstr>Kontrol Listesi </vt:lpstr>
      <vt:lpstr>Hata Türleri ve Etkileri Analizi</vt:lpstr>
      <vt:lpstr>Proje Planı</vt:lpstr>
      <vt:lpstr>Proje Takvimi</vt:lpstr>
      <vt:lpstr>Maliyet Bütçesi </vt:lpstr>
      <vt:lpstr>KTR Puan Şablonu</vt:lpstr>
      <vt:lpstr>ALT SİSTEM (EK İÇERİK)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PowerPoint - Dikey_0ni_li_Roket-Ön_Tasar1m_Raporu_Format1-2024_V#01</dc:title>
  <dc:subject/>
  <dc:creator>Lab3</dc:creator>
  <dc:description/>
  <cp:lastModifiedBy>BİLSAY SÜMER</cp:lastModifiedBy>
  <cp:revision>167</cp:revision>
  <dcterms:created xsi:type="dcterms:W3CDTF">2023-12-28T12:21:18Z</dcterms:created>
  <dcterms:modified xsi:type="dcterms:W3CDTF">2026-04-21T20:03:38Z</dcterms:modified>
  <dc:language>tr-TR</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2023-12-25T00:00:00Z</vt:filetime>
  </property>
  <property fmtid="{D5CDD505-2E9C-101B-9397-08002B2CF9AE}" pid="3" name="LastSaved">
    <vt:filetime>2023-12-28T00:00:00Z</vt:filetime>
  </property>
  <property fmtid="{D5CDD505-2E9C-101B-9397-08002B2CF9AE}" pid="4" name="Notes">
    <vt:i4>57</vt:i4>
  </property>
  <property fmtid="{D5CDD505-2E9C-101B-9397-08002B2CF9AE}" pid="5" name="PresentationFormat">
    <vt:lpwstr>Özel</vt:lpwstr>
  </property>
  <property fmtid="{D5CDD505-2E9C-101B-9397-08002B2CF9AE}" pid="6" name="Producer">
    <vt:lpwstr>Microsoft: Print To PDF</vt:lpwstr>
  </property>
  <property fmtid="{D5CDD505-2E9C-101B-9397-08002B2CF9AE}" pid="7" name="Slides">
    <vt:i4>57</vt:i4>
  </property>
</Properties>
</file>